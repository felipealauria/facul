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42"/>
  </p:notesMasterIdLst>
  <p:sldIdLst>
    <p:sldId id="256" r:id="rId2"/>
    <p:sldId id="297" r:id="rId3"/>
    <p:sldId id="263" r:id="rId4"/>
    <p:sldId id="313" r:id="rId5"/>
    <p:sldId id="312" r:id="rId6"/>
    <p:sldId id="308" r:id="rId7"/>
    <p:sldId id="336" r:id="rId8"/>
    <p:sldId id="335" r:id="rId9"/>
    <p:sldId id="306" r:id="rId10"/>
    <p:sldId id="316" r:id="rId11"/>
    <p:sldId id="260" r:id="rId12"/>
    <p:sldId id="314" r:id="rId13"/>
    <p:sldId id="298" r:id="rId14"/>
    <p:sldId id="303" r:id="rId15"/>
    <p:sldId id="315" r:id="rId16"/>
    <p:sldId id="302" r:id="rId17"/>
    <p:sldId id="309" r:id="rId18"/>
    <p:sldId id="305" r:id="rId19"/>
    <p:sldId id="338" r:id="rId20"/>
    <p:sldId id="340" r:id="rId21"/>
    <p:sldId id="337" r:id="rId22"/>
    <p:sldId id="261" r:id="rId23"/>
    <p:sldId id="317" r:id="rId24"/>
    <p:sldId id="318" r:id="rId25"/>
    <p:sldId id="319" r:id="rId26"/>
    <p:sldId id="322" r:id="rId27"/>
    <p:sldId id="320" r:id="rId28"/>
    <p:sldId id="323" r:id="rId29"/>
    <p:sldId id="321" r:id="rId30"/>
    <p:sldId id="324" r:id="rId31"/>
    <p:sldId id="328" r:id="rId32"/>
    <p:sldId id="329" r:id="rId33"/>
    <p:sldId id="325" r:id="rId34"/>
    <p:sldId id="330" r:id="rId35"/>
    <p:sldId id="326" r:id="rId36"/>
    <p:sldId id="331" r:id="rId37"/>
    <p:sldId id="327" r:id="rId38"/>
    <p:sldId id="332" r:id="rId39"/>
    <p:sldId id="333" r:id="rId40"/>
    <p:sldId id="334" r:id="rId41"/>
  </p:sldIdLst>
  <p:sldSz cx="9144000" cy="5143500" type="screen16x9"/>
  <p:notesSz cx="6858000" cy="9144000"/>
  <p:embeddedFontLst>
    <p:embeddedFont>
      <p:font typeface="Hanken Grotesk" pitchFamily="2" charset="0"/>
      <p:regular r:id="rId43"/>
      <p:bold r:id="rId44"/>
      <p:italic r:id="rId45"/>
      <p:boldItalic r:id="rId46"/>
    </p:embeddedFont>
    <p:embeddedFont>
      <p:font typeface="Nunito Light" pitchFamily="2" charset="0"/>
      <p:regular r:id="rId47"/>
      <p:italic r:id="rId48"/>
    </p:embeddedFont>
    <p:embeddedFont>
      <p:font typeface="Raleway Black" pitchFamily="2" charset="0"/>
      <p:bold r:id="rId49"/>
      <p:boldItalic r:id="rId50"/>
    </p:embeddedFont>
    <p:embeddedFont>
      <p:font typeface="Raleway ExtraBold" pitchFamily="2" charset="0"/>
      <p:bold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CC225D-BF7B-50FD-3F4F-60D595256904}" v="20" dt="2024-05-21T23:10:21.067"/>
    <p1510:client id="{45D6CFAA-4992-1CF0-A97E-47D10C7315CF}" v="13" dt="2024-05-21T20:15:43.818"/>
    <p1510:client id="{4D180AD4-1604-D877-08F3-9F914963E1DE}" v="1812" dt="2024-05-21T21:31:31.608"/>
    <p1510:client id="{708F5572-9301-BC13-21C4-FFDDFBB9FD9A}" v="132" dt="2024-05-22T00:26:10.632"/>
    <p1510:client id="{A6994C6D-4583-37F7-4C22-78FE829C7C44}" v="5" dt="2024-05-22T01:29:34.519"/>
    <p1510:client id="{EB60CE4C-3010-06F4-BB22-F240B9D6AF9A}" v="5" dt="2024-05-21T23:00:21.346"/>
    <p1510:client id="{F51726C7-FCE7-7C28-CEC1-56A43ED1E0A7}" v="816" dt="2024-05-22T00:16:35.984"/>
  </p1510:revLst>
</p1510:revInfo>
</file>

<file path=ppt/tableStyles.xml><?xml version="1.0" encoding="utf-8"?>
<a:tblStyleLst xmlns:a="http://schemas.openxmlformats.org/drawingml/2006/main" def="{AB58717B-F728-404A-B8D2-0BAB6609ABED}">
  <a:tblStyle styleId="{AB58717B-F728-404A-B8D2-0BAB6609ABE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0200A63-708E-4631-B654-3D8F01B30555}"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32" autoAdjust="0"/>
    <p:restoredTop sz="94660"/>
  </p:normalViewPr>
  <p:slideViewPr>
    <p:cSldViewPr snapToGrid="0">
      <p:cViewPr varScale="1">
        <p:scale>
          <a:sx n="107" d="100"/>
          <a:sy n="107" d="100"/>
        </p:scale>
        <p:origin x="691" y="8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3" Type="http://schemas.openxmlformats.org/officeDocument/2006/relationships/presProps" Target="pres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2576a45fa49_2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2576a45fa49_2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g184d99d1a7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184d99d1a7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061137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g184d99d1a7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184d99d1a7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45341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9101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618431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1000" y="685800"/>
            <a:ext cx="6096000" cy="3429000"/>
          </a:xfrm>
        </p:spPr>
      </p:sp>
      <p:sp>
        <p:nvSpPr>
          <p:cNvPr id="3" name="Espaço Reservado para Anotações 2"/>
          <p:cNvSpPr>
            <a:spLocks noGrp="1"/>
          </p:cNvSpPr>
          <p:nvPr>
            <p:ph type="body" idx="1"/>
          </p:nvPr>
        </p:nvSpPr>
        <p:spPr/>
        <p:txBody>
          <a:bodyPr/>
          <a:lstStyle/>
          <a:p>
            <a:endParaRPr lang="pt-BR" dirty="0"/>
          </a:p>
        </p:txBody>
      </p:sp>
    </p:spTree>
    <p:extLst>
      <p:ext uri="{BB962C8B-B14F-4D97-AF65-F5344CB8AC3E}">
        <p14:creationId xmlns:p14="http://schemas.microsoft.com/office/powerpoint/2010/main" val="2181642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8" name="Google Shape;728;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229772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10209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46060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715438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496199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8" name="Google Shape;758;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8" name="Google Shape;758;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068621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8" name="Google Shape;758;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43132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8" name="Google Shape;758;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517484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157763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8" name="Google Shape;758;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115806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8" name="Google Shape;758;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747807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8" name="Google Shape;758;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870215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8" name="Google Shape;758;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558956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78245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184d99d1a7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1" name="Google Shape;831;g184d99d1a7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817382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115975" y="1999150"/>
            <a:ext cx="4384800" cy="1698900"/>
          </a:xfrm>
          <a:prstGeom prst="rect">
            <a:avLst/>
          </a:prstGeom>
          <a:noFill/>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34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1115975" y="3719650"/>
            <a:ext cx="4384800" cy="378900"/>
          </a:xfrm>
          <a:prstGeom prst="rect">
            <a:avLst/>
          </a:prstGeom>
          <a:noFill/>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7612300" y="-540750"/>
            <a:ext cx="1111343" cy="1111343"/>
            <a:chOff x="8307725" y="278700"/>
            <a:chExt cx="1111343" cy="1111343"/>
          </a:xfrm>
        </p:grpSpPr>
        <p:sp>
          <p:nvSpPr>
            <p:cNvPr id="12" name="Google Shape;12;p2"/>
            <p:cNvSpPr/>
            <p:nvPr/>
          </p:nvSpPr>
          <p:spPr>
            <a:xfrm>
              <a:off x="8307725" y="278700"/>
              <a:ext cx="1111343" cy="1111343"/>
            </a:xfrm>
            <a:custGeom>
              <a:avLst/>
              <a:gdLst/>
              <a:ahLst/>
              <a:cxnLst/>
              <a:rect l="l" t="t" r="r" b="b"/>
              <a:pathLst>
                <a:path w="17396" h="17396" fill="none" extrusionOk="0">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8481362" y="452337"/>
              <a:ext cx="764065" cy="762212"/>
            </a:xfrm>
            <a:custGeom>
              <a:avLst/>
              <a:gdLst/>
              <a:ahLst/>
              <a:cxnLst/>
              <a:rect l="l" t="t" r="r" b="b"/>
              <a:pathLst>
                <a:path w="11960" h="11931" fill="none" extrusionOk="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8208698" y="2109319"/>
            <a:ext cx="1160062" cy="247278"/>
            <a:chOff x="8208698" y="2109319"/>
            <a:chExt cx="1160062" cy="247278"/>
          </a:xfrm>
        </p:grpSpPr>
        <p:sp>
          <p:nvSpPr>
            <p:cNvPr id="15" name="Google Shape;15;p2"/>
            <p:cNvSpPr/>
            <p:nvPr/>
          </p:nvSpPr>
          <p:spPr>
            <a:xfrm rot="5400000">
              <a:off x="8424637" y="1893379"/>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rot="-5400000">
              <a:off x="8917458" y="1905296"/>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 name="Google Shape;17;p2"/>
          <p:cNvGrpSpPr/>
          <p:nvPr/>
        </p:nvGrpSpPr>
        <p:grpSpPr>
          <a:xfrm rot="5400000" flipH="1">
            <a:off x="6277862" y="5350755"/>
            <a:ext cx="4486819" cy="625122"/>
            <a:chOff x="-78438" y="4073905"/>
            <a:chExt cx="4486819" cy="625122"/>
          </a:xfrm>
        </p:grpSpPr>
        <p:cxnSp>
          <p:nvCxnSpPr>
            <p:cNvPr id="18" name="Google Shape;18;p2"/>
            <p:cNvCxnSpPr/>
            <p:nvPr/>
          </p:nvCxnSpPr>
          <p:spPr>
            <a:xfrm>
              <a:off x="1857762" y="2762827"/>
              <a:ext cx="0" cy="3872400"/>
            </a:xfrm>
            <a:prstGeom prst="straightConnector1">
              <a:avLst/>
            </a:prstGeom>
            <a:noFill/>
            <a:ln w="9525" cap="flat" cmpd="sng">
              <a:solidFill>
                <a:schemeClr val="accent1"/>
              </a:solidFill>
              <a:prstDash val="solid"/>
              <a:round/>
              <a:headEnd type="none" w="med" len="med"/>
              <a:tailEnd type="none" w="med" len="med"/>
            </a:ln>
          </p:spPr>
        </p:cxnSp>
        <p:cxnSp>
          <p:nvCxnSpPr>
            <p:cNvPr id="19" name="Google Shape;19;p2"/>
            <p:cNvCxnSpPr/>
            <p:nvPr/>
          </p:nvCxnSpPr>
          <p:spPr>
            <a:xfrm rot="-5400000">
              <a:off x="3788541" y="4241677"/>
              <a:ext cx="464100" cy="450600"/>
            </a:xfrm>
            <a:prstGeom prst="straightConnector1">
              <a:avLst/>
            </a:prstGeom>
            <a:noFill/>
            <a:ln w="9525" cap="flat" cmpd="sng">
              <a:solidFill>
                <a:schemeClr val="accent1"/>
              </a:solidFill>
              <a:prstDash val="solid"/>
              <a:round/>
              <a:headEnd type="none" w="med" len="med"/>
              <a:tailEnd type="none" w="med" len="med"/>
            </a:ln>
          </p:spPr>
        </p:cxnSp>
        <p:sp>
          <p:nvSpPr>
            <p:cNvPr id="20" name="Google Shape;20;p2"/>
            <p:cNvSpPr/>
            <p:nvPr/>
          </p:nvSpPr>
          <p:spPr>
            <a:xfrm>
              <a:off x="4214956" y="4073905"/>
              <a:ext cx="193425" cy="191350"/>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21;p2"/>
          <p:cNvGrpSpPr/>
          <p:nvPr/>
        </p:nvGrpSpPr>
        <p:grpSpPr>
          <a:xfrm rot="-5400000">
            <a:off x="8388339" y="1273396"/>
            <a:ext cx="493321" cy="357312"/>
            <a:chOff x="1722354" y="229144"/>
            <a:chExt cx="1748744" cy="1266614"/>
          </a:xfrm>
        </p:grpSpPr>
        <p:sp>
          <p:nvSpPr>
            <p:cNvPr id="22" name="Google Shape;22;p2"/>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solidFill>
              <a:schemeClr val="lt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p3"/>
          <p:cNvSpPr txBox="1">
            <a:spLocks noGrp="1"/>
          </p:cNvSpPr>
          <p:nvPr>
            <p:ph type="title"/>
          </p:nvPr>
        </p:nvSpPr>
        <p:spPr>
          <a:xfrm>
            <a:off x="1136800" y="2325725"/>
            <a:ext cx="3653400" cy="989400"/>
          </a:xfrm>
          <a:prstGeom prst="rect">
            <a:avLst/>
          </a:prstGeom>
          <a:noFill/>
        </p:spPr>
        <p:txBody>
          <a:bodyPr spcFirstLastPara="1" wrap="square" lIns="91425" tIns="91425" rIns="91425" bIns="91425" anchor="ctr" anchorCtr="0">
            <a:noAutofit/>
          </a:bodyPr>
          <a:lstStyle>
            <a:lvl1pPr lvl="0">
              <a:spcBef>
                <a:spcPts val="0"/>
              </a:spcBef>
              <a:spcAft>
                <a:spcPts val="0"/>
              </a:spcAft>
              <a:buSzPts val="3600"/>
              <a:buNone/>
              <a:defRPr sz="34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6" name="Google Shape;26;p3"/>
          <p:cNvSpPr txBox="1">
            <a:spLocks noGrp="1"/>
          </p:cNvSpPr>
          <p:nvPr>
            <p:ph type="title" idx="2" hasCustomPrompt="1"/>
          </p:nvPr>
        </p:nvSpPr>
        <p:spPr>
          <a:xfrm>
            <a:off x="4790350" y="2279800"/>
            <a:ext cx="1343100" cy="989400"/>
          </a:xfrm>
          <a:prstGeom prst="rect">
            <a:avLst/>
          </a:prstGeom>
          <a:solidFill>
            <a:srgbClr val="FFFFFF">
              <a:alpha val="7500"/>
            </a:srgbClr>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900">
                <a:solidFill>
                  <a:schemeClr val="lt1"/>
                </a:solidFill>
                <a:latin typeface="Raleway ExtraBold"/>
                <a:ea typeface="Raleway ExtraBold"/>
                <a:cs typeface="Raleway ExtraBold"/>
                <a:sym typeface="Raleway ExtraBold"/>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grpSp>
        <p:nvGrpSpPr>
          <p:cNvPr id="27" name="Google Shape;27;p3"/>
          <p:cNvGrpSpPr/>
          <p:nvPr/>
        </p:nvGrpSpPr>
        <p:grpSpPr>
          <a:xfrm rot="-5400000">
            <a:off x="3860412" y="-1906049"/>
            <a:ext cx="3859204" cy="615399"/>
            <a:chOff x="-6675" y="307100"/>
            <a:chExt cx="9140700" cy="4634025"/>
          </a:xfrm>
        </p:grpSpPr>
        <p:cxnSp>
          <p:nvCxnSpPr>
            <p:cNvPr id="28" name="Google Shape;28;p3"/>
            <p:cNvCxnSpPr/>
            <p:nvPr/>
          </p:nvCxnSpPr>
          <p:spPr>
            <a:xfrm>
              <a:off x="-6675" y="30710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9" name="Google Shape;29;p3"/>
            <p:cNvCxnSpPr/>
            <p:nvPr/>
          </p:nvCxnSpPr>
          <p:spPr>
            <a:xfrm>
              <a:off x="-6675" y="133688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0" name="Google Shape;30;p3"/>
            <p:cNvCxnSpPr/>
            <p:nvPr/>
          </p:nvCxnSpPr>
          <p:spPr>
            <a:xfrm>
              <a:off x="-6675" y="82199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1" name="Google Shape;31;p3"/>
            <p:cNvCxnSpPr/>
            <p:nvPr/>
          </p:nvCxnSpPr>
          <p:spPr>
            <a:xfrm>
              <a:off x="-6675" y="1851775"/>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2" name="Google Shape;32;p3"/>
            <p:cNvCxnSpPr/>
            <p:nvPr/>
          </p:nvCxnSpPr>
          <p:spPr>
            <a:xfrm>
              <a:off x="-6675" y="2366667"/>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3" name="Google Shape;33;p3"/>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4" name="Google Shape;34;p3"/>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5" name="Google Shape;35;p3"/>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6" name="Google Shape;36;p3"/>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7" name="Google Shape;37;p3"/>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grpSp>
        <p:nvGrpSpPr>
          <p:cNvPr id="38" name="Google Shape;38;p3"/>
          <p:cNvGrpSpPr/>
          <p:nvPr/>
        </p:nvGrpSpPr>
        <p:grpSpPr>
          <a:xfrm>
            <a:off x="-415272" y="538801"/>
            <a:ext cx="7636891" cy="5144942"/>
            <a:chOff x="-415272" y="538801"/>
            <a:chExt cx="7636891" cy="5144942"/>
          </a:xfrm>
        </p:grpSpPr>
        <p:grpSp>
          <p:nvGrpSpPr>
            <p:cNvPr id="39" name="Google Shape;39;p3"/>
            <p:cNvGrpSpPr/>
            <p:nvPr/>
          </p:nvGrpSpPr>
          <p:grpSpPr>
            <a:xfrm>
              <a:off x="6110275" y="4572400"/>
              <a:ext cx="1111343" cy="1111343"/>
              <a:chOff x="8307725" y="278700"/>
              <a:chExt cx="1111343" cy="1111343"/>
            </a:xfrm>
          </p:grpSpPr>
          <p:sp>
            <p:nvSpPr>
              <p:cNvPr id="40" name="Google Shape;40;p3"/>
              <p:cNvSpPr/>
              <p:nvPr/>
            </p:nvSpPr>
            <p:spPr>
              <a:xfrm>
                <a:off x="8307725" y="278700"/>
                <a:ext cx="1111343" cy="1111343"/>
              </a:xfrm>
              <a:custGeom>
                <a:avLst/>
                <a:gdLst/>
                <a:ahLst/>
                <a:cxnLst/>
                <a:rect l="l" t="t" r="r" b="b"/>
                <a:pathLst>
                  <a:path w="17396" h="17396" fill="none" extrusionOk="0">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8481362" y="452337"/>
                <a:ext cx="764065" cy="762212"/>
              </a:xfrm>
              <a:custGeom>
                <a:avLst/>
                <a:gdLst/>
                <a:ahLst/>
                <a:cxnLst/>
                <a:rect l="l" t="t" r="r" b="b"/>
                <a:pathLst>
                  <a:path w="11960" h="11931" fill="none" extrusionOk="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 name="Google Shape;42;p3"/>
            <p:cNvGrpSpPr/>
            <p:nvPr/>
          </p:nvGrpSpPr>
          <p:grpSpPr>
            <a:xfrm>
              <a:off x="-415272" y="538801"/>
              <a:ext cx="2027056" cy="586283"/>
              <a:chOff x="-415272" y="538801"/>
              <a:chExt cx="2027056" cy="586283"/>
            </a:xfrm>
          </p:grpSpPr>
          <p:sp>
            <p:nvSpPr>
              <p:cNvPr id="43" name="Google Shape;43;p3"/>
              <p:cNvSpPr/>
              <p:nvPr/>
            </p:nvSpPr>
            <p:spPr>
              <a:xfrm rot="-5400000">
                <a:off x="1352729" y="32286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rot="-5400000">
                <a:off x="-39071" y="673783"/>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5"/>
        <p:cNvGrpSpPr/>
        <p:nvPr/>
      </p:nvGrpSpPr>
      <p:grpSpPr>
        <a:xfrm>
          <a:off x="0" y="0"/>
          <a:ext cx="0" cy="0"/>
          <a:chOff x="0" y="0"/>
          <a:chExt cx="0" cy="0"/>
        </a:xfrm>
      </p:grpSpPr>
      <p:sp>
        <p:nvSpPr>
          <p:cNvPr id="46" name="Google Shape;46;p4"/>
          <p:cNvSpPr txBox="1">
            <a:spLocks noGrp="1"/>
          </p:cNvSpPr>
          <p:nvPr>
            <p:ph type="title"/>
          </p:nvPr>
        </p:nvSpPr>
        <p:spPr>
          <a:xfrm>
            <a:off x="720000" y="445025"/>
            <a:ext cx="7704000" cy="5727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2600"/>
              <a:buNone/>
              <a:defRPr sz="2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7" name="Google Shape;47;p4"/>
          <p:cNvSpPr txBox="1">
            <a:spLocks noGrp="1"/>
          </p:cNvSpPr>
          <p:nvPr>
            <p:ph type="body" idx="1"/>
          </p:nvPr>
        </p:nvSpPr>
        <p:spPr>
          <a:xfrm>
            <a:off x="720000" y="1056776"/>
            <a:ext cx="7704000" cy="4218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Char char="●"/>
              <a:defRPr/>
            </a:lvl1pPr>
            <a:lvl2pPr marL="914400" lvl="1" indent="-304800" rtl="0">
              <a:lnSpc>
                <a:spcPct val="100000"/>
              </a:lnSpc>
              <a:spcBef>
                <a:spcPts val="0"/>
              </a:spcBef>
              <a:spcAft>
                <a:spcPts val="0"/>
              </a:spcAft>
              <a:buSzPts val="1200"/>
              <a:buChar char="○"/>
              <a:defRPr/>
            </a:lvl2pPr>
            <a:lvl3pPr marL="1371600" lvl="2" indent="-304800" rtl="0">
              <a:lnSpc>
                <a:spcPct val="100000"/>
              </a:lnSpc>
              <a:spcBef>
                <a:spcPts val="0"/>
              </a:spcBef>
              <a:spcAft>
                <a:spcPts val="0"/>
              </a:spcAft>
              <a:buSzPts val="1200"/>
              <a:buChar char="■"/>
              <a:defRPr/>
            </a:lvl3pPr>
            <a:lvl4pPr marL="1828800" lvl="3" indent="-304800" rtl="0">
              <a:lnSpc>
                <a:spcPct val="100000"/>
              </a:lnSpc>
              <a:spcBef>
                <a:spcPts val="0"/>
              </a:spcBef>
              <a:spcAft>
                <a:spcPts val="0"/>
              </a:spcAft>
              <a:buSzPts val="1200"/>
              <a:buChar char="●"/>
              <a:defRPr/>
            </a:lvl4pPr>
            <a:lvl5pPr marL="2286000" lvl="4" indent="-304800" rtl="0">
              <a:lnSpc>
                <a:spcPct val="100000"/>
              </a:lnSpc>
              <a:spcBef>
                <a:spcPts val="0"/>
              </a:spcBef>
              <a:spcAft>
                <a:spcPts val="0"/>
              </a:spcAft>
              <a:buSzPts val="1200"/>
              <a:buChar char="○"/>
              <a:defRPr/>
            </a:lvl5pPr>
            <a:lvl6pPr marL="2743200" lvl="5" indent="-304800" rtl="0">
              <a:lnSpc>
                <a:spcPct val="100000"/>
              </a:lnSpc>
              <a:spcBef>
                <a:spcPts val="0"/>
              </a:spcBef>
              <a:spcAft>
                <a:spcPts val="0"/>
              </a:spcAft>
              <a:buSzPts val="1200"/>
              <a:buChar char="■"/>
              <a:defRPr/>
            </a:lvl6pPr>
            <a:lvl7pPr marL="3200400" lvl="6" indent="-304800" rtl="0">
              <a:lnSpc>
                <a:spcPct val="100000"/>
              </a:lnSpc>
              <a:spcBef>
                <a:spcPts val="0"/>
              </a:spcBef>
              <a:spcAft>
                <a:spcPts val="0"/>
              </a:spcAft>
              <a:buSzPts val="1200"/>
              <a:buChar char="●"/>
              <a:defRPr/>
            </a:lvl7pPr>
            <a:lvl8pPr marL="3657600" lvl="7" indent="-304800" rtl="0">
              <a:lnSpc>
                <a:spcPct val="100000"/>
              </a:lnSpc>
              <a:spcBef>
                <a:spcPts val="0"/>
              </a:spcBef>
              <a:spcAft>
                <a:spcPts val="0"/>
              </a:spcAft>
              <a:buSzPts val="1200"/>
              <a:buChar char="○"/>
              <a:defRPr/>
            </a:lvl8pPr>
            <a:lvl9pPr marL="4114800" lvl="8" indent="-304800" rtl="0">
              <a:lnSpc>
                <a:spcPct val="100000"/>
              </a:lnSpc>
              <a:spcBef>
                <a:spcPts val="0"/>
              </a:spcBef>
              <a:spcAft>
                <a:spcPts val="0"/>
              </a:spcAft>
              <a:buSzPts val="1200"/>
              <a:buChar char="■"/>
              <a:defRPr/>
            </a:lvl9pPr>
          </a:lstStyle>
          <a:p>
            <a:endParaRPr/>
          </a:p>
        </p:txBody>
      </p:sp>
      <p:grpSp>
        <p:nvGrpSpPr>
          <p:cNvPr id="48" name="Google Shape;48;p4"/>
          <p:cNvGrpSpPr/>
          <p:nvPr/>
        </p:nvGrpSpPr>
        <p:grpSpPr>
          <a:xfrm>
            <a:off x="188277" y="1651177"/>
            <a:ext cx="8669316" cy="2098194"/>
            <a:chOff x="188277" y="1651177"/>
            <a:chExt cx="8669316" cy="2098194"/>
          </a:xfrm>
        </p:grpSpPr>
        <p:sp>
          <p:nvSpPr>
            <p:cNvPr id="49" name="Google Shape;49;p4"/>
            <p:cNvSpPr/>
            <p:nvPr/>
          </p:nvSpPr>
          <p:spPr>
            <a:xfrm rot="10800000">
              <a:off x="8650702" y="1651177"/>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4"/>
            <p:cNvSpPr/>
            <p:nvPr/>
          </p:nvSpPr>
          <p:spPr>
            <a:xfrm rot="10800000">
              <a:off x="8814477" y="1942327"/>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 name="Google Shape;51;p4"/>
            <p:cNvGrpSpPr/>
            <p:nvPr/>
          </p:nvGrpSpPr>
          <p:grpSpPr>
            <a:xfrm>
              <a:off x="188277" y="2983227"/>
              <a:ext cx="206891" cy="766144"/>
              <a:chOff x="8650702" y="3525402"/>
              <a:chExt cx="206891" cy="766144"/>
            </a:xfrm>
          </p:grpSpPr>
          <p:sp>
            <p:nvSpPr>
              <p:cNvPr id="52" name="Google Shape;52;p4"/>
              <p:cNvSpPr/>
              <p:nvPr/>
            </p:nvSpPr>
            <p:spPr>
              <a:xfrm rot="10800000">
                <a:off x="8650702" y="35254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p:nvPr/>
            </p:nvSpPr>
            <p:spPr>
              <a:xfrm rot="10800000">
                <a:off x="8814477" y="38165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4" name="Google Shape;54;p4"/>
          <p:cNvGrpSpPr/>
          <p:nvPr/>
        </p:nvGrpSpPr>
        <p:grpSpPr>
          <a:xfrm>
            <a:off x="-1181862" y="-331600"/>
            <a:ext cx="11020270" cy="5673388"/>
            <a:chOff x="-1181862" y="-331600"/>
            <a:chExt cx="11020270" cy="5673388"/>
          </a:xfrm>
        </p:grpSpPr>
        <p:grpSp>
          <p:nvGrpSpPr>
            <p:cNvPr id="55" name="Google Shape;55;p4"/>
            <p:cNvGrpSpPr/>
            <p:nvPr/>
          </p:nvGrpSpPr>
          <p:grpSpPr>
            <a:xfrm>
              <a:off x="8873150" y="1130915"/>
              <a:ext cx="965258" cy="273510"/>
              <a:chOff x="-6675" y="2881558"/>
              <a:chExt cx="9140700" cy="2059567"/>
            </a:xfrm>
          </p:grpSpPr>
          <p:cxnSp>
            <p:nvCxnSpPr>
              <p:cNvPr id="56" name="Google Shape;56;p4"/>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57" name="Google Shape;57;p4"/>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58" name="Google Shape;58;p4"/>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59" name="Google Shape;59;p4"/>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0" name="Google Shape;60;p4"/>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sp>
          <p:nvSpPr>
            <p:cNvPr id="61" name="Google Shape;61;p4"/>
            <p:cNvSpPr/>
            <p:nvPr/>
          </p:nvSpPr>
          <p:spPr>
            <a:xfrm>
              <a:off x="8095400" y="-331600"/>
              <a:ext cx="1470082" cy="2332467"/>
            </a:xfrm>
            <a:custGeom>
              <a:avLst/>
              <a:gdLst/>
              <a:ahLst/>
              <a:cxnLst/>
              <a:rect l="l" t="t" r="r" b="b"/>
              <a:pathLst>
                <a:path w="83338" h="132226" extrusionOk="0">
                  <a:moveTo>
                    <a:pt x="0" y="0"/>
                  </a:moveTo>
                  <a:lnTo>
                    <a:pt x="0" y="30327"/>
                  </a:lnTo>
                  <a:lnTo>
                    <a:pt x="43914" y="74240"/>
                  </a:lnTo>
                  <a:lnTo>
                    <a:pt x="43914" y="105053"/>
                  </a:lnTo>
                  <a:lnTo>
                    <a:pt x="83338" y="127814"/>
                  </a:lnTo>
                  <a:lnTo>
                    <a:pt x="80791" y="132226"/>
                  </a:lnTo>
                </a:path>
              </a:pathLst>
            </a:custGeom>
            <a:noFill/>
            <a:ln w="9525" cap="flat" cmpd="sng">
              <a:solidFill>
                <a:schemeClr val="accent1"/>
              </a:solidFill>
              <a:prstDash val="solid"/>
              <a:round/>
              <a:headEnd type="none" w="med" len="med"/>
              <a:tailEnd type="none" w="med" len="med"/>
            </a:ln>
          </p:spPr>
        </p:sp>
        <p:grpSp>
          <p:nvGrpSpPr>
            <p:cNvPr id="62" name="Google Shape;62;p4"/>
            <p:cNvGrpSpPr/>
            <p:nvPr/>
          </p:nvGrpSpPr>
          <p:grpSpPr>
            <a:xfrm rot="10800000" flipH="1">
              <a:off x="8650689" y="182196"/>
              <a:ext cx="493321" cy="357312"/>
              <a:chOff x="1722354" y="229144"/>
              <a:chExt cx="1748744" cy="1266614"/>
            </a:xfrm>
          </p:grpSpPr>
          <p:sp>
            <p:nvSpPr>
              <p:cNvPr id="63" name="Google Shape;63;p4"/>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4"/>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 name="Google Shape;65;p4"/>
            <p:cNvSpPr/>
            <p:nvPr/>
          </p:nvSpPr>
          <p:spPr>
            <a:xfrm rot="5400000">
              <a:off x="-191675" y="3481200"/>
              <a:ext cx="870400" cy="2850775"/>
            </a:xfrm>
            <a:custGeom>
              <a:avLst/>
              <a:gdLst/>
              <a:ahLst/>
              <a:cxnLst/>
              <a:rect l="l" t="t" r="r" b="b"/>
              <a:pathLst>
                <a:path w="34816" h="114031" extrusionOk="0">
                  <a:moveTo>
                    <a:pt x="18318" y="0"/>
                  </a:moveTo>
                  <a:lnTo>
                    <a:pt x="18318" y="9948"/>
                  </a:lnTo>
                  <a:lnTo>
                    <a:pt x="0" y="28265"/>
                  </a:lnTo>
                  <a:lnTo>
                    <a:pt x="0" y="48039"/>
                  </a:lnTo>
                  <a:lnTo>
                    <a:pt x="10736" y="58775"/>
                  </a:lnTo>
                  <a:lnTo>
                    <a:pt x="34816" y="58775"/>
                  </a:lnTo>
                  <a:lnTo>
                    <a:pt x="34816" y="114031"/>
                  </a:lnTo>
                </a:path>
              </a:pathLst>
            </a:custGeom>
            <a:noFill/>
            <a:ln w="9525" cap="flat" cmpd="sng">
              <a:solidFill>
                <a:schemeClr val="accent1"/>
              </a:solidFill>
              <a:prstDash val="solid"/>
              <a:round/>
              <a:headEnd type="none" w="med" len="med"/>
              <a:tailEnd type="none" w="med" len="med"/>
            </a:ln>
          </p:spPr>
        </p:sp>
        <p:grpSp>
          <p:nvGrpSpPr>
            <p:cNvPr id="66" name="Google Shape;66;p4"/>
            <p:cNvGrpSpPr/>
            <p:nvPr/>
          </p:nvGrpSpPr>
          <p:grpSpPr>
            <a:xfrm rot="-5400000" flipH="1">
              <a:off x="159064" y="4046096"/>
              <a:ext cx="493321" cy="357312"/>
              <a:chOff x="1722354" y="229144"/>
              <a:chExt cx="1748744" cy="1266614"/>
            </a:xfrm>
          </p:grpSpPr>
          <p:sp>
            <p:nvSpPr>
              <p:cNvPr id="67" name="Google Shape;67;p4"/>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4"/>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 name="Google Shape;69;p4"/>
            <p:cNvGrpSpPr/>
            <p:nvPr/>
          </p:nvGrpSpPr>
          <p:grpSpPr>
            <a:xfrm>
              <a:off x="-776975" y="4800515"/>
              <a:ext cx="965258" cy="273510"/>
              <a:chOff x="-6675" y="2881558"/>
              <a:chExt cx="9140700" cy="2059567"/>
            </a:xfrm>
          </p:grpSpPr>
          <p:cxnSp>
            <p:nvCxnSpPr>
              <p:cNvPr id="70" name="Google Shape;70;p4"/>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71" name="Google Shape;71;p4"/>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72" name="Google Shape;72;p4"/>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73" name="Google Shape;73;p4"/>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74" name="Google Shape;74;p4"/>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grpSp>
      <p:grpSp>
        <p:nvGrpSpPr>
          <p:cNvPr id="75" name="Google Shape;75;p4"/>
          <p:cNvGrpSpPr/>
          <p:nvPr/>
        </p:nvGrpSpPr>
        <p:grpSpPr>
          <a:xfrm>
            <a:off x="-142612" y="-168664"/>
            <a:ext cx="7919030" cy="2888968"/>
            <a:chOff x="-142612" y="-168664"/>
            <a:chExt cx="7919030" cy="2888968"/>
          </a:xfrm>
        </p:grpSpPr>
        <p:sp>
          <p:nvSpPr>
            <p:cNvPr id="76" name="Google Shape;76;p4"/>
            <p:cNvSpPr/>
            <p:nvPr/>
          </p:nvSpPr>
          <p:spPr>
            <a:xfrm rot="10800000">
              <a:off x="7736362" y="-168664"/>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4"/>
            <p:cNvSpPr/>
            <p:nvPr/>
          </p:nvSpPr>
          <p:spPr>
            <a:xfrm rot="5400000">
              <a:off x="57800" y="247983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 name="Google Shape;78;p4"/>
          <p:cNvSpPr/>
          <p:nvPr/>
        </p:nvSpPr>
        <p:spPr>
          <a:xfrm rot="-5400000">
            <a:off x="507335" y="632747"/>
            <a:ext cx="228075" cy="197250"/>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9"/>
        <p:cNvGrpSpPr/>
        <p:nvPr/>
      </p:nvGrpSpPr>
      <p:grpSpPr>
        <a:xfrm>
          <a:off x="0" y="0"/>
          <a:ext cx="0" cy="0"/>
          <a:chOff x="0" y="0"/>
          <a:chExt cx="0" cy="0"/>
        </a:xfrm>
      </p:grpSpPr>
      <p:sp>
        <p:nvSpPr>
          <p:cNvPr id="80" name="Google Shape;80;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000"/>
              <a:buFont typeface="Raleway Black"/>
              <a:buNone/>
              <a:defRPr b="0">
                <a:latin typeface="Raleway Black"/>
                <a:ea typeface="Raleway Black"/>
                <a:cs typeface="Raleway Black"/>
                <a:sym typeface="Raleway Black"/>
              </a:defRPr>
            </a:lvl2pPr>
            <a:lvl3pPr lvl="2" rtl="0">
              <a:spcBef>
                <a:spcPts val="0"/>
              </a:spcBef>
              <a:spcAft>
                <a:spcPts val="0"/>
              </a:spcAft>
              <a:buSzPts val="3000"/>
              <a:buFont typeface="Raleway Black"/>
              <a:buNone/>
              <a:defRPr b="0">
                <a:latin typeface="Raleway Black"/>
                <a:ea typeface="Raleway Black"/>
                <a:cs typeface="Raleway Black"/>
                <a:sym typeface="Raleway Black"/>
              </a:defRPr>
            </a:lvl3pPr>
            <a:lvl4pPr lvl="3" rtl="0">
              <a:spcBef>
                <a:spcPts val="0"/>
              </a:spcBef>
              <a:spcAft>
                <a:spcPts val="0"/>
              </a:spcAft>
              <a:buSzPts val="3000"/>
              <a:buFont typeface="Raleway Black"/>
              <a:buNone/>
              <a:defRPr b="0">
                <a:latin typeface="Raleway Black"/>
                <a:ea typeface="Raleway Black"/>
                <a:cs typeface="Raleway Black"/>
                <a:sym typeface="Raleway Black"/>
              </a:defRPr>
            </a:lvl4pPr>
            <a:lvl5pPr lvl="4" rtl="0">
              <a:spcBef>
                <a:spcPts val="0"/>
              </a:spcBef>
              <a:spcAft>
                <a:spcPts val="0"/>
              </a:spcAft>
              <a:buSzPts val="3000"/>
              <a:buFont typeface="Raleway Black"/>
              <a:buNone/>
              <a:defRPr b="0">
                <a:latin typeface="Raleway Black"/>
                <a:ea typeface="Raleway Black"/>
                <a:cs typeface="Raleway Black"/>
                <a:sym typeface="Raleway Black"/>
              </a:defRPr>
            </a:lvl5pPr>
            <a:lvl6pPr lvl="5" rtl="0">
              <a:spcBef>
                <a:spcPts val="0"/>
              </a:spcBef>
              <a:spcAft>
                <a:spcPts val="0"/>
              </a:spcAft>
              <a:buSzPts val="3000"/>
              <a:buFont typeface="Raleway Black"/>
              <a:buNone/>
              <a:defRPr b="0">
                <a:latin typeface="Raleway Black"/>
                <a:ea typeface="Raleway Black"/>
                <a:cs typeface="Raleway Black"/>
                <a:sym typeface="Raleway Black"/>
              </a:defRPr>
            </a:lvl6pPr>
            <a:lvl7pPr lvl="6" rtl="0">
              <a:spcBef>
                <a:spcPts val="0"/>
              </a:spcBef>
              <a:spcAft>
                <a:spcPts val="0"/>
              </a:spcAft>
              <a:buSzPts val="3000"/>
              <a:buFont typeface="Raleway Black"/>
              <a:buNone/>
              <a:defRPr b="0">
                <a:latin typeface="Raleway Black"/>
                <a:ea typeface="Raleway Black"/>
                <a:cs typeface="Raleway Black"/>
                <a:sym typeface="Raleway Black"/>
              </a:defRPr>
            </a:lvl7pPr>
            <a:lvl8pPr lvl="7" rtl="0">
              <a:spcBef>
                <a:spcPts val="0"/>
              </a:spcBef>
              <a:spcAft>
                <a:spcPts val="0"/>
              </a:spcAft>
              <a:buSzPts val="3000"/>
              <a:buFont typeface="Raleway Black"/>
              <a:buNone/>
              <a:defRPr b="0">
                <a:latin typeface="Raleway Black"/>
                <a:ea typeface="Raleway Black"/>
                <a:cs typeface="Raleway Black"/>
                <a:sym typeface="Raleway Black"/>
              </a:defRPr>
            </a:lvl8pPr>
            <a:lvl9pPr lvl="8" rtl="0">
              <a:spcBef>
                <a:spcPts val="0"/>
              </a:spcBef>
              <a:spcAft>
                <a:spcPts val="0"/>
              </a:spcAft>
              <a:buSzPts val="3000"/>
              <a:buFont typeface="Raleway Black"/>
              <a:buNone/>
              <a:defRPr b="0">
                <a:latin typeface="Raleway Black"/>
                <a:ea typeface="Raleway Black"/>
                <a:cs typeface="Raleway Black"/>
                <a:sym typeface="Raleway Black"/>
              </a:defRPr>
            </a:lvl9pPr>
          </a:lstStyle>
          <a:p>
            <a:endParaRPr/>
          </a:p>
        </p:txBody>
      </p:sp>
      <p:sp>
        <p:nvSpPr>
          <p:cNvPr id="81" name="Google Shape;81;p5"/>
          <p:cNvSpPr txBox="1">
            <a:spLocks noGrp="1"/>
          </p:cNvSpPr>
          <p:nvPr>
            <p:ph type="subTitle" idx="1"/>
          </p:nvPr>
        </p:nvSpPr>
        <p:spPr>
          <a:xfrm>
            <a:off x="4861824" y="2438075"/>
            <a:ext cx="2610900" cy="1469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2" name="Google Shape;82;p5"/>
          <p:cNvSpPr txBox="1">
            <a:spLocks noGrp="1"/>
          </p:cNvSpPr>
          <p:nvPr>
            <p:ph type="subTitle" idx="2"/>
          </p:nvPr>
        </p:nvSpPr>
        <p:spPr>
          <a:xfrm>
            <a:off x="1671269" y="2438075"/>
            <a:ext cx="2610900" cy="1469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3" name="Google Shape;83;p5"/>
          <p:cNvSpPr txBox="1">
            <a:spLocks noGrp="1"/>
          </p:cNvSpPr>
          <p:nvPr>
            <p:ph type="subTitle" idx="3"/>
          </p:nvPr>
        </p:nvSpPr>
        <p:spPr>
          <a:xfrm>
            <a:off x="1671269" y="2041650"/>
            <a:ext cx="2610900" cy="483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sp>
        <p:nvSpPr>
          <p:cNvPr id="84" name="Google Shape;84;p5"/>
          <p:cNvSpPr txBox="1">
            <a:spLocks noGrp="1"/>
          </p:cNvSpPr>
          <p:nvPr>
            <p:ph type="subTitle" idx="4"/>
          </p:nvPr>
        </p:nvSpPr>
        <p:spPr>
          <a:xfrm>
            <a:off x="4861831" y="2041650"/>
            <a:ext cx="2610900" cy="483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grpSp>
        <p:nvGrpSpPr>
          <p:cNvPr id="85" name="Google Shape;85;p5"/>
          <p:cNvGrpSpPr/>
          <p:nvPr/>
        </p:nvGrpSpPr>
        <p:grpSpPr>
          <a:xfrm>
            <a:off x="188277" y="2438079"/>
            <a:ext cx="8669349" cy="1311292"/>
            <a:chOff x="188277" y="2438079"/>
            <a:chExt cx="8669349" cy="1311292"/>
          </a:xfrm>
        </p:grpSpPr>
        <p:sp>
          <p:nvSpPr>
            <p:cNvPr id="86" name="Google Shape;86;p5"/>
            <p:cNvSpPr/>
            <p:nvPr/>
          </p:nvSpPr>
          <p:spPr>
            <a:xfrm rot="10800000">
              <a:off x="8615635" y="2983229"/>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5"/>
            <p:cNvSpPr/>
            <p:nvPr/>
          </p:nvSpPr>
          <p:spPr>
            <a:xfrm rot="10800000">
              <a:off x="8814510" y="2438079"/>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 name="Google Shape;88;p5"/>
            <p:cNvGrpSpPr/>
            <p:nvPr/>
          </p:nvGrpSpPr>
          <p:grpSpPr>
            <a:xfrm>
              <a:off x="188277" y="2983227"/>
              <a:ext cx="206891" cy="766144"/>
              <a:chOff x="8650702" y="3525402"/>
              <a:chExt cx="206891" cy="766144"/>
            </a:xfrm>
          </p:grpSpPr>
          <p:sp>
            <p:nvSpPr>
              <p:cNvPr id="89" name="Google Shape;89;p5"/>
              <p:cNvSpPr/>
              <p:nvPr/>
            </p:nvSpPr>
            <p:spPr>
              <a:xfrm rot="10800000">
                <a:off x="8650702" y="35254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5"/>
              <p:cNvSpPr/>
              <p:nvPr/>
            </p:nvSpPr>
            <p:spPr>
              <a:xfrm rot="10800000">
                <a:off x="8814477" y="38165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1" name="Google Shape;91;p5"/>
          <p:cNvGrpSpPr/>
          <p:nvPr/>
        </p:nvGrpSpPr>
        <p:grpSpPr>
          <a:xfrm>
            <a:off x="-2835749" y="5"/>
            <a:ext cx="12294866" cy="7634520"/>
            <a:chOff x="-2835749" y="5"/>
            <a:chExt cx="12294866" cy="7634520"/>
          </a:xfrm>
        </p:grpSpPr>
        <p:sp>
          <p:nvSpPr>
            <p:cNvPr id="92" name="Google Shape;92;p5"/>
            <p:cNvSpPr/>
            <p:nvPr/>
          </p:nvSpPr>
          <p:spPr>
            <a:xfrm flipH="1">
              <a:off x="-2835749" y="5"/>
              <a:ext cx="3174344" cy="5036488"/>
            </a:xfrm>
            <a:custGeom>
              <a:avLst/>
              <a:gdLst/>
              <a:ahLst/>
              <a:cxnLst/>
              <a:rect l="l" t="t" r="r" b="b"/>
              <a:pathLst>
                <a:path w="83338" h="132226" extrusionOk="0">
                  <a:moveTo>
                    <a:pt x="0" y="0"/>
                  </a:moveTo>
                  <a:lnTo>
                    <a:pt x="0" y="30327"/>
                  </a:lnTo>
                  <a:lnTo>
                    <a:pt x="43914" y="74240"/>
                  </a:lnTo>
                  <a:lnTo>
                    <a:pt x="43914" y="105053"/>
                  </a:lnTo>
                  <a:lnTo>
                    <a:pt x="83338" y="127814"/>
                  </a:lnTo>
                  <a:lnTo>
                    <a:pt x="80791" y="132226"/>
                  </a:lnTo>
                </a:path>
              </a:pathLst>
            </a:custGeom>
            <a:noFill/>
            <a:ln w="9525" cap="flat" cmpd="sng">
              <a:solidFill>
                <a:schemeClr val="accent1"/>
              </a:solidFill>
              <a:prstDash val="solid"/>
              <a:round/>
              <a:headEnd type="none" w="med" len="med"/>
              <a:tailEnd type="none" w="med" len="med"/>
            </a:ln>
          </p:spPr>
        </p:sp>
        <p:grpSp>
          <p:nvGrpSpPr>
            <p:cNvPr id="93" name="Google Shape;93;p5"/>
            <p:cNvGrpSpPr/>
            <p:nvPr/>
          </p:nvGrpSpPr>
          <p:grpSpPr>
            <a:xfrm rot="10800000">
              <a:off x="29436" y="1468071"/>
              <a:ext cx="493321" cy="357312"/>
              <a:chOff x="2199401" y="229144"/>
              <a:chExt cx="1748744" cy="1266614"/>
            </a:xfrm>
          </p:grpSpPr>
          <p:sp>
            <p:nvSpPr>
              <p:cNvPr id="94" name="Google Shape;94;p5"/>
              <p:cNvSpPr/>
              <p:nvPr/>
            </p:nvSpPr>
            <p:spPr>
              <a:xfrm rot="10800000">
                <a:off x="2716154"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5"/>
              <p:cNvSpPr/>
              <p:nvPr/>
            </p:nvSpPr>
            <p:spPr>
              <a:xfrm rot="10800000">
                <a:off x="2199401"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 name="Google Shape;96;p5"/>
            <p:cNvSpPr/>
            <p:nvPr/>
          </p:nvSpPr>
          <p:spPr>
            <a:xfrm>
              <a:off x="8212964" y="3553070"/>
              <a:ext cx="1246152" cy="4081455"/>
            </a:xfrm>
            <a:custGeom>
              <a:avLst/>
              <a:gdLst/>
              <a:ahLst/>
              <a:cxnLst/>
              <a:rect l="l" t="t" r="r" b="b"/>
              <a:pathLst>
                <a:path w="34816" h="114031" extrusionOk="0">
                  <a:moveTo>
                    <a:pt x="18318" y="0"/>
                  </a:moveTo>
                  <a:lnTo>
                    <a:pt x="18318" y="9948"/>
                  </a:lnTo>
                  <a:lnTo>
                    <a:pt x="0" y="28265"/>
                  </a:lnTo>
                  <a:lnTo>
                    <a:pt x="0" y="48039"/>
                  </a:lnTo>
                  <a:lnTo>
                    <a:pt x="10736" y="58775"/>
                  </a:lnTo>
                  <a:lnTo>
                    <a:pt x="34816" y="58775"/>
                  </a:lnTo>
                  <a:lnTo>
                    <a:pt x="34816" y="114031"/>
                  </a:lnTo>
                </a:path>
              </a:pathLst>
            </a:custGeom>
            <a:noFill/>
            <a:ln w="9525" cap="flat" cmpd="sng">
              <a:solidFill>
                <a:schemeClr val="accent1"/>
              </a:solidFill>
              <a:prstDash val="solid"/>
              <a:round/>
              <a:headEnd type="none" w="med" len="med"/>
              <a:tailEnd type="none" w="med" len="med"/>
            </a:ln>
          </p:spPr>
        </p:sp>
        <p:grpSp>
          <p:nvGrpSpPr>
            <p:cNvPr id="97" name="Google Shape;97;p5"/>
            <p:cNvGrpSpPr/>
            <p:nvPr/>
          </p:nvGrpSpPr>
          <p:grpSpPr>
            <a:xfrm flipH="1">
              <a:off x="8212963" y="4702315"/>
              <a:ext cx="965258" cy="273510"/>
              <a:chOff x="-6675" y="2881558"/>
              <a:chExt cx="9140700" cy="2059567"/>
            </a:xfrm>
          </p:grpSpPr>
          <p:cxnSp>
            <p:nvCxnSpPr>
              <p:cNvPr id="98" name="Google Shape;98;p5"/>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99" name="Google Shape;99;p5"/>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00" name="Google Shape;100;p5"/>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01" name="Google Shape;101;p5"/>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02" name="Google Shape;102;p5"/>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grpSp>
      <p:grpSp>
        <p:nvGrpSpPr>
          <p:cNvPr id="103" name="Google Shape;103;p5"/>
          <p:cNvGrpSpPr/>
          <p:nvPr/>
        </p:nvGrpSpPr>
        <p:grpSpPr>
          <a:xfrm>
            <a:off x="342875" y="2524661"/>
            <a:ext cx="8713622" cy="1947138"/>
            <a:chOff x="342875" y="2524661"/>
            <a:chExt cx="8713622" cy="1947138"/>
          </a:xfrm>
        </p:grpSpPr>
        <p:sp>
          <p:nvSpPr>
            <p:cNvPr id="104" name="Google Shape;104;p5"/>
            <p:cNvSpPr/>
            <p:nvPr/>
          </p:nvSpPr>
          <p:spPr>
            <a:xfrm rot="5400000">
              <a:off x="8816029" y="4231331"/>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5"/>
            <p:cNvSpPr/>
            <p:nvPr/>
          </p:nvSpPr>
          <p:spPr>
            <a:xfrm rot="10800000">
              <a:off x="342875" y="2524661"/>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 name="Google Shape;106;p5"/>
          <p:cNvSpPr/>
          <p:nvPr/>
        </p:nvSpPr>
        <p:spPr>
          <a:xfrm rot="-5400000">
            <a:off x="507335" y="632747"/>
            <a:ext cx="228075" cy="197250"/>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36"/>
        <p:cNvGrpSpPr/>
        <p:nvPr/>
      </p:nvGrpSpPr>
      <p:grpSpPr>
        <a:xfrm>
          <a:off x="0" y="0"/>
          <a:ext cx="0" cy="0"/>
          <a:chOff x="0" y="0"/>
          <a:chExt cx="0" cy="0"/>
        </a:xfrm>
      </p:grpSpPr>
      <p:sp>
        <p:nvSpPr>
          <p:cNvPr id="137" name="Google Shape;137;p7"/>
          <p:cNvSpPr txBox="1">
            <a:spLocks noGrp="1"/>
          </p:cNvSpPr>
          <p:nvPr>
            <p:ph type="title"/>
          </p:nvPr>
        </p:nvSpPr>
        <p:spPr>
          <a:xfrm>
            <a:off x="1782650" y="711700"/>
            <a:ext cx="2893200" cy="9045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None/>
              <a:defRPr sz="2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38" name="Google Shape;138;p7"/>
          <p:cNvSpPr txBox="1">
            <a:spLocks noGrp="1"/>
          </p:cNvSpPr>
          <p:nvPr>
            <p:ph type="subTitle" idx="1"/>
          </p:nvPr>
        </p:nvSpPr>
        <p:spPr>
          <a:xfrm>
            <a:off x="1782650" y="1616297"/>
            <a:ext cx="2893200" cy="2815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200"/>
              <a:buChar char="●"/>
              <a:defRPr/>
            </a:lvl1pPr>
            <a:lvl2pPr lvl="1" algn="ctr" rtl="0">
              <a:lnSpc>
                <a:spcPct val="100000"/>
              </a:lnSpc>
              <a:spcBef>
                <a:spcPts val="0"/>
              </a:spcBef>
              <a:spcAft>
                <a:spcPts val="0"/>
              </a:spcAft>
              <a:buClr>
                <a:srgbClr val="E76A28"/>
              </a:buClr>
              <a:buSzPts val="1200"/>
              <a:buFont typeface="Nunito Light"/>
              <a:buChar char="○"/>
              <a:defRPr/>
            </a:lvl2pPr>
            <a:lvl3pPr lvl="2" algn="ctr" rtl="0">
              <a:lnSpc>
                <a:spcPct val="100000"/>
              </a:lnSpc>
              <a:spcBef>
                <a:spcPts val="0"/>
              </a:spcBef>
              <a:spcAft>
                <a:spcPts val="0"/>
              </a:spcAft>
              <a:buClr>
                <a:srgbClr val="E76A28"/>
              </a:buClr>
              <a:buSzPts val="1200"/>
              <a:buFont typeface="Nunito Light"/>
              <a:buChar char="■"/>
              <a:defRPr/>
            </a:lvl3pPr>
            <a:lvl4pPr lvl="3" algn="ctr" rtl="0">
              <a:lnSpc>
                <a:spcPct val="100000"/>
              </a:lnSpc>
              <a:spcBef>
                <a:spcPts val="0"/>
              </a:spcBef>
              <a:spcAft>
                <a:spcPts val="0"/>
              </a:spcAft>
              <a:buClr>
                <a:srgbClr val="E76A28"/>
              </a:buClr>
              <a:buSzPts val="12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200"/>
              <a:buFont typeface="Nunito Light"/>
              <a:buChar char="●"/>
              <a:defRPr/>
            </a:lvl7pPr>
            <a:lvl8pPr lvl="7" algn="ctr" rtl="0">
              <a:lnSpc>
                <a:spcPct val="100000"/>
              </a:lnSpc>
              <a:spcBef>
                <a:spcPts val="0"/>
              </a:spcBef>
              <a:spcAft>
                <a:spcPts val="0"/>
              </a:spcAft>
              <a:buClr>
                <a:srgbClr val="999999"/>
              </a:buClr>
              <a:buSzPts val="12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a:endParaRPr/>
          </a:p>
        </p:txBody>
      </p:sp>
      <p:sp>
        <p:nvSpPr>
          <p:cNvPr id="139" name="Google Shape;139;p7"/>
          <p:cNvSpPr>
            <a:spLocks noGrp="1"/>
          </p:cNvSpPr>
          <p:nvPr>
            <p:ph type="pic" idx="2"/>
          </p:nvPr>
        </p:nvSpPr>
        <p:spPr>
          <a:xfrm>
            <a:off x="4752038" y="824113"/>
            <a:ext cx="2787000" cy="3558300"/>
          </a:xfrm>
          <a:prstGeom prst="rect">
            <a:avLst/>
          </a:prstGeom>
          <a:noFill/>
          <a:ln>
            <a:noFill/>
          </a:ln>
        </p:spPr>
      </p:sp>
      <p:grpSp>
        <p:nvGrpSpPr>
          <p:cNvPr id="140" name="Google Shape;140;p7"/>
          <p:cNvGrpSpPr/>
          <p:nvPr/>
        </p:nvGrpSpPr>
        <p:grpSpPr>
          <a:xfrm>
            <a:off x="260189" y="195827"/>
            <a:ext cx="7049955" cy="4729917"/>
            <a:chOff x="260189" y="195827"/>
            <a:chExt cx="7049955" cy="4729917"/>
          </a:xfrm>
        </p:grpSpPr>
        <p:grpSp>
          <p:nvGrpSpPr>
            <p:cNvPr id="141" name="Google Shape;141;p7"/>
            <p:cNvGrpSpPr/>
            <p:nvPr/>
          </p:nvGrpSpPr>
          <p:grpSpPr>
            <a:xfrm rot="-5400000">
              <a:off x="6786639" y="4402239"/>
              <a:ext cx="177741" cy="869269"/>
              <a:chOff x="8535452" y="1548052"/>
              <a:chExt cx="177741" cy="869269"/>
            </a:xfrm>
          </p:grpSpPr>
          <p:sp>
            <p:nvSpPr>
              <p:cNvPr id="142" name="Google Shape;142;p7"/>
              <p:cNvSpPr/>
              <p:nvPr/>
            </p:nvSpPr>
            <p:spPr>
              <a:xfrm rot="10800000">
                <a:off x="8670077" y="15480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7"/>
              <p:cNvSpPr/>
              <p:nvPr/>
            </p:nvSpPr>
            <p:spPr>
              <a:xfrm rot="10800000">
                <a:off x="8535452" y="1942327"/>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 name="Google Shape;144;p7"/>
            <p:cNvGrpSpPr/>
            <p:nvPr/>
          </p:nvGrpSpPr>
          <p:grpSpPr>
            <a:xfrm rot="10800000">
              <a:off x="260189" y="195827"/>
              <a:ext cx="177741" cy="687344"/>
              <a:chOff x="8535452" y="1335702"/>
              <a:chExt cx="177741" cy="687344"/>
            </a:xfrm>
          </p:grpSpPr>
          <p:sp>
            <p:nvSpPr>
              <p:cNvPr id="145" name="Google Shape;145;p7"/>
              <p:cNvSpPr/>
              <p:nvPr/>
            </p:nvSpPr>
            <p:spPr>
              <a:xfrm rot="10800000">
                <a:off x="8670077" y="15480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7"/>
              <p:cNvSpPr/>
              <p:nvPr/>
            </p:nvSpPr>
            <p:spPr>
              <a:xfrm rot="10800000">
                <a:off x="8535452" y="13357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7" name="Google Shape;147;p7"/>
          <p:cNvGrpSpPr/>
          <p:nvPr/>
        </p:nvGrpSpPr>
        <p:grpSpPr>
          <a:xfrm>
            <a:off x="-867949" y="-315450"/>
            <a:ext cx="10098949" cy="5241212"/>
            <a:chOff x="-867949" y="-315450"/>
            <a:chExt cx="10098949" cy="5241212"/>
          </a:xfrm>
        </p:grpSpPr>
        <p:sp>
          <p:nvSpPr>
            <p:cNvPr id="148" name="Google Shape;148;p7"/>
            <p:cNvSpPr/>
            <p:nvPr/>
          </p:nvSpPr>
          <p:spPr>
            <a:xfrm>
              <a:off x="6756300" y="4613375"/>
              <a:ext cx="2474700" cy="312375"/>
            </a:xfrm>
            <a:custGeom>
              <a:avLst/>
              <a:gdLst/>
              <a:ahLst/>
              <a:cxnLst/>
              <a:rect l="l" t="t" r="r" b="b"/>
              <a:pathLst>
                <a:path w="98988" h="12495" extrusionOk="0">
                  <a:moveTo>
                    <a:pt x="0" y="0"/>
                  </a:moveTo>
                  <a:lnTo>
                    <a:pt x="37363" y="0"/>
                  </a:lnTo>
                  <a:lnTo>
                    <a:pt x="49858" y="12495"/>
                  </a:lnTo>
                  <a:lnTo>
                    <a:pt x="98988" y="12495"/>
                  </a:lnTo>
                </a:path>
              </a:pathLst>
            </a:custGeom>
            <a:noFill/>
            <a:ln w="9525" cap="flat" cmpd="sng">
              <a:solidFill>
                <a:schemeClr val="accent1"/>
              </a:solidFill>
              <a:prstDash val="solid"/>
              <a:round/>
              <a:headEnd type="none" w="med" len="med"/>
              <a:tailEnd type="none" w="med" len="med"/>
            </a:ln>
          </p:spPr>
        </p:sp>
        <p:grpSp>
          <p:nvGrpSpPr>
            <p:cNvPr id="149" name="Google Shape;149;p7"/>
            <p:cNvGrpSpPr/>
            <p:nvPr/>
          </p:nvGrpSpPr>
          <p:grpSpPr>
            <a:xfrm rot="-5400000" flipH="1">
              <a:off x="8430782" y="4500446"/>
              <a:ext cx="493321" cy="357312"/>
              <a:chOff x="1722354" y="229144"/>
              <a:chExt cx="1748744" cy="1266614"/>
            </a:xfrm>
          </p:grpSpPr>
          <p:sp>
            <p:nvSpPr>
              <p:cNvPr id="150" name="Google Shape;150;p7"/>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7"/>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2" name="Google Shape;152;p7"/>
            <p:cNvSpPr/>
            <p:nvPr/>
          </p:nvSpPr>
          <p:spPr>
            <a:xfrm>
              <a:off x="-174975" y="-315450"/>
              <a:ext cx="1914059" cy="4400511"/>
            </a:xfrm>
            <a:custGeom>
              <a:avLst/>
              <a:gdLst/>
              <a:ahLst/>
              <a:cxnLst/>
              <a:rect l="l" t="t" r="r" b="b"/>
              <a:pathLst>
                <a:path w="55192" h="126889" extrusionOk="0">
                  <a:moveTo>
                    <a:pt x="0" y="126889"/>
                  </a:moveTo>
                  <a:lnTo>
                    <a:pt x="24140" y="102749"/>
                  </a:lnTo>
                  <a:lnTo>
                    <a:pt x="24140" y="42943"/>
                  </a:lnTo>
                  <a:lnTo>
                    <a:pt x="55192" y="25015"/>
                  </a:lnTo>
                  <a:lnTo>
                    <a:pt x="55192" y="0"/>
                  </a:lnTo>
                </a:path>
              </a:pathLst>
            </a:custGeom>
            <a:noFill/>
            <a:ln w="9525" cap="flat" cmpd="sng">
              <a:solidFill>
                <a:schemeClr val="accent1"/>
              </a:solidFill>
              <a:prstDash val="solid"/>
              <a:round/>
              <a:headEnd type="none" w="med" len="med"/>
              <a:tailEnd type="none" w="med" len="med"/>
            </a:ln>
          </p:spPr>
        </p:sp>
        <p:grpSp>
          <p:nvGrpSpPr>
            <p:cNvPr id="153" name="Google Shape;153;p7"/>
            <p:cNvGrpSpPr/>
            <p:nvPr/>
          </p:nvGrpSpPr>
          <p:grpSpPr>
            <a:xfrm rot="10800000">
              <a:off x="662657" y="2962921"/>
              <a:ext cx="493321" cy="357312"/>
              <a:chOff x="1722354" y="229144"/>
              <a:chExt cx="1748744" cy="1266614"/>
            </a:xfrm>
          </p:grpSpPr>
          <p:sp>
            <p:nvSpPr>
              <p:cNvPr id="154" name="Google Shape;154;p7"/>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7"/>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 name="Google Shape;156;p7"/>
            <p:cNvGrpSpPr/>
            <p:nvPr/>
          </p:nvGrpSpPr>
          <p:grpSpPr>
            <a:xfrm>
              <a:off x="-867949" y="1748040"/>
              <a:ext cx="1530153" cy="273510"/>
              <a:chOff x="-6675" y="2881558"/>
              <a:chExt cx="9140700" cy="2059567"/>
            </a:xfrm>
          </p:grpSpPr>
          <p:cxnSp>
            <p:nvCxnSpPr>
              <p:cNvPr id="157" name="Google Shape;157;p7"/>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58" name="Google Shape;158;p7"/>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59" name="Google Shape;159;p7"/>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60" name="Google Shape;160;p7"/>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61" name="Google Shape;161;p7"/>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grpSp>
      <p:grpSp>
        <p:nvGrpSpPr>
          <p:cNvPr id="162" name="Google Shape;162;p7"/>
          <p:cNvGrpSpPr/>
          <p:nvPr/>
        </p:nvGrpSpPr>
        <p:grpSpPr>
          <a:xfrm>
            <a:off x="609462" y="-114064"/>
            <a:ext cx="8313331" cy="4565380"/>
            <a:chOff x="609462" y="-114064"/>
            <a:chExt cx="8313331" cy="4565380"/>
          </a:xfrm>
        </p:grpSpPr>
        <p:sp>
          <p:nvSpPr>
            <p:cNvPr id="163" name="Google Shape;163;p7"/>
            <p:cNvSpPr/>
            <p:nvPr/>
          </p:nvSpPr>
          <p:spPr>
            <a:xfrm rot="10800000">
              <a:off x="8882737" y="401043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7"/>
            <p:cNvSpPr/>
            <p:nvPr/>
          </p:nvSpPr>
          <p:spPr>
            <a:xfrm rot="10800000">
              <a:off x="609462" y="-114064"/>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65"/>
        <p:cNvGrpSpPr/>
        <p:nvPr/>
      </p:nvGrpSpPr>
      <p:grpSpPr>
        <a:xfrm>
          <a:off x="0" y="0"/>
          <a:ext cx="0" cy="0"/>
          <a:chOff x="0" y="0"/>
          <a:chExt cx="0" cy="0"/>
        </a:xfrm>
      </p:grpSpPr>
      <p:sp>
        <p:nvSpPr>
          <p:cNvPr id="166" name="Google Shape;166;p8"/>
          <p:cNvSpPr txBox="1">
            <a:spLocks noGrp="1"/>
          </p:cNvSpPr>
          <p:nvPr>
            <p:ph type="title"/>
          </p:nvPr>
        </p:nvSpPr>
        <p:spPr>
          <a:xfrm>
            <a:off x="2317950" y="1307100"/>
            <a:ext cx="4508100" cy="18831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167" name="Google Shape;167;p8"/>
          <p:cNvGrpSpPr/>
          <p:nvPr/>
        </p:nvGrpSpPr>
        <p:grpSpPr>
          <a:xfrm rot="10800000">
            <a:off x="7395131" y="4086605"/>
            <a:ext cx="4791669" cy="923822"/>
            <a:chOff x="-78438" y="3775205"/>
            <a:chExt cx="4791669" cy="923822"/>
          </a:xfrm>
        </p:grpSpPr>
        <p:cxnSp>
          <p:nvCxnSpPr>
            <p:cNvPr id="168" name="Google Shape;168;p8"/>
            <p:cNvCxnSpPr/>
            <p:nvPr/>
          </p:nvCxnSpPr>
          <p:spPr>
            <a:xfrm>
              <a:off x="1857762" y="2762827"/>
              <a:ext cx="0" cy="3872400"/>
            </a:xfrm>
            <a:prstGeom prst="straightConnector1">
              <a:avLst/>
            </a:prstGeom>
            <a:noFill/>
            <a:ln w="9525" cap="flat" cmpd="sng">
              <a:solidFill>
                <a:schemeClr val="accent1"/>
              </a:solidFill>
              <a:prstDash val="solid"/>
              <a:round/>
              <a:headEnd type="none" w="med" len="med"/>
              <a:tailEnd type="none" w="med" len="med"/>
            </a:ln>
          </p:spPr>
        </p:cxnSp>
        <p:cxnSp>
          <p:nvCxnSpPr>
            <p:cNvPr id="169" name="Google Shape;169;p8"/>
            <p:cNvCxnSpPr/>
            <p:nvPr/>
          </p:nvCxnSpPr>
          <p:spPr>
            <a:xfrm rot="-5400000">
              <a:off x="3789591" y="3940627"/>
              <a:ext cx="764100" cy="752700"/>
            </a:xfrm>
            <a:prstGeom prst="straightConnector1">
              <a:avLst/>
            </a:prstGeom>
            <a:noFill/>
            <a:ln w="9525" cap="flat" cmpd="sng">
              <a:solidFill>
                <a:schemeClr val="accent1"/>
              </a:solidFill>
              <a:prstDash val="solid"/>
              <a:round/>
              <a:headEnd type="none" w="med" len="med"/>
              <a:tailEnd type="none" w="med" len="med"/>
            </a:ln>
          </p:spPr>
        </p:cxnSp>
        <p:sp>
          <p:nvSpPr>
            <p:cNvPr id="170" name="Google Shape;170;p8"/>
            <p:cNvSpPr/>
            <p:nvPr/>
          </p:nvSpPr>
          <p:spPr>
            <a:xfrm>
              <a:off x="4519806" y="3775205"/>
              <a:ext cx="193425" cy="191350"/>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1" name="Google Shape;171;p8"/>
          <p:cNvGrpSpPr/>
          <p:nvPr/>
        </p:nvGrpSpPr>
        <p:grpSpPr>
          <a:xfrm>
            <a:off x="527082" y="3400311"/>
            <a:ext cx="8344568" cy="1243755"/>
            <a:chOff x="527082" y="3400311"/>
            <a:chExt cx="8344568" cy="1243755"/>
          </a:xfrm>
        </p:grpSpPr>
        <p:sp>
          <p:nvSpPr>
            <p:cNvPr id="172" name="Google Shape;172;p8"/>
            <p:cNvSpPr/>
            <p:nvPr/>
          </p:nvSpPr>
          <p:spPr>
            <a:xfrm flipH="1">
              <a:off x="527082" y="3400311"/>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8"/>
            <p:cNvSpPr/>
            <p:nvPr/>
          </p:nvSpPr>
          <p:spPr>
            <a:xfrm rot="5400000" flipH="1">
              <a:off x="8631182" y="4403598"/>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8"/>
          <p:cNvGrpSpPr/>
          <p:nvPr/>
        </p:nvGrpSpPr>
        <p:grpSpPr>
          <a:xfrm>
            <a:off x="-3151463" y="-3408103"/>
            <a:ext cx="11831666" cy="9065208"/>
            <a:chOff x="-3151463" y="-3408103"/>
            <a:chExt cx="11831666" cy="9065208"/>
          </a:xfrm>
        </p:grpSpPr>
        <p:grpSp>
          <p:nvGrpSpPr>
            <p:cNvPr id="175" name="Google Shape;175;p8"/>
            <p:cNvGrpSpPr/>
            <p:nvPr/>
          </p:nvGrpSpPr>
          <p:grpSpPr>
            <a:xfrm rot="10800000" flipH="1">
              <a:off x="309699" y="2296620"/>
              <a:ext cx="681217" cy="3360485"/>
              <a:chOff x="1337800" y="-2525590"/>
              <a:chExt cx="1498167" cy="7390555"/>
            </a:xfrm>
          </p:grpSpPr>
          <p:cxnSp>
            <p:nvCxnSpPr>
              <p:cNvPr id="176" name="Google Shape;176;p8"/>
              <p:cNvCxnSpPr/>
              <p:nvPr/>
            </p:nvCxnSpPr>
            <p:spPr>
              <a:xfrm rot="10800000">
                <a:off x="1337800" y="-2525590"/>
                <a:ext cx="0" cy="5870700"/>
              </a:xfrm>
              <a:prstGeom prst="straightConnector1">
                <a:avLst/>
              </a:prstGeom>
              <a:noFill/>
              <a:ln w="9525" cap="flat" cmpd="sng">
                <a:solidFill>
                  <a:schemeClr val="lt1"/>
                </a:solidFill>
                <a:prstDash val="solid"/>
                <a:round/>
                <a:headEnd type="none" w="med" len="med"/>
                <a:tailEnd type="none" w="med" len="med"/>
              </a:ln>
            </p:spPr>
          </p:cxnSp>
          <p:cxnSp>
            <p:nvCxnSpPr>
              <p:cNvPr id="177" name="Google Shape;177;p8"/>
              <p:cNvCxnSpPr/>
              <p:nvPr/>
            </p:nvCxnSpPr>
            <p:spPr>
              <a:xfrm>
                <a:off x="1337800" y="3347125"/>
                <a:ext cx="1158600" cy="1141200"/>
              </a:xfrm>
              <a:prstGeom prst="straightConnector1">
                <a:avLst/>
              </a:prstGeom>
              <a:noFill/>
              <a:ln w="9525" cap="flat" cmpd="sng">
                <a:solidFill>
                  <a:schemeClr val="lt1"/>
                </a:solidFill>
                <a:prstDash val="solid"/>
                <a:round/>
                <a:headEnd type="none" w="med" len="med"/>
                <a:tailEnd type="none" w="med" len="med"/>
              </a:ln>
            </p:spPr>
          </p:cxnSp>
          <p:sp>
            <p:nvSpPr>
              <p:cNvPr id="178" name="Google Shape;178;p8"/>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9" name="Google Shape;179;p8"/>
            <p:cNvGrpSpPr/>
            <p:nvPr/>
          </p:nvGrpSpPr>
          <p:grpSpPr>
            <a:xfrm flipH="1">
              <a:off x="7998987" y="-1945430"/>
              <a:ext cx="681217" cy="3360485"/>
              <a:chOff x="1337800" y="-2525590"/>
              <a:chExt cx="1498167" cy="7390555"/>
            </a:xfrm>
          </p:grpSpPr>
          <p:cxnSp>
            <p:nvCxnSpPr>
              <p:cNvPr id="180" name="Google Shape;180;p8"/>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181" name="Google Shape;181;p8"/>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182" name="Google Shape;182;p8"/>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3" name="Google Shape;183;p8"/>
            <p:cNvGrpSpPr/>
            <p:nvPr/>
          </p:nvGrpSpPr>
          <p:grpSpPr>
            <a:xfrm rot="-5400000" flipH="1">
              <a:off x="-12066" y="-1786200"/>
              <a:ext cx="3859204" cy="615399"/>
              <a:chOff x="-6675" y="307100"/>
              <a:chExt cx="9140700" cy="4634025"/>
            </a:xfrm>
          </p:grpSpPr>
          <p:cxnSp>
            <p:nvCxnSpPr>
              <p:cNvPr id="184" name="Google Shape;184;p8"/>
              <p:cNvCxnSpPr/>
              <p:nvPr/>
            </p:nvCxnSpPr>
            <p:spPr>
              <a:xfrm>
                <a:off x="-6675" y="30710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85" name="Google Shape;185;p8"/>
              <p:cNvCxnSpPr/>
              <p:nvPr/>
            </p:nvCxnSpPr>
            <p:spPr>
              <a:xfrm>
                <a:off x="-6675" y="133688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86" name="Google Shape;186;p8"/>
              <p:cNvCxnSpPr/>
              <p:nvPr/>
            </p:nvCxnSpPr>
            <p:spPr>
              <a:xfrm>
                <a:off x="-6675" y="82199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87" name="Google Shape;187;p8"/>
              <p:cNvCxnSpPr/>
              <p:nvPr/>
            </p:nvCxnSpPr>
            <p:spPr>
              <a:xfrm>
                <a:off x="-6675" y="1851775"/>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88" name="Google Shape;188;p8"/>
              <p:cNvCxnSpPr/>
              <p:nvPr/>
            </p:nvCxnSpPr>
            <p:spPr>
              <a:xfrm>
                <a:off x="-6675" y="2366667"/>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89" name="Google Shape;189;p8"/>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90" name="Google Shape;190;p8"/>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91" name="Google Shape;191;p8"/>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92" name="Google Shape;192;p8"/>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93" name="Google Shape;193;p8"/>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sp>
          <p:nvSpPr>
            <p:cNvPr id="194" name="Google Shape;194;p8"/>
            <p:cNvSpPr/>
            <p:nvPr/>
          </p:nvSpPr>
          <p:spPr>
            <a:xfrm flipH="1">
              <a:off x="-3151463" y="451100"/>
              <a:ext cx="6471825" cy="764225"/>
            </a:xfrm>
            <a:custGeom>
              <a:avLst/>
              <a:gdLst/>
              <a:ahLst/>
              <a:cxnLst/>
              <a:rect l="l" t="t" r="r" b="b"/>
              <a:pathLst>
                <a:path w="258873" h="30569" extrusionOk="0">
                  <a:moveTo>
                    <a:pt x="0" y="0"/>
                  </a:moveTo>
                  <a:lnTo>
                    <a:pt x="76910" y="0"/>
                  </a:lnTo>
                  <a:lnTo>
                    <a:pt x="107480" y="30569"/>
                  </a:lnTo>
                  <a:lnTo>
                    <a:pt x="167406" y="30569"/>
                  </a:lnTo>
                  <a:lnTo>
                    <a:pt x="176418" y="14960"/>
                  </a:lnTo>
                  <a:lnTo>
                    <a:pt x="258873" y="14960"/>
                  </a:lnTo>
                  <a:lnTo>
                    <a:pt x="258873" y="10918"/>
                  </a:lnTo>
                </a:path>
              </a:pathLst>
            </a:custGeom>
            <a:noFill/>
            <a:ln w="9525" cap="flat" cmpd="sng">
              <a:solidFill>
                <a:schemeClr val="accent1"/>
              </a:solidFill>
              <a:prstDash val="solid"/>
              <a:round/>
              <a:headEnd type="none" w="med" len="med"/>
              <a:tailEnd type="none" w="med" len="med"/>
            </a:ln>
          </p:spPr>
        </p:sp>
      </p:grpSp>
      <p:grpSp>
        <p:nvGrpSpPr>
          <p:cNvPr id="195" name="Google Shape;195;p8"/>
          <p:cNvGrpSpPr/>
          <p:nvPr/>
        </p:nvGrpSpPr>
        <p:grpSpPr>
          <a:xfrm>
            <a:off x="547096" y="974375"/>
            <a:ext cx="9244448" cy="3848385"/>
            <a:chOff x="547096" y="974375"/>
            <a:chExt cx="9244448" cy="3848385"/>
          </a:xfrm>
        </p:grpSpPr>
        <p:grpSp>
          <p:nvGrpSpPr>
            <p:cNvPr id="196" name="Google Shape;196;p8"/>
            <p:cNvGrpSpPr/>
            <p:nvPr/>
          </p:nvGrpSpPr>
          <p:grpSpPr>
            <a:xfrm>
              <a:off x="547096" y="3571493"/>
              <a:ext cx="9010768" cy="1251268"/>
              <a:chOff x="547096" y="3571493"/>
              <a:chExt cx="9010768" cy="1251268"/>
            </a:xfrm>
          </p:grpSpPr>
          <p:grpSp>
            <p:nvGrpSpPr>
              <p:cNvPr id="197" name="Google Shape;197;p8"/>
              <p:cNvGrpSpPr/>
              <p:nvPr/>
            </p:nvGrpSpPr>
            <p:grpSpPr>
              <a:xfrm>
                <a:off x="547096" y="3613321"/>
                <a:ext cx="269696" cy="1209440"/>
                <a:chOff x="803996" y="3613321"/>
                <a:chExt cx="269696" cy="1209440"/>
              </a:xfrm>
            </p:grpSpPr>
            <p:sp>
              <p:nvSpPr>
                <p:cNvPr id="198" name="Google Shape;198;p8"/>
                <p:cNvSpPr/>
                <p:nvPr/>
              </p:nvSpPr>
              <p:spPr>
                <a:xfrm rot="10800000" flipH="1">
                  <a:off x="803996" y="4347766"/>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8"/>
                <p:cNvSpPr/>
                <p:nvPr/>
              </p:nvSpPr>
              <p:spPr>
                <a:xfrm rot="10800000" flipH="1">
                  <a:off x="998591" y="36133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0" name="Google Shape;200;p8"/>
              <p:cNvGrpSpPr/>
              <p:nvPr/>
            </p:nvGrpSpPr>
            <p:grpSpPr>
              <a:xfrm rot="5400000">
                <a:off x="8818296" y="3101621"/>
                <a:ext cx="269696" cy="1209440"/>
                <a:chOff x="803996" y="3613321"/>
                <a:chExt cx="269696" cy="1209440"/>
              </a:xfrm>
            </p:grpSpPr>
            <p:sp>
              <p:nvSpPr>
                <p:cNvPr id="201" name="Google Shape;201;p8"/>
                <p:cNvSpPr/>
                <p:nvPr/>
              </p:nvSpPr>
              <p:spPr>
                <a:xfrm rot="10800000" flipH="1">
                  <a:off x="803996" y="4347766"/>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8"/>
                <p:cNvSpPr/>
                <p:nvPr/>
              </p:nvSpPr>
              <p:spPr>
                <a:xfrm rot="10800000" flipH="1">
                  <a:off x="998591" y="36133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03" name="Google Shape;203;p8"/>
            <p:cNvGrpSpPr/>
            <p:nvPr/>
          </p:nvGrpSpPr>
          <p:grpSpPr>
            <a:xfrm>
              <a:off x="8680200" y="974375"/>
              <a:ext cx="1111343" cy="1111343"/>
              <a:chOff x="8307725" y="278700"/>
              <a:chExt cx="1111343" cy="1111343"/>
            </a:xfrm>
          </p:grpSpPr>
          <p:sp>
            <p:nvSpPr>
              <p:cNvPr id="204" name="Google Shape;204;p8"/>
              <p:cNvSpPr/>
              <p:nvPr/>
            </p:nvSpPr>
            <p:spPr>
              <a:xfrm>
                <a:off x="8307725" y="278700"/>
                <a:ext cx="1111343" cy="1111343"/>
              </a:xfrm>
              <a:custGeom>
                <a:avLst/>
                <a:gdLst/>
                <a:ahLst/>
                <a:cxnLst/>
                <a:rect l="l" t="t" r="r" b="b"/>
                <a:pathLst>
                  <a:path w="17396" h="17396" fill="none" extrusionOk="0">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8"/>
              <p:cNvSpPr/>
              <p:nvPr/>
            </p:nvSpPr>
            <p:spPr>
              <a:xfrm>
                <a:off x="8481362" y="452337"/>
                <a:ext cx="764065" cy="762212"/>
              </a:xfrm>
              <a:custGeom>
                <a:avLst/>
                <a:gdLst/>
                <a:ahLst/>
                <a:cxnLst/>
                <a:rect l="l" t="t" r="r" b="b"/>
                <a:pathLst>
                  <a:path w="11960" h="11931" fill="none" extrusionOk="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6"/>
        <p:cNvGrpSpPr/>
        <p:nvPr/>
      </p:nvGrpSpPr>
      <p:grpSpPr>
        <a:xfrm>
          <a:off x="0" y="0"/>
          <a:ext cx="0" cy="0"/>
          <a:chOff x="0" y="0"/>
          <a:chExt cx="0" cy="0"/>
        </a:xfrm>
      </p:grpSpPr>
      <p:sp>
        <p:nvSpPr>
          <p:cNvPr id="207" name="Google Shape;207;p9"/>
          <p:cNvSpPr txBox="1">
            <a:spLocks noGrp="1"/>
          </p:cNvSpPr>
          <p:nvPr>
            <p:ph type="title"/>
          </p:nvPr>
        </p:nvSpPr>
        <p:spPr>
          <a:xfrm>
            <a:off x="2135550" y="1857350"/>
            <a:ext cx="4872900" cy="1249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7000"/>
              <a:buNone/>
              <a:defRPr sz="7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208" name="Google Shape;208;p9"/>
          <p:cNvSpPr txBox="1">
            <a:spLocks noGrp="1"/>
          </p:cNvSpPr>
          <p:nvPr>
            <p:ph type="subTitle" idx="1"/>
          </p:nvPr>
        </p:nvSpPr>
        <p:spPr>
          <a:xfrm>
            <a:off x="2135550" y="3106975"/>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2pPr>
            <a:lvl3pPr lvl="2" algn="ctr" rtl="0">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3pPr>
            <a:lvl4pPr lvl="3" algn="ctr" rtl="0">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4pPr>
            <a:lvl5pPr lvl="4" algn="ctr" rtl="0">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5pPr>
            <a:lvl6pPr lvl="5" algn="ctr" rtl="0">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6pPr>
            <a:lvl7pPr lvl="6" algn="ctr" rtl="0">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7pPr>
            <a:lvl8pPr lvl="7" algn="ctr" rtl="0">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8pPr>
            <a:lvl9pPr lvl="8" algn="ctr" rtl="0">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9pPr>
          </a:lstStyle>
          <a:p>
            <a:endParaRPr/>
          </a:p>
        </p:txBody>
      </p:sp>
      <p:sp>
        <p:nvSpPr>
          <p:cNvPr id="209" name="Google Shape;209;p9"/>
          <p:cNvSpPr/>
          <p:nvPr/>
        </p:nvSpPr>
        <p:spPr>
          <a:xfrm>
            <a:off x="9336712" y="713511"/>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0" name="Google Shape;210;p9"/>
          <p:cNvGrpSpPr/>
          <p:nvPr/>
        </p:nvGrpSpPr>
        <p:grpSpPr>
          <a:xfrm>
            <a:off x="-2757425" y="-2776080"/>
            <a:ext cx="12134200" cy="9442910"/>
            <a:chOff x="-2757425" y="-2776080"/>
            <a:chExt cx="12134200" cy="9442910"/>
          </a:xfrm>
        </p:grpSpPr>
        <p:grpSp>
          <p:nvGrpSpPr>
            <p:cNvPr id="211" name="Google Shape;211;p9"/>
            <p:cNvGrpSpPr/>
            <p:nvPr/>
          </p:nvGrpSpPr>
          <p:grpSpPr>
            <a:xfrm rot="-5400000" flipH="1">
              <a:off x="-1755963" y="657655"/>
              <a:ext cx="4791669" cy="923822"/>
              <a:chOff x="-78438" y="3775205"/>
              <a:chExt cx="4791669" cy="923822"/>
            </a:xfrm>
          </p:grpSpPr>
          <p:cxnSp>
            <p:nvCxnSpPr>
              <p:cNvPr id="212" name="Google Shape;212;p9"/>
              <p:cNvCxnSpPr/>
              <p:nvPr/>
            </p:nvCxnSpPr>
            <p:spPr>
              <a:xfrm>
                <a:off x="1857762" y="2762827"/>
                <a:ext cx="0" cy="3872400"/>
              </a:xfrm>
              <a:prstGeom prst="straightConnector1">
                <a:avLst/>
              </a:prstGeom>
              <a:noFill/>
              <a:ln w="9525" cap="flat" cmpd="sng">
                <a:solidFill>
                  <a:schemeClr val="accent1"/>
                </a:solidFill>
                <a:prstDash val="solid"/>
                <a:round/>
                <a:headEnd type="none" w="med" len="med"/>
                <a:tailEnd type="none" w="med" len="med"/>
              </a:ln>
            </p:spPr>
          </p:cxnSp>
          <p:cxnSp>
            <p:nvCxnSpPr>
              <p:cNvPr id="213" name="Google Shape;213;p9"/>
              <p:cNvCxnSpPr/>
              <p:nvPr/>
            </p:nvCxnSpPr>
            <p:spPr>
              <a:xfrm rot="-5400000">
                <a:off x="3789591" y="3940627"/>
                <a:ext cx="764100" cy="752700"/>
              </a:xfrm>
              <a:prstGeom prst="straightConnector1">
                <a:avLst/>
              </a:prstGeom>
              <a:noFill/>
              <a:ln w="9525" cap="flat" cmpd="sng">
                <a:solidFill>
                  <a:schemeClr val="accent1"/>
                </a:solidFill>
                <a:prstDash val="solid"/>
                <a:round/>
                <a:headEnd type="none" w="med" len="med"/>
                <a:tailEnd type="none" w="med" len="med"/>
              </a:ln>
            </p:spPr>
          </p:cxnSp>
          <p:sp>
            <p:nvSpPr>
              <p:cNvPr id="214" name="Google Shape;214;p9"/>
              <p:cNvSpPr/>
              <p:nvPr/>
            </p:nvSpPr>
            <p:spPr>
              <a:xfrm>
                <a:off x="4519806" y="3775205"/>
                <a:ext cx="193425" cy="191350"/>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5" name="Google Shape;215;p9"/>
            <p:cNvGrpSpPr/>
            <p:nvPr/>
          </p:nvGrpSpPr>
          <p:grpSpPr>
            <a:xfrm rot="10800000">
              <a:off x="8695559" y="3306345"/>
              <a:ext cx="681217" cy="3360485"/>
              <a:chOff x="1337800" y="-2525590"/>
              <a:chExt cx="1498167" cy="7390555"/>
            </a:xfrm>
          </p:grpSpPr>
          <p:cxnSp>
            <p:nvCxnSpPr>
              <p:cNvPr id="216" name="Google Shape;216;p9"/>
              <p:cNvCxnSpPr/>
              <p:nvPr/>
            </p:nvCxnSpPr>
            <p:spPr>
              <a:xfrm rot="10800000">
                <a:off x="1337800" y="-2525590"/>
                <a:ext cx="0" cy="5870700"/>
              </a:xfrm>
              <a:prstGeom prst="straightConnector1">
                <a:avLst/>
              </a:prstGeom>
              <a:noFill/>
              <a:ln w="9525" cap="flat" cmpd="sng">
                <a:solidFill>
                  <a:schemeClr val="lt1"/>
                </a:solidFill>
                <a:prstDash val="solid"/>
                <a:round/>
                <a:headEnd type="none" w="med" len="med"/>
                <a:tailEnd type="none" w="med" len="med"/>
              </a:ln>
            </p:spPr>
          </p:cxnSp>
          <p:cxnSp>
            <p:nvCxnSpPr>
              <p:cNvPr id="217" name="Google Shape;217;p9"/>
              <p:cNvCxnSpPr/>
              <p:nvPr/>
            </p:nvCxnSpPr>
            <p:spPr>
              <a:xfrm>
                <a:off x="1337800" y="3347125"/>
                <a:ext cx="1158600" cy="1141200"/>
              </a:xfrm>
              <a:prstGeom prst="straightConnector1">
                <a:avLst/>
              </a:prstGeom>
              <a:noFill/>
              <a:ln w="9525" cap="flat" cmpd="sng">
                <a:solidFill>
                  <a:schemeClr val="lt1"/>
                </a:solidFill>
                <a:prstDash val="solid"/>
                <a:round/>
                <a:headEnd type="none" w="med" len="med"/>
                <a:tailEnd type="none" w="med" len="med"/>
              </a:ln>
            </p:spPr>
          </p:cxnSp>
          <p:sp>
            <p:nvSpPr>
              <p:cNvPr id="218" name="Google Shape;218;p9"/>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9"/>
            <p:cNvGrpSpPr/>
            <p:nvPr/>
          </p:nvGrpSpPr>
          <p:grpSpPr>
            <a:xfrm>
              <a:off x="146409" y="-2776080"/>
              <a:ext cx="681217" cy="3360485"/>
              <a:chOff x="1337800" y="-2525590"/>
              <a:chExt cx="1498167" cy="7390555"/>
            </a:xfrm>
          </p:grpSpPr>
          <p:cxnSp>
            <p:nvCxnSpPr>
              <p:cNvPr id="220" name="Google Shape;220;p9"/>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221" name="Google Shape;221;p9"/>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222" name="Google Shape;222;p9"/>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p9"/>
            <p:cNvGrpSpPr/>
            <p:nvPr/>
          </p:nvGrpSpPr>
          <p:grpSpPr>
            <a:xfrm>
              <a:off x="-2757425" y="811862"/>
              <a:ext cx="3859204" cy="615399"/>
              <a:chOff x="-6675" y="307100"/>
              <a:chExt cx="9140700" cy="4634025"/>
            </a:xfrm>
          </p:grpSpPr>
          <p:cxnSp>
            <p:nvCxnSpPr>
              <p:cNvPr id="224" name="Google Shape;224;p9"/>
              <p:cNvCxnSpPr/>
              <p:nvPr/>
            </p:nvCxnSpPr>
            <p:spPr>
              <a:xfrm>
                <a:off x="-6675" y="30710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25" name="Google Shape;225;p9"/>
              <p:cNvCxnSpPr/>
              <p:nvPr/>
            </p:nvCxnSpPr>
            <p:spPr>
              <a:xfrm>
                <a:off x="-6675" y="133688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26" name="Google Shape;226;p9"/>
              <p:cNvCxnSpPr/>
              <p:nvPr/>
            </p:nvCxnSpPr>
            <p:spPr>
              <a:xfrm>
                <a:off x="-6675" y="82199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27" name="Google Shape;227;p9"/>
              <p:cNvCxnSpPr/>
              <p:nvPr/>
            </p:nvCxnSpPr>
            <p:spPr>
              <a:xfrm>
                <a:off x="-6675" y="1851775"/>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28" name="Google Shape;228;p9"/>
              <p:cNvCxnSpPr/>
              <p:nvPr/>
            </p:nvCxnSpPr>
            <p:spPr>
              <a:xfrm>
                <a:off x="-6675" y="2366667"/>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29" name="Google Shape;229;p9"/>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30" name="Google Shape;230;p9"/>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31" name="Google Shape;231;p9"/>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32" name="Google Shape;232;p9"/>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33" name="Google Shape;233;p9"/>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sp>
          <p:nvSpPr>
            <p:cNvPr id="234" name="Google Shape;234;p9"/>
            <p:cNvSpPr/>
            <p:nvPr/>
          </p:nvSpPr>
          <p:spPr>
            <a:xfrm rot="5400000">
              <a:off x="5637675" y="2986700"/>
              <a:ext cx="6471825" cy="764225"/>
            </a:xfrm>
            <a:custGeom>
              <a:avLst/>
              <a:gdLst/>
              <a:ahLst/>
              <a:cxnLst/>
              <a:rect l="l" t="t" r="r" b="b"/>
              <a:pathLst>
                <a:path w="258873" h="30569" extrusionOk="0">
                  <a:moveTo>
                    <a:pt x="0" y="0"/>
                  </a:moveTo>
                  <a:lnTo>
                    <a:pt x="76910" y="0"/>
                  </a:lnTo>
                  <a:lnTo>
                    <a:pt x="107480" y="30569"/>
                  </a:lnTo>
                  <a:lnTo>
                    <a:pt x="167406" y="30569"/>
                  </a:lnTo>
                  <a:lnTo>
                    <a:pt x="176418" y="14960"/>
                  </a:lnTo>
                  <a:lnTo>
                    <a:pt x="258873" y="14960"/>
                  </a:lnTo>
                  <a:lnTo>
                    <a:pt x="258873" y="10918"/>
                  </a:lnTo>
                </a:path>
              </a:pathLst>
            </a:custGeom>
            <a:noFill/>
            <a:ln w="9525" cap="flat" cmpd="sng">
              <a:solidFill>
                <a:schemeClr val="accent1"/>
              </a:solidFill>
              <a:prstDash val="solid"/>
              <a:round/>
              <a:headEnd type="none" w="med" len="med"/>
              <a:tailEnd type="none" w="med" len="med"/>
            </a:ln>
          </p:spPr>
        </p:sp>
      </p:grpSp>
      <p:grpSp>
        <p:nvGrpSpPr>
          <p:cNvPr id="235" name="Google Shape;235;p9"/>
          <p:cNvGrpSpPr/>
          <p:nvPr/>
        </p:nvGrpSpPr>
        <p:grpSpPr>
          <a:xfrm>
            <a:off x="-157525" y="1684573"/>
            <a:ext cx="8689055" cy="440880"/>
            <a:chOff x="-157525" y="1684573"/>
            <a:chExt cx="8689055" cy="440880"/>
          </a:xfrm>
        </p:grpSpPr>
        <p:sp>
          <p:nvSpPr>
            <p:cNvPr id="236" name="Google Shape;236;p9"/>
            <p:cNvSpPr/>
            <p:nvPr/>
          </p:nvSpPr>
          <p:spPr>
            <a:xfrm>
              <a:off x="8491475" y="1684573"/>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9"/>
            <p:cNvSpPr/>
            <p:nvPr/>
          </p:nvSpPr>
          <p:spPr>
            <a:xfrm rot="-5400000">
              <a:off x="42887" y="172493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8" name="Google Shape;238;p9"/>
          <p:cNvGrpSpPr/>
          <p:nvPr/>
        </p:nvGrpSpPr>
        <p:grpSpPr>
          <a:xfrm>
            <a:off x="-350826" y="649496"/>
            <a:ext cx="9280380" cy="5170923"/>
            <a:chOff x="-350826" y="649496"/>
            <a:chExt cx="9280380" cy="5170923"/>
          </a:xfrm>
        </p:grpSpPr>
        <p:grpSp>
          <p:nvGrpSpPr>
            <p:cNvPr id="239" name="Google Shape;239;p9"/>
            <p:cNvGrpSpPr/>
            <p:nvPr/>
          </p:nvGrpSpPr>
          <p:grpSpPr>
            <a:xfrm>
              <a:off x="-350826" y="649496"/>
              <a:ext cx="9280380" cy="1759405"/>
              <a:chOff x="-350826" y="649496"/>
              <a:chExt cx="9280380" cy="1759405"/>
            </a:xfrm>
          </p:grpSpPr>
          <p:sp>
            <p:nvSpPr>
              <p:cNvPr id="240" name="Google Shape;240;p9"/>
              <p:cNvSpPr/>
              <p:nvPr/>
            </p:nvSpPr>
            <p:spPr>
              <a:xfrm rot="10800000">
                <a:off x="8886438" y="1209591"/>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9"/>
              <p:cNvSpPr/>
              <p:nvPr/>
            </p:nvSpPr>
            <p:spPr>
              <a:xfrm rot="10800000">
                <a:off x="8695083" y="649496"/>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9"/>
              <p:cNvSpPr/>
              <p:nvPr/>
            </p:nvSpPr>
            <p:spPr>
              <a:xfrm rot="5400000">
                <a:off x="425209" y="1958491"/>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9"/>
              <p:cNvSpPr/>
              <p:nvPr/>
            </p:nvSpPr>
            <p:spPr>
              <a:xfrm rot="5400000">
                <a:off x="25375" y="1957600"/>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4" name="Google Shape;244;p9"/>
            <p:cNvGrpSpPr/>
            <p:nvPr/>
          </p:nvGrpSpPr>
          <p:grpSpPr>
            <a:xfrm>
              <a:off x="7280000" y="4709075"/>
              <a:ext cx="1111343" cy="1111343"/>
              <a:chOff x="8307725" y="278700"/>
              <a:chExt cx="1111343" cy="1111343"/>
            </a:xfrm>
          </p:grpSpPr>
          <p:sp>
            <p:nvSpPr>
              <p:cNvPr id="245" name="Google Shape;245;p9"/>
              <p:cNvSpPr/>
              <p:nvPr/>
            </p:nvSpPr>
            <p:spPr>
              <a:xfrm>
                <a:off x="8307725" y="278700"/>
                <a:ext cx="1111343" cy="1111343"/>
              </a:xfrm>
              <a:custGeom>
                <a:avLst/>
                <a:gdLst/>
                <a:ahLst/>
                <a:cxnLst/>
                <a:rect l="l" t="t" r="r" b="b"/>
                <a:pathLst>
                  <a:path w="17396" h="17396" fill="none" extrusionOk="0">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9"/>
              <p:cNvSpPr/>
              <p:nvPr/>
            </p:nvSpPr>
            <p:spPr>
              <a:xfrm>
                <a:off x="8481362" y="452337"/>
                <a:ext cx="764065" cy="762212"/>
              </a:xfrm>
              <a:custGeom>
                <a:avLst/>
                <a:gdLst/>
                <a:ahLst/>
                <a:cxnLst/>
                <a:rect l="l" t="t" r="r" b="b"/>
                <a:pathLst>
                  <a:path w="11960" h="11931" fill="none" extrusionOk="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47"/>
        <p:cNvGrpSpPr/>
        <p:nvPr/>
      </p:nvGrpSpPr>
      <p:grpSpPr>
        <a:xfrm>
          <a:off x="0" y="0"/>
          <a:ext cx="0" cy="0"/>
          <a:chOff x="0" y="0"/>
          <a:chExt cx="0" cy="0"/>
        </a:xfrm>
      </p:grpSpPr>
      <p:sp>
        <p:nvSpPr>
          <p:cNvPr id="248" name="Google Shape;248;p10"/>
          <p:cNvSpPr txBox="1">
            <a:spLocks noGrp="1"/>
          </p:cNvSpPr>
          <p:nvPr>
            <p:ph type="title"/>
          </p:nvPr>
        </p:nvSpPr>
        <p:spPr>
          <a:xfrm>
            <a:off x="720000" y="4014450"/>
            <a:ext cx="7704000" cy="572700"/>
          </a:xfrm>
          <a:prstGeom prst="rect">
            <a:avLst/>
          </a:prstGeom>
          <a:solidFill>
            <a:schemeClr val="dk2"/>
          </a:solidFill>
        </p:spPr>
        <p:txBody>
          <a:bodyPr spcFirstLastPara="1" wrap="square" lIns="91425" tIns="91425" rIns="91425" bIns="91425" anchor="t" anchorCtr="0">
            <a:noAutofit/>
          </a:bodyPr>
          <a:lstStyle>
            <a:lvl1pPr lvl="0" algn="ctr" rtl="0">
              <a:spcBef>
                <a:spcPts val="0"/>
              </a:spcBef>
              <a:spcAft>
                <a:spcPts val="0"/>
              </a:spcAft>
              <a:buSzPts val="2600"/>
              <a:buNone/>
              <a:defRPr sz="26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249" name="Google Shape;249;p10"/>
          <p:cNvGrpSpPr/>
          <p:nvPr/>
        </p:nvGrpSpPr>
        <p:grpSpPr>
          <a:xfrm>
            <a:off x="-2466243" y="-2869459"/>
            <a:ext cx="11395878" cy="4597207"/>
            <a:chOff x="-2466243" y="-2869459"/>
            <a:chExt cx="11395878" cy="4597207"/>
          </a:xfrm>
        </p:grpSpPr>
        <p:grpSp>
          <p:nvGrpSpPr>
            <p:cNvPr id="250" name="Google Shape;250;p10"/>
            <p:cNvGrpSpPr/>
            <p:nvPr/>
          </p:nvGrpSpPr>
          <p:grpSpPr>
            <a:xfrm>
              <a:off x="-2466243" y="364624"/>
              <a:ext cx="4486819" cy="625122"/>
              <a:chOff x="-78438" y="4073905"/>
              <a:chExt cx="4486819" cy="625122"/>
            </a:xfrm>
          </p:grpSpPr>
          <p:cxnSp>
            <p:nvCxnSpPr>
              <p:cNvPr id="251" name="Google Shape;251;p10"/>
              <p:cNvCxnSpPr/>
              <p:nvPr/>
            </p:nvCxnSpPr>
            <p:spPr>
              <a:xfrm>
                <a:off x="1857762" y="2762827"/>
                <a:ext cx="0" cy="3872400"/>
              </a:xfrm>
              <a:prstGeom prst="straightConnector1">
                <a:avLst/>
              </a:prstGeom>
              <a:noFill/>
              <a:ln w="9525" cap="flat" cmpd="sng">
                <a:solidFill>
                  <a:schemeClr val="accent1"/>
                </a:solidFill>
                <a:prstDash val="solid"/>
                <a:round/>
                <a:headEnd type="none" w="med" len="med"/>
                <a:tailEnd type="none" w="med" len="med"/>
              </a:ln>
            </p:spPr>
          </p:cxnSp>
          <p:cxnSp>
            <p:nvCxnSpPr>
              <p:cNvPr id="252" name="Google Shape;252;p10"/>
              <p:cNvCxnSpPr/>
              <p:nvPr/>
            </p:nvCxnSpPr>
            <p:spPr>
              <a:xfrm rot="-5400000">
                <a:off x="3788541" y="4241677"/>
                <a:ext cx="464100" cy="450600"/>
              </a:xfrm>
              <a:prstGeom prst="straightConnector1">
                <a:avLst/>
              </a:prstGeom>
              <a:noFill/>
              <a:ln w="9525" cap="flat" cmpd="sng">
                <a:solidFill>
                  <a:schemeClr val="accent1"/>
                </a:solidFill>
                <a:prstDash val="solid"/>
                <a:round/>
                <a:headEnd type="none" w="med" len="med"/>
                <a:tailEnd type="none" w="med" len="med"/>
              </a:ln>
            </p:spPr>
          </p:cxnSp>
          <p:sp>
            <p:nvSpPr>
              <p:cNvPr id="253" name="Google Shape;253;p10"/>
              <p:cNvSpPr/>
              <p:nvPr/>
            </p:nvSpPr>
            <p:spPr>
              <a:xfrm>
                <a:off x="4214956" y="4073905"/>
                <a:ext cx="193425" cy="191350"/>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10"/>
            <p:cNvGrpSpPr/>
            <p:nvPr/>
          </p:nvGrpSpPr>
          <p:grpSpPr>
            <a:xfrm rot="5400000" flipH="1">
              <a:off x="-1083007" y="-1247557"/>
              <a:ext cx="3859204" cy="615399"/>
              <a:chOff x="-6675" y="307100"/>
              <a:chExt cx="9140700" cy="4634025"/>
            </a:xfrm>
          </p:grpSpPr>
          <p:cxnSp>
            <p:nvCxnSpPr>
              <p:cNvPr id="255" name="Google Shape;255;p10"/>
              <p:cNvCxnSpPr/>
              <p:nvPr/>
            </p:nvCxnSpPr>
            <p:spPr>
              <a:xfrm>
                <a:off x="-6675" y="30710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56" name="Google Shape;256;p10"/>
              <p:cNvCxnSpPr/>
              <p:nvPr/>
            </p:nvCxnSpPr>
            <p:spPr>
              <a:xfrm>
                <a:off x="-6675" y="133688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57" name="Google Shape;257;p10"/>
              <p:cNvCxnSpPr/>
              <p:nvPr/>
            </p:nvCxnSpPr>
            <p:spPr>
              <a:xfrm>
                <a:off x="-6675" y="82199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58" name="Google Shape;258;p10"/>
              <p:cNvCxnSpPr/>
              <p:nvPr/>
            </p:nvCxnSpPr>
            <p:spPr>
              <a:xfrm>
                <a:off x="-6675" y="1851775"/>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59" name="Google Shape;259;p10"/>
              <p:cNvCxnSpPr/>
              <p:nvPr/>
            </p:nvCxnSpPr>
            <p:spPr>
              <a:xfrm>
                <a:off x="-6675" y="2366667"/>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60" name="Google Shape;260;p10"/>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61" name="Google Shape;261;p10"/>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62" name="Google Shape;262;p10"/>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63" name="Google Shape;263;p10"/>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64" name="Google Shape;264;p10"/>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grpSp>
          <p:nvGrpSpPr>
            <p:cNvPr id="265" name="Google Shape;265;p10"/>
            <p:cNvGrpSpPr/>
            <p:nvPr/>
          </p:nvGrpSpPr>
          <p:grpSpPr>
            <a:xfrm>
              <a:off x="8248398" y="-1632737"/>
              <a:ext cx="681237" cy="3360485"/>
              <a:chOff x="8248398" y="-1632737"/>
              <a:chExt cx="681237" cy="3360485"/>
            </a:xfrm>
          </p:grpSpPr>
          <p:grpSp>
            <p:nvGrpSpPr>
              <p:cNvPr id="266" name="Google Shape;266;p10"/>
              <p:cNvGrpSpPr/>
              <p:nvPr/>
            </p:nvGrpSpPr>
            <p:grpSpPr>
              <a:xfrm flipH="1">
                <a:off x="8248398" y="-1632737"/>
                <a:ext cx="681217" cy="3360485"/>
                <a:chOff x="1337800" y="-2525590"/>
                <a:chExt cx="1498167" cy="7390555"/>
              </a:xfrm>
            </p:grpSpPr>
            <p:cxnSp>
              <p:nvCxnSpPr>
                <p:cNvPr id="267" name="Google Shape;267;p10"/>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268" name="Google Shape;268;p10"/>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269" name="Google Shape;269;p10"/>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0" name="Google Shape;270;p10"/>
              <p:cNvGrpSpPr/>
              <p:nvPr/>
            </p:nvGrpSpPr>
            <p:grpSpPr>
              <a:xfrm>
                <a:off x="8436314" y="360846"/>
                <a:ext cx="493321" cy="357312"/>
                <a:chOff x="1722354" y="229144"/>
                <a:chExt cx="1748744" cy="1266614"/>
              </a:xfrm>
            </p:grpSpPr>
            <p:sp>
              <p:nvSpPr>
                <p:cNvPr id="271" name="Google Shape;271;p10"/>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solidFill>
                  <a:schemeClr val="lt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0"/>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273" name="Google Shape;273;p10"/>
          <p:cNvGrpSpPr/>
          <p:nvPr/>
        </p:nvGrpSpPr>
        <p:grpSpPr>
          <a:xfrm>
            <a:off x="-150883" y="1137478"/>
            <a:ext cx="9080518" cy="813868"/>
            <a:chOff x="-150883" y="1137478"/>
            <a:chExt cx="9080518" cy="813868"/>
          </a:xfrm>
        </p:grpSpPr>
        <p:sp>
          <p:nvSpPr>
            <p:cNvPr id="274" name="Google Shape;274;p10"/>
            <p:cNvSpPr/>
            <p:nvPr/>
          </p:nvSpPr>
          <p:spPr>
            <a:xfrm rot="5400000" flipH="1">
              <a:off x="49529" y="93706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0"/>
            <p:cNvSpPr/>
            <p:nvPr/>
          </p:nvSpPr>
          <p:spPr>
            <a:xfrm flipH="1">
              <a:off x="8889579" y="151046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6" name="Google Shape;276;p10"/>
          <p:cNvGrpSpPr/>
          <p:nvPr/>
        </p:nvGrpSpPr>
        <p:grpSpPr>
          <a:xfrm>
            <a:off x="-201760" y="1366772"/>
            <a:ext cx="9923304" cy="3117922"/>
            <a:chOff x="-201760" y="1366772"/>
            <a:chExt cx="9923304" cy="3117922"/>
          </a:xfrm>
        </p:grpSpPr>
        <p:grpSp>
          <p:nvGrpSpPr>
            <p:cNvPr id="277" name="Google Shape;277;p10"/>
            <p:cNvGrpSpPr/>
            <p:nvPr/>
          </p:nvGrpSpPr>
          <p:grpSpPr>
            <a:xfrm>
              <a:off x="8610200" y="3373350"/>
              <a:ext cx="1111343" cy="1111343"/>
              <a:chOff x="8307725" y="278700"/>
              <a:chExt cx="1111343" cy="1111343"/>
            </a:xfrm>
          </p:grpSpPr>
          <p:sp>
            <p:nvSpPr>
              <p:cNvPr id="278" name="Google Shape;278;p10"/>
              <p:cNvSpPr/>
              <p:nvPr/>
            </p:nvSpPr>
            <p:spPr>
              <a:xfrm>
                <a:off x="8307725" y="278700"/>
                <a:ext cx="1111343" cy="1111343"/>
              </a:xfrm>
              <a:custGeom>
                <a:avLst/>
                <a:gdLst/>
                <a:ahLst/>
                <a:cxnLst/>
                <a:rect l="l" t="t" r="r" b="b"/>
                <a:pathLst>
                  <a:path w="17396" h="17396" fill="none" extrusionOk="0">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0"/>
              <p:cNvSpPr/>
              <p:nvPr/>
            </p:nvSpPr>
            <p:spPr>
              <a:xfrm>
                <a:off x="8481362" y="452337"/>
                <a:ext cx="764065" cy="762212"/>
              </a:xfrm>
              <a:custGeom>
                <a:avLst/>
                <a:gdLst/>
                <a:ahLst/>
                <a:cxnLst/>
                <a:rect l="l" t="t" r="r" b="b"/>
                <a:pathLst>
                  <a:path w="11960" h="11931" fill="none" extrusionOk="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0" name="Google Shape;280;p10"/>
            <p:cNvGrpSpPr/>
            <p:nvPr/>
          </p:nvGrpSpPr>
          <p:grpSpPr>
            <a:xfrm flipH="1">
              <a:off x="8674231" y="1727755"/>
              <a:ext cx="247278" cy="1160062"/>
              <a:chOff x="1463894" y="1434556"/>
              <a:chExt cx="247278" cy="1160062"/>
            </a:xfrm>
          </p:grpSpPr>
          <p:sp>
            <p:nvSpPr>
              <p:cNvPr id="281" name="Google Shape;281;p10"/>
              <p:cNvSpPr/>
              <p:nvPr/>
            </p:nvSpPr>
            <p:spPr>
              <a:xfrm>
                <a:off x="1463894" y="2119623"/>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0"/>
              <p:cNvSpPr/>
              <p:nvPr/>
            </p:nvSpPr>
            <p:spPr>
              <a:xfrm rot="10800000">
                <a:off x="1636072" y="1434556"/>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3" name="Google Shape;283;p10"/>
            <p:cNvGrpSpPr/>
            <p:nvPr/>
          </p:nvGrpSpPr>
          <p:grpSpPr>
            <a:xfrm rot="5400000" flipH="1">
              <a:off x="254631" y="910380"/>
              <a:ext cx="247278" cy="1160062"/>
              <a:chOff x="1463894" y="1434556"/>
              <a:chExt cx="247278" cy="1160062"/>
            </a:xfrm>
          </p:grpSpPr>
          <p:sp>
            <p:nvSpPr>
              <p:cNvPr id="284" name="Google Shape;284;p10"/>
              <p:cNvSpPr/>
              <p:nvPr/>
            </p:nvSpPr>
            <p:spPr>
              <a:xfrm>
                <a:off x="1463894" y="2119623"/>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0"/>
              <p:cNvSpPr/>
              <p:nvPr/>
            </p:nvSpPr>
            <p:spPr>
              <a:xfrm rot="10800000">
                <a:off x="1636072" y="1434556"/>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dk1"/>
        </a:solidFill>
        <a:effectLst/>
      </p:bgPr>
    </p:bg>
    <p:spTree>
      <p:nvGrpSpPr>
        <p:cNvPr id="1" name="Shape 318"/>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1">
  <p:cSld name="CUSTOM_12_1">
    <p:spTree>
      <p:nvGrpSpPr>
        <p:cNvPr id="1" name="Shape 389"/>
        <p:cNvGrpSpPr/>
        <p:nvPr/>
      </p:nvGrpSpPr>
      <p:grpSpPr>
        <a:xfrm>
          <a:off x="0" y="0"/>
          <a:ext cx="0" cy="0"/>
          <a:chOff x="0" y="0"/>
          <a:chExt cx="0" cy="0"/>
        </a:xfrm>
      </p:grpSpPr>
      <p:sp>
        <p:nvSpPr>
          <p:cNvPr id="390" name="Google Shape;390;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91" name="Google Shape;391;p15"/>
          <p:cNvSpPr txBox="1">
            <a:spLocks noGrp="1"/>
          </p:cNvSpPr>
          <p:nvPr>
            <p:ph type="subTitle" idx="1"/>
          </p:nvPr>
        </p:nvSpPr>
        <p:spPr>
          <a:xfrm>
            <a:off x="720000" y="1150950"/>
            <a:ext cx="7704000" cy="298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200"/>
              <a:buChar char="●"/>
              <a:defRPr/>
            </a:lvl1pPr>
            <a:lvl2pPr lvl="1" algn="ctr" rtl="0">
              <a:lnSpc>
                <a:spcPct val="100000"/>
              </a:lnSpc>
              <a:spcBef>
                <a:spcPts val="0"/>
              </a:spcBef>
              <a:spcAft>
                <a:spcPts val="0"/>
              </a:spcAft>
              <a:buSzPts val="1200"/>
              <a:buFont typeface="Nunito Light"/>
              <a:buChar char="○"/>
              <a:defRPr/>
            </a:lvl2pPr>
            <a:lvl3pPr lvl="2" algn="ctr" rtl="0">
              <a:lnSpc>
                <a:spcPct val="100000"/>
              </a:lnSpc>
              <a:spcBef>
                <a:spcPts val="0"/>
              </a:spcBef>
              <a:spcAft>
                <a:spcPts val="0"/>
              </a:spcAft>
              <a:buSzPts val="1200"/>
              <a:buFont typeface="Nunito Light"/>
              <a:buChar char="■"/>
              <a:defRPr/>
            </a:lvl3pPr>
            <a:lvl4pPr lvl="3" algn="ctr" rtl="0">
              <a:lnSpc>
                <a:spcPct val="100000"/>
              </a:lnSpc>
              <a:spcBef>
                <a:spcPts val="0"/>
              </a:spcBef>
              <a:spcAft>
                <a:spcPts val="0"/>
              </a:spcAft>
              <a:buSzPts val="1200"/>
              <a:buFont typeface="Nunito Light"/>
              <a:buChar char="●"/>
              <a:defRPr/>
            </a:lvl4pPr>
            <a:lvl5pPr lvl="4" algn="ctr" rtl="0">
              <a:lnSpc>
                <a:spcPct val="100000"/>
              </a:lnSpc>
              <a:spcBef>
                <a:spcPts val="0"/>
              </a:spcBef>
              <a:spcAft>
                <a:spcPts val="0"/>
              </a:spcAft>
              <a:buSzPts val="1200"/>
              <a:buFont typeface="Nunito Light"/>
              <a:buChar char="○"/>
              <a:defRPr/>
            </a:lvl5pPr>
            <a:lvl6pPr lvl="5" algn="ctr" rtl="0">
              <a:lnSpc>
                <a:spcPct val="100000"/>
              </a:lnSpc>
              <a:spcBef>
                <a:spcPts val="0"/>
              </a:spcBef>
              <a:spcAft>
                <a:spcPts val="0"/>
              </a:spcAft>
              <a:buSzPts val="1200"/>
              <a:buFont typeface="Nunito Light"/>
              <a:buChar char="■"/>
              <a:defRPr/>
            </a:lvl6pPr>
            <a:lvl7pPr lvl="6" algn="ctr" rtl="0">
              <a:lnSpc>
                <a:spcPct val="100000"/>
              </a:lnSpc>
              <a:spcBef>
                <a:spcPts val="0"/>
              </a:spcBef>
              <a:spcAft>
                <a:spcPts val="0"/>
              </a:spcAft>
              <a:buSzPts val="1200"/>
              <a:buFont typeface="Nunito Light"/>
              <a:buChar char="●"/>
              <a:defRPr/>
            </a:lvl7pPr>
            <a:lvl8pPr lvl="7" algn="ctr" rtl="0">
              <a:lnSpc>
                <a:spcPct val="100000"/>
              </a:lnSpc>
              <a:spcBef>
                <a:spcPts val="0"/>
              </a:spcBef>
              <a:spcAft>
                <a:spcPts val="0"/>
              </a:spcAft>
              <a:buSzPts val="1200"/>
              <a:buFont typeface="Nunito Light"/>
              <a:buChar char="○"/>
              <a:defRPr/>
            </a:lvl8pPr>
            <a:lvl9pPr lvl="8" algn="ctr" rtl="0">
              <a:lnSpc>
                <a:spcPct val="100000"/>
              </a:lnSpc>
              <a:spcBef>
                <a:spcPts val="0"/>
              </a:spcBef>
              <a:spcAft>
                <a:spcPts val="0"/>
              </a:spcAft>
              <a:buSzPts val="1200"/>
              <a:buFont typeface="Nunito Light"/>
              <a:buChar char="■"/>
              <a:defRPr/>
            </a:lvl9pPr>
          </a:lstStyle>
          <a:p>
            <a:endParaRPr/>
          </a:p>
        </p:txBody>
      </p:sp>
      <p:grpSp>
        <p:nvGrpSpPr>
          <p:cNvPr id="392" name="Google Shape;392;p15"/>
          <p:cNvGrpSpPr/>
          <p:nvPr/>
        </p:nvGrpSpPr>
        <p:grpSpPr>
          <a:xfrm>
            <a:off x="8393651" y="-1627766"/>
            <a:ext cx="614899" cy="2881846"/>
            <a:chOff x="1337784" y="-2525559"/>
            <a:chExt cx="1352318" cy="6337907"/>
          </a:xfrm>
        </p:grpSpPr>
        <p:cxnSp>
          <p:nvCxnSpPr>
            <p:cNvPr id="393" name="Google Shape;393;p15"/>
            <p:cNvCxnSpPr/>
            <p:nvPr/>
          </p:nvCxnSpPr>
          <p:spPr>
            <a:xfrm rot="10800000">
              <a:off x="1337784" y="-2525559"/>
              <a:ext cx="0" cy="4990500"/>
            </a:xfrm>
            <a:prstGeom prst="straightConnector1">
              <a:avLst/>
            </a:prstGeom>
            <a:noFill/>
            <a:ln w="9525" cap="flat" cmpd="sng">
              <a:solidFill>
                <a:schemeClr val="accent2"/>
              </a:solidFill>
              <a:prstDash val="solid"/>
              <a:round/>
              <a:headEnd type="none" w="med" len="med"/>
              <a:tailEnd type="none" w="med" len="med"/>
            </a:ln>
          </p:spPr>
        </p:cxnSp>
        <p:cxnSp>
          <p:nvCxnSpPr>
            <p:cNvPr id="394" name="Google Shape;394;p15"/>
            <p:cNvCxnSpPr/>
            <p:nvPr/>
          </p:nvCxnSpPr>
          <p:spPr>
            <a:xfrm>
              <a:off x="1337784" y="2466654"/>
              <a:ext cx="984900" cy="970200"/>
            </a:xfrm>
            <a:prstGeom prst="straightConnector1">
              <a:avLst/>
            </a:prstGeom>
            <a:noFill/>
            <a:ln w="9525" cap="flat" cmpd="sng">
              <a:solidFill>
                <a:schemeClr val="accent2"/>
              </a:solidFill>
              <a:prstDash val="solid"/>
              <a:round/>
              <a:headEnd type="none" w="med" len="med"/>
              <a:tailEnd type="none" w="med" len="med"/>
            </a:ln>
          </p:spPr>
        </p:cxnSp>
        <p:sp>
          <p:nvSpPr>
            <p:cNvPr id="395" name="Google Shape;395;p15"/>
            <p:cNvSpPr/>
            <p:nvPr/>
          </p:nvSpPr>
          <p:spPr>
            <a:xfrm rot="5400000">
              <a:off x="2266990" y="3389237"/>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6" name="Google Shape;396;p15"/>
          <p:cNvGrpSpPr/>
          <p:nvPr/>
        </p:nvGrpSpPr>
        <p:grpSpPr>
          <a:xfrm>
            <a:off x="6485555" y="4129788"/>
            <a:ext cx="269696" cy="1209440"/>
            <a:chOff x="6933883" y="3613321"/>
            <a:chExt cx="269696" cy="1209440"/>
          </a:xfrm>
        </p:grpSpPr>
        <p:sp>
          <p:nvSpPr>
            <p:cNvPr id="397" name="Google Shape;397;p15"/>
            <p:cNvSpPr/>
            <p:nvPr/>
          </p:nvSpPr>
          <p:spPr>
            <a:xfrm rot="10800000">
              <a:off x="7160463" y="4347766"/>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5"/>
            <p:cNvSpPr/>
            <p:nvPr/>
          </p:nvSpPr>
          <p:spPr>
            <a:xfrm rot="10800000">
              <a:off x="6933883" y="36133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9" name="Google Shape;399;p15"/>
          <p:cNvSpPr/>
          <p:nvPr/>
        </p:nvSpPr>
        <p:spPr>
          <a:xfrm rot="-5400000">
            <a:off x="507335" y="632747"/>
            <a:ext cx="228075" cy="197250"/>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431"/>
        <p:cNvGrpSpPr/>
        <p:nvPr/>
      </p:nvGrpSpPr>
      <p:grpSpPr>
        <a:xfrm>
          <a:off x="0" y="0"/>
          <a:ext cx="0" cy="0"/>
          <a:chOff x="0" y="0"/>
          <a:chExt cx="0" cy="0"/>
        </a:xfrm>
      </p:grpSpPr>
      <p:sp>
        <p:nvSpPr>
          <p:cNvPr id="432" name="Google Shape;432;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sz="2600"/>
            </a:lvl1pPr>
            <a:lvl2pPr lvl="1" rtl="0">
              <a:spcBef>
                <a:spcPts val="0"/>
              </a:spcBef>
              <a:spcAft>
                <a:spcPts val="0"/>
              </a:spcAft>
              <a:buSzPts val="3000"/>
              <a:buFont typeface="Raleway Black"/>
              <a:buNone/>
              <a:defRPr b="0">
                <a:latin typeface="Raleway Black"/>
                <a:ea typeface="Raleway Black"/>
                <a:cs typeface="Raleway Black"/>
                <a:sym typeface="Raleway Black"/>
              </a:defRPr>
            </a:lvl2pPr>
            <a:lvl3pPr lvl="2" rtl="0">
              <a:spcBef>
                <a:spcPts val="0"/>
              </a:spcBef>
              <a:spcAft>
                <a:spcPts val="0"/>
              </a:spcAft>
              <a:buSzPts val="3000"/>
              <a:buFont typeface="Raleway Black"/>
              <a:buNone/>
              <a:defRPr b="0">
                <a:latin typeface="Raleway Black"/>
                <a:ea typeface="Raleway Black"/>
                <a:cs typeface="Raleway Black"/>
                <a:sym typeface="Raleway Black"/>
              </a:defRPr>
            </a:lvl3pPr>
            <a:lvl4pPr lvl="3" rtl="0">
              <a:spcBef>
                <a:spcPts val="0"/>
              </a:spcBef>
              <a:spcAft>
                <a:spcPts val="0"/>
              </a:spcAft>
              <a:buSzPts val="3000"/>
              <a:buFont typeface="Raleway Black"/>
              <a:buNone/>
              <a:defRPr b="0">
                <a:latin typeface="Raleway Black"/>
                <a:ea typeface="Raleway Black"/>
                <a:cs typeface="Raleway Black"/>
                <a:sym typeface="Raleway Black"/>
              </a:defRPr>
            </a:lvl4pPr>
            <a:lvl5pPr lvl="4" rtl="0">
              <a:spcBef>
                <a:spcPts val="0"/>
              </a:spcBef>
              <a:spcAft>
                <a:spcPts val="0"/>
              </a:spcAft>
              <a:buSzPts val="3000"/>
              <a:buFont typeface="Raleway Black"/>
              <a:buNone/>
              <a:defRPr b="0">
                <a:latin typeface="Raleway Black"/>
                <a:ea typeface="Raleway Black"/>
                <a:cs typeface="Raleway Black"/>
                <a:sym typeface="Raleway Black"/>
              </a:defRPr>
            </a:lvl5pPr>
            <a:lvl6pPr lvl="5" rtl="0">
              <a:spcBef>
                <a:spcPts val="0"/>
              </a:spcBef>
              <a:spcAft>
                <a:spcPts val="0"/>
              </a:spcAft>
              <a:buSzPts val="3000"/>
              <a:buFont typeface="Raleway Black"/>
              <a:buNone/>
              <a:defRPr b="0">
                <a:latin typeface="Raleway Black"/>
                <a:ea typeface="Raleway Black"/>
                <a:cs typeface="Raleway Black"/>
                <a:sym typeface="Raleway Black"/>
              </a:defRPr>
            </a:lvl6pPr>
            <a:lvl7pPr lvl="6" rtl="0">
              <a:spcBef>
                <a:spcPts val="0"/>
              </a:spcBef>
              <a:spcAft>
                <a:spcPts val="0"/>
              </a:spcAft>
              <a:buSzPts val="3000"/>
              <a:buFont typeface="Raleway Black"/>
              <a:buNone/>
              <a:defRPr b="0">
                <a:latin typeface="Raleway Black"/>
                <a:ea typeface="Raleway Black"/>
                <a:cs typeface="Raleway Black"/>
                <a:sym typeface="Raleway Black"/>
              </a:defRPr>
            </a:lvl7pPr>
            <a:lvl8pPr lvl="7" rtl="0">
              <a:spcBef>
                <a:spcPts val="0"/>
              </a:spcBef>
              <a:spcAft>
                <a:spcPts val="0"/>
              </a:spcAft>
              <a:buSzPts val="3000"/>
              <a:buFont typeface="Raleway Black"/>
              <a:buNone/>
              <a:defRPr b="0">
                <a:latin typeface="Raleway Black"/>
                <a:ea typeface="Raleway Black"/>
                <a:cs typeface="Raleway Black"/>
                <a:sym typeface="Raleway Black"/>
              </a:defRPr>
            </a:lvl8pPr>
            <a:lvl9pPr lvl="8" rtl="0">
              <a:spcBef>
                <a:spcPts val="0"/>
              </a:spcBef>
              <a:spcAft>
                <a:spcPts val="0"/>
              </a:spcAft>
              <a:buSzPts val="3000"/>
              <a:buFont typeface="Raleway Black"/>
              <a:buNone/>
              <a:defRPr b="0">
                <a:latin typeface="Raleway Black"/>
                <a:ea typeface="Raleway Black"/>
                <a:cs typeface="Raleway Black"/>
                <a:sym typeface="Raleway Black"/>
              </a:defRPr>
            </a:lvl9pPr>
          </a:lstStyle>
          <a:p>
            <a:endParaRPr/>
          </a:p>
        </p:txBody>
      </p:sp>
      <p:sp>
        <p:nvSpPr>
          <p:cNvPr id="433" name="Google Shape;433;p17"/>
          <p:cNvSpPr txBox="1">
            <a:spLocks noGrp="1"/>
          </p:cNvSpPr>
          <p:nvPr>
            <p:ph type="subTitle" idx="1"/>
          </p:nvPr>
        </p:nvSpPr>
        <p:spPr>
          <a:xfrm>
            <a:off x="1253224" y="1770100"/>
            <a:ext cx="2811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34" name="Google Shape;434;p17"/>
          <p:cNvSpPr txBox="1">
            <a:spLocks noGrp="1"/>
          </p:cNvSpPr>
          <p:nvPr>
            <p:ph type="subTitle" idx="2"/>
          </p:nvPr>
        </p:nvSpPr>
        <p:spPr>
          <a:xfrm>
            <a:off x="5079776" y="1770100"/>
            <a:ext cx="2811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35" name="Google Shape;435;p17"/>
          <p:cNvSpPr txBox="1">
            <a:spLocks noGrp="1"/>
          </p:cNvSpPr>
          <p:nvPr>
            <p:ph type="subTitle" idx="3"/>
          </p:nvPr>
        </p:nvSpPr>
        <p:spPr>
          <a:xfrm>
            <a:off x="1253224" y="3281700"/>
            <a:ext cx="2811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36" name="Google Shape;436;p17"/>
          <p:cNvSpPr txBox="1">
            <a:spLocks noGrp="1"/>
          </p:cNvSpPr>
          <p:nvPr>
            <p:ph type="subTitle" idx="4"/>
          </p:nvPr>
        </p:nvSpPr>
        <p:spPr>
          <a:xfrm>
            <a:off x="5079776" y="3281700"/>
            <a:ext cx="2811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37" name="Google Shape;437;p17"/>
          <p:cNvSpPr txBox="1">
            <a:spLocks noGrp="1"/>
          </p:cNvSpPr>
          <p:nvPr>
            <p:ph type="subTitle" idx="5"/>
          </p:nvPr>
        </p:nvSpPr>
        <p:spPr>
          <a:xfrm>
            <a:off x="1253225" y="1316050"/>
            <a:ext cx="2811000" cy="516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sp>
        <p:nvSpPr>
          <p:cNvPr id="438" name="Google Shape;438;p17"/>
          <p:cNvSpPr txBox="1">
            <a:spLocks noGrp="1"/>
          </p:cNvSpPr>
          <p:nvPr>
            <p:ph type="subTitle" idx="6"/>
          </p:nvPr>
        </p:nvSpPr>
        <p:spPr>
          <a:xfrm>
            <a:off x="1253225" y="2827725"/>
            <a:ext cx="2811000" cy="516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sp>
        <p:nvSpPr>
          <p:cNvPr id="439" name="Google Shape;439;p17"/>
          <p:cNvSpPr txBox="1">
            <a:spLocks noGrp="1"/>
          </p:cNvSpPr>
          <p:nvPr>
            <p:ph type="subTitle" idx="7"/>
          </p:nvPr>
        </p:nvSpPr>
        <p:spPr>
          <a:xfrm>
            <a:off x="5079750" y="1316050"/>
            <a:ext cx="2811000" cy="516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sp>
        <p:nvSpPr>
          <p:cNvPr id="440" name="Google Shape;440;p17"/>
          <p:cNvSpPr txBox="1">
            <a:spLocks noGrp="1"/>
          </p:cNvSpPr>
          <p:nvPr>
            <p:ph type="subTitle" idx="8"/>
          </p:nvPr>
        </p:nvSpPr>
        <p:spPr>
          <a:xfrm>
            <a:off x="5079750" y="2827725"/>
            <a:ext cx="2811000" cy="516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grpSp>
        <p:nvGrpSpPr>
          <p:cNvPr id="441" name="Google Shape;441;p17"/>
          <p:cNvGrpSpPr/>
          <p:nvPr/>
        </p:nvGrpSpPr>
        <p:grpSpPr>
          <a:xfrm>
            <a:off x="487075" y="3743425"/>
            <a:ext cx="8733034" cy="1098995"/>
            <a:chOff x="487075" y="3743425"/>
            <a:chExt cx="8733034" cy="1098995"/>
          </a:xfrm>
        </p:grpSpPr>
        <p:sp>
          <p:nvSpPr>
            <p:cNvPr id="442" name="Google Shape;442;p17"/>
            <p:cNvSpPr/>
            <p:nvPr/>
          </p:nvSpPr>
          <p:spPr>
            <a:xfrm rot="5400000">
              <a:off x="8961054" y="3726360"/>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7"/>
            <p:cNvSpPr/>
            <p:nvPr/>
          </p:nvSpPr>
          <p:spPr>
            <a:xfrm rot="5400000">
              <a:off x="8721654" y="3527485"/>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4" name="Google Shape;444;p17"/>
            <p:cNvGrpSpPr/>
            <p:nvPr/>
          </p:nvGrpSpPr>
          <p:grpSpPr>
            <a:xfrm rot="5400000">
              <a:off x="766702" y="4355902"/>
              <a:ext cx="206891" cy="766144"/>
              <a:chOff x="8650702" y="3525402"/>
              <a:chExt cx="206891" cy="766144"/>
            </a:xfrm>
          </p:grpSpPr>
          <p:sp>
            <p:nvSpPr>
              <p:cNvPr id="445" name="Google Shape;445;p17"/>
              <p:cNvSpPr/>
              <p:nvPr/>
            </p:nvSpPr>
            <p:spPr>
              <a:xfrm rot="10800000">
                <a:off x="8650702" y="35254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7"/>
              <p:cNvSpPr/>
              <p:nvPr/>
            </p:nvSpPr>
            <p:spPr>
              <a:xfrm rot="10800000">
                <a:off x="8814477" y="38165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47" name="Google Shape;447;p17"/>
          <p:cNvGrpSpPr/>
          <p:nvPr/>
        </p:nvGrpSpPr>
        <p:grpSpPr>
          <a:xfrm>
            <a:off x="197650" y="1003129"/>
            <a:ext cx="8689509" cy="2910487"/>
            <a:chOff x="197650" y="1003129"/>
            <a:chExt cx="8689509" cy="2910487"/>
          </a:xfrm>
        </p:grpSpPr>
        <p:sp>
          <p:nvSpPr>
            <p:cNvPr id="448" name="Google Shape;448;p17"/>
            <p:cNvSpPr/>
            <p:nvPr/>
          </p:nvSpPr>
          <p:spPr>
            <a:xfrm>
              <a:off x="8847104" y="1003129"/>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7"/>
            <p:cNvSpPr/>
            <p:nvPr/>
          </p:nvSpPr>
          <p:spPr>
            <a:xfrm rot="10800000">
              <a:off x="197650" y="347273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0" name="Google Shape;450;p17"/>
          <p:cNvGrpSpPr/>
          <p:nvPr/>
        </p:nvGrpSpPr>
        <p:grpSpPr>
          <a:xfrm>
            <a:off x="-30950" y="-166792"/>
            <a:ext cx="9501942" cy="5231667"/>
            <a:chOff x="-30950" y="-166792"/>
            <a:chExt cx="9501942" cy="5231667"/>
          </a:xfrm>
        </p:grpSpPr>
        <p:grpSp>
          <p:nvGrpSpPr>
            <p:cNvPr id="451" name="Google Shape;451;p17"/>
            <p:cNvGrpSpPr/>
            <p:nvPr/>
          </p:nvGrpSpPr>
          <p:grpSpPr>
            <a:xfrm rot="-5400000">
              <a:off x="8362773" y="2998996"/>
              <a:ext cx="493321" cy="357312"/>
              <a:chOff x="1722354" y="229144"/>
              <a:chExt cx="1748744" cy="1266614"/>
            </a:xfrm>
          </p:grpSpPr>
          <p:sp>
            <p:nvSpPr>
              <p:cNvPr id="452" name="Google Shape;452;p17"/>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17"/>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4" name="Google Shape;454;p17"/>
            <p:cNvGrpSpPr/>
            <p:nvPr/>
          </p:nvGrpSpPr>
          <p:grpSpPr>
            <a:xfrm rot="10800000" flipH="1">
              <a:off x="8505734" y="1680044"/>
              <a:ext cx="965258" cy="273510"/>
              <a:chOff x="-6675" y="2881558"/>
              <a:chExt cx="9140700" cy="2059567"/>
            </a:xfrm>
          </p:grpSpPr>
          <p:cxnSp>
            <p:nvCxnSpPr>
              <p:cNvPr id="455" name="Google Shape;455;p17"/>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56" name="Google Shape;456;p17"/>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57" name="Google Shape;457;p17"/>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58" name="Google Shape;458;p17"/>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59" name="Google Shape;459;p17"/>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sp>
          <p:nvSpPr>
            <p:cNvPr id="460" name="Google Shape;460;p17"/>
            <p:cNvSpPr/>
            <p:nvPr/>
          </p:nvSpPr>
          <p:spPr>
            <a:xfrm rot="5400000">
              <a:off x="7121670" y="1217270"/>
              <a:ext cx="3256375" cy="488250"/>
            </a:xfrm>
            <a:custGeom>
              <a:avLst/>
              <a:gdLst/>
              <a:ahLst/>
              <a:cxnLst/>
              <a:rect l="l" t="t" r="r" b="b"/>
              <a:pathLst>
                <a:path w="130255" h="19530" extrusionOk="0">
                  <a:moveTo>
                    <a:pt x="0" y="0"/>
                  </a:moveTo>
                  <a:lnTo>
                    <a:pt x="19531" y="19530"/>
                  </a:lnTo>
                  <a:lnTo>
                    <a:pt x="93650" y="19530"/>
                  </a:lnTo>
                  <a:lnTo>
                    <a:pt x="102323" y="10857"/>
                  </a:lnTo>
                  <a:lnTo>
                    <a:pt x="121066" y="10857"/>
                  </a:lnTo>
                  <a:lnTo>
                    <a:pt x="130255" y="1668"/>
                  </a:lnTo>
                </a:path>
              </a:pathLst>
            </a:custGeom>
            <a:noFill/>
            <a:ln w="9525" cap="flat" cmpd="sng">
              <a:solidFill>
                <a:schemeClr val="accent1"/>
              </a:solidFill>
              <a:prstDash val="solid"/>
              <a:round/>
              <a:headEnd type="none" w="med" len="med"/>
              <a:tailEnd type="none" w="med" len="med"/>
            </a:ln>
          </p:spPr>
        </p:sp>
        <p:sp>
          <p:nvSpPr>
            <p:cNvPr id="461" name="Google Shape;461;p17"/>
            <p:cNvSpPr/>
            <p:nvPr/>
          </p:nvSpPr>
          <p:spPr>
            <a:xfrm>
              <a:off x="-30950" y="2650075"/>
              <a:ext cx="581550" cy="2414800"/>
            </a:xfrm>
            <a:custGeom>
              <a:avLst/>
              <a:gdLst/>
              <a:ahLst/>
              <a:cxnLst/>
              <a:rect l="l" t="t" r="r" b="b"/>
              <a:pathLst>
                <a:path w="23262" h="96592" extrusionOk="0">
                  <a:moveTo>
                    <a:pt x="0" y="0"/>
                  </a:moveTo>
                  <a:lnTo>
                    <a:pt x="18318" y="18318"/>
                  </a:lnTo>
                  <a:lnTo>
                    <a:pt x="18318" y="58471"/>
                  </a:lnTo>
                  <a:lnTo>
                    <a:pt x="10373" y="66417"/>
                  </a:lnTo>
                  <a:lnTo>
                    <a:pt x="10373" y="83703"/>
                  </a:lnTo>
                  <a:lnTo>
                    <a:pt x="23262" y="96592"/>
                  </a:lnTo>
                </a:path>
              </a:pathLst>
            </a:custGeom>
            <a:noFill/>
            <a:ln w="9525" cap="flat" cmpd="sng">
              <a:solidFill>
                <a:schemeClr val="accent1"/>
              </a:solidFill>
              <a:prstDash val="solid"/>
              <a:round/>
              <a:headEnd type="none" w="med" len="med"/>
              <a:tailEnd type="none" w="med" len="med"/>
            </a:ln>
          </p:spPr>
        </p:sp>
      </p:grpSp>
      <p:sp>
        <p:nvSpPr>
          <p:cNvPr id="462" name="Google Shape;462;p17"/>
          <p:cNvSpPr/>
          <p:nvPr/>
        </p:nvSpPr>
        <p:spPr>
          <a:xfrm rot="-5400000">
            <a:off x="507335" y="632747"/>
            <a:ext cx="228075" cy="197250"/>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463"/>
        <p:cNvGrpSpPr/>
        <p:nvPr/>
      </p:nvGrpSpPr>
      <p:grpSpPr>
        <a:xfrm>
          <a:off x="0" y="0"/>
          <a:ext cx="0" cy="0"/>
          <a:chOff x="0" y="0"/>
          <a:chExt cx="0" cy="0"/>
        </a:xfrm>
      </p:grpSpPr>
      <p:sp>
        <p:nvSpPr>
          <p:cNvPr id="464" name="Google Shape;464;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sz="2600"/>
            </a:lvl1pPr>
            <a:lvl2pPr lvl="1" rtl="0">
              <a:spcBef>
                <a:spcPts val="0"/>
              </a:spcBef>
              <a:spcAft>
                <a:spcPts val="0"/>
              </a:spcAft>
              <a:buSzPts val="3000"/>
              <a:buFont typeface="Raleway Black"/>
              <a:buNone/>
              <a:defRPr b="0">
                <a:latin typeface="Raleway Black"/>
                <a:ea typeface="Raleway Black"/>
                <a:cs typeface="Raleway Black"/>
                <a:sym typeface="Raleway Black"/>
              </a:defRPr>
            </a:lvl2pPr>
            <a:lvl3pPr lvl="2" rtl="0">
              <a:spcBef>
                <a:spcPts val="0"/>
              </a:spcBef>
              <a:spcAft>
                <a:spcPts val="0"/>
              </a:spcAft>
              <a:buSzPts val="3000"/>
              <a:buFont typeface="Raleway Black"/>
              <a:buNone/>
              <a:defRPr b="0">
                <a:latin typeface="Raleway Black"/>
                <a:ea typeface="Raleway Black"/>
                <a:cs typeface="Raleway Black"/>
                <a:sym typeface="Raleway Black"/>
              </a:defRPr>
            </a:lvl3pPr>
            <a:lvl4pPr lvl="3" rtl="0">
              <a:spcBef>
                <a:spcPts val="0"/>
              </a:spcBef>
              <a:spcAft>
                <a:spcPts val="0"/>
              </a:spcAft>
              <a:buSzPts val="3000"/>
              <a:buFont typeface="Raleway Black"/>
              <a:buNone/>
              <a:defRPr b="0">
                <a:latin typeface="Raleway Black"/>
                <a:ea typeface="Raleway Black"/>
                <a:cs typeface="Raleway Black"/>
                <a:sym typeface="Raleway Black"/>
              </a:defRPr>
            </a:lvl4pPr>
            <a:lvl5pPr lvl="4" rtl="0">
              <a:spcBef>
                <a:spcPts val="0"/>
              </a:spcBef>
              <a:spcAft>
                <a:spcPts val="0"/>
              </a:spcAft>
              <a:buSzPts val="3000"/>
              <a:buFont typeface="Raleway Black"/>
              <a:buNone/>
              <a:defRPr b="0">
                <a:latin typeface="Raleway Black"/>
                <a:ea typeface="Raleway Black"/>
                <a:cs typeface="Raleway Black"/>
                <a:sym typeface="Raleway Black"/>
              </a:defRPr>
            </a:lvl5pPr>
            <a:lvl6pPr lvl="5" rtl="0">
              <a:spcBef>
                <a:spcPts val="0"/>
              </a:spcBef>
              <a:spcAft>
                <a:spcPts val="0"/>
              </a:spcAft>
              <a:buSzPts val="3000"/>
              <a:buFont typeface="Raleway Black"/>
              <a:buNone/>
              <a:defRPr b="0">
                <a:latin typeface="Raleway Black"/>
                <a:ea typeface="Raleway Black"/>
                <a:cs typeface="Raleway Black"/>
                <a:sym typeface="Raleway Black"/>
              </a:defRPr>
            </a:lvl6pPr>
            <a:lvl7pPr lvl="6" rtl="0">
              <a:spcBef>
                <a:spcPts val="0"/>
              </a:spcBef>
              <a:spcAft>
                <a:spcPts val="0"/>
              </a:spcAft>
              <a:buSzPts val="3000"/>
              <a:buFont typeface="Raleway Black"/>
              <a:buNone/>
              <a:defRPr b="0">
                <a:latin typeface="Raleway Black"/>
                <a:ea typeface="Raleway Black"/>
                <a:cs typeface="Raleway Black"/>
                <a:sym typeface="Raleway Black"/>
              </a:defRPr>
            </a:lvl7pPr>
            <a:lvl8pPr lvl="7" rtl="0">
              <a:spcBef>
                <a:spcPts val="0"/>
              </a:spcBef>
              <a:spcAft>
                <a:spcPts val="0"/>
              </a:spcAft>
              <a:buSzPts val="3000"/>
              <a:buFont typeface="Raleway Black"/>
              <a:buNone/>
              <a:defRPr b="0">
                <a:latin typeface="Raleway Black"/>
                <a:ea typeface="Raleway Black"/>
                <a:cs typeface="Raleway Black"/>
                <a:sym typeface="Raleway Black"/>
              </a:defRPr>
            </a:lvl8pPr>
            <a:lvl9pPr lvl="8" rtl="0">
              <a:spcBef>
                <a:spcPts val="0"/>
              </a:spcBef>
              <a:spcAft>
                <a:spcPts val="0"/>
              </a:spcAft>
              <a:buSzPts val="3000"/>
              <a:buFont typeface="Raleway Black"/>
              <a:buNone/>
              <a:defRPr b="0">
                <a:latin typeface="Raleway Black"/>
                <a:ea typeface="Raleway Black"/>
                <a:cs typeface="Raleway Black"/>
                <a:sym typeface="Raleway Black"/>
              </a:defRPr>
            </a:lvl9pPr>
          </a:lstStyle>
          <a:p>
            <a:endParaRPr/>
          </a:p>
        </p:txBody>
      </p:sp>
      <p:sp>
        <p:nvSpPr>
          <p:cNvPr id="465" name="Google Shape;465;p18"/>
          <p:cNvSpPr txBox="1">
            <a:spLocks noGrp="1"/>
          </p:cNvSpPr>
          <p:nvPr>
            <p:ph type="subTitle" idx="1"/>
          </p:nvPr>
        </p:nvSpPr>
        <p:spPr>
          <a:xfrm>
            <a:off x="1182950" y="1729925"/>
            <a:ext cx="1986000" cy="100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66" name="Google Shape;466;p18"/>
          <p:cNvSpPr txBox="1">
            <a:spLocks noGrp="1"/>
          </p:cNvSpPr>
          <p:nvPr>
            <p:ph type="subTitle" idx="2"/>
          </p:nvPr>
        </p:nvSpPr>
        <p:spPr>
          <a:xfrm>
            <a:off x="3580856" y="1729934"/>
            <a:ext cx="1986000" cy="100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67" name="Google Shape;467;p18"/>
          <p:cNvSpPr txBox="1">
            <a:spLocks noGrp="1"/>
          </p:cNvSpPr>
          <p:nvPr>
            <p:ph type="subTitle" idx="3"/>
          </p:nvPr>
        </p:nvSpPr>
        <p:spPr>
          <a:xfrm>
            <a:off x="1182950" y="3419050"/>
            <a:ext cx="1986000" cy="100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68" name="Google Shape;468;p18"/>
          <p:cNvSpPr txBox="1">
            <a:spLocks noGrp="1"/>
          </p:cNvSpPr>
          <p:nvPr>
            <p:ph type="subTitle" idx="4"/>
          </p:nvPr>
        </p:nvSpPr>
        <p:spPr>
          <a:xfrm>
            <a:off x="3579000" y="3419050"/>
            <a:ext cx="1986000" cy="100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69" name="Google Shape;469;p18"/>
          <p:cNvSpPr txBox="1">
            <a:spLocks noGrp="1"/>
          </p:cNvSpPr>
          <p:nvPr>
            <p:ph type="subTitle" idx="5"/>
          </p:nvPr>
        </p:nvSpPr>
        <p:spPr>
          <a:xfrm>
            <a:off x="5975050" y="1729934"/>
            <a:ext cx="1986000" cy="100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70" name="Google Shape;470;p18"/>
          <p:cNvSpPr txBox="1">
            <a:spLocks noGrp="1"/>
          </p:cNvSpPr>
          <p:nvPr>
            <p:ph type="subTitle" idx="6"/>
          </p:nvPr>
        </p:nvSpPr>
        <p:spPr>
          <a:xfrm>
            <a:off x="5975050" y="3419050"/>
            <a:ext cx="1986000" cy="100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71" name="Google Shape;471;p18"/>
          <p:cNvSpPr txBox="1">
            <a:spLocks noGrp="1"/>
          </p:cNvSpPr>
          <p:nvPr>
            <p:ph type="subTitle" idx="7"/>
          </p:nvPr>
        </p:nvSpPr>
        <p:spPr>
          <a:xfrm>
            <a:off x="1190750" y="1396451"/>
            <a:ext cx="1978200" cy="465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sp>
        <p:nvSpPr>
          <p:cNvPr id="472" name="Google Shape;472;p18"/>
          <p:cNvSpPr txBox="1">
            <a:spLocks noGrp="1"/>
          </p:cNvSpPr>
          <p:nvPr>
            <p:ph type="subTitle" idx="8"/>
          </p:nvPr>
        </p:nvSpPr>
        <p:spPr>
          <a:xfrm>
            <a:off x="3584756" y="1396458"/>
            <a:ext cx="1978200" cy="465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sp>
        <p:nvSpPr>
          <p:cNvPr id="473" name="Google Shape;473;p18"/>
          <p:cNvSpPr txBox="1">
            <a:spLocks noGrp="1"/>
          </p:cNvSpPr>
          <p:nvPr>
            <p:ph type="subTitle" idx="9"/>
          </p:nvPr>
        </p:nvSpPr>
        <p:spPr>
          <a:xfrm>
            <a:off x="5978950" y="1396458"/>
            <a:ext cx="1978200" cy="465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sp>
        <p:nvSpPr>
          <p:cNvPr id="474" name="Google Shape;474;p18"/>
          <p:cNvSpPr txBox="1">
            <a:spLocks noGrp="1"/>
          </p:cNvSpPr>
          <p:nvPr>
            <p:ph type="subTitle" idx="13"/>
          </p:nvPr>
        </p:nvSpPr>
        <p:spPr>
          <a:xfrm>
            <a:off x="1182950" y="3082550"/>
            <a:ext cx="1986000" cy="465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sp>
        <p:nvSpPr>
          <p:cNvPr id="475" name="Google Shape;475;p18"/>
          <p:cNvSpPr txBox="1">
            <a:spLocks noGrp="1"/>
          </p:cNvSpPr>
          <p:nvPr>
            <p:ph type="subTitle" idx="14"/>
          </p:nvPr>
        </p:nvSpPr>
        <p:spPr>
          <a:xfrm>
            <a:off x="3584758" y="3082550"/>
            <a:ext cx="1978200" cy="465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sp>
        <p:nvSpPr>
          <p:cNvPr id="476" name="Google Shape;476;p18"/>
          <p:cNvSpPr txBox="1">
            <a:spLocks noGrp="1"/>
          </p:cNvSpPr>
          <p:nvPr>
            <p:ph type="subTitle" idx="15"/>
          </p:nvPr>
        </p:nvSpPr>
        <p:spPr>
          <a:xfrm>
            <a:off x="5978948" y="3082550"/>
            <a:ext cx="1978200" cy="465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grpSp>
        <p:nvGrpSpPr>
          <p:cNvPr id="477" name="Google Shape;477;p18"/>
          <p:cNvGrpSpPr/>
          <p:nvPr/>
        </p:nvGrpSpPr>
        <p:grpSpPr>
          <a:xfrm>
            <a:off x="-173589" y="2054902"/>
            <a:ext cx="8977956" cy="875138"/>
            <a:chOff x="-173589" y="2054902"/>
            <a:chExt cx="8977956" cy="875138"/>
          </a:xfrm>
        </p:grpSpPr>
        <p:sp>
          <p:nvSpPr>
            <p:cNvPr id="478" name="Google Shape;478;p18"/>
            <p:cNvSpPr/>
            <p:nvPr/>
          </p:nvSpPr>
          <p:spPr>
            <a:xfrm rot="-5400000" flipH="1">
              <a:off x="157300" y="2670985"/>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18"/>
            <p:cNvSpPr/>
            <p:nvPr/>
          </p:nvSpPr>
          <p:spPr>
            <a:xfrm rot="-5400000" flipH="1">
              <a:off x="42350" y="2423585"/>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0" name="Google Shape;480;p18"/>
            <p:cNvGrpSpPr/>
            <p:nvPr/>
          </p:nvGrpSpPr>
          <p:grpSpPr>
            <a:xfrm rot="10800000" flipH="1">
              <a:off x="8597477" y="2054902"/>
              <a:ext cx="206891" cy="766144"/>
              <a:chOff x="8650702" y="3525402"/>
              <a:chExt cx="206891" cy="766144"/>
            </a:xfrm>
          </p:grpSpPr>
          <p:sp>
            <p:nvSpPr>
              <p:cNvPr id="481" name="Google Shape;481;p18"/>
              <p:cNvSpPr/>
              <p:nvPr/>
            </p:nvSpPr>
            <p:spPr>
              <a:xfrm rot="10800000">
                <a:off x="8650702" y="35254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18"/>
              <p:cNvSpPr/>
              <p:nvPr/>
            </p:nvSpPr>
            <p:spPr>
              <a:xfrm rot="10800000">
                <a:off x="8814477" y="38165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83" name="Google Shape;483;p18"/>
          <p:cNvGrpSpPr/>
          <p:nvPr/>
        </p:nvGrpSpPr>
        <p:grpSpPr>
          <a:xfrm>
            <a:off x="756786" y="700836"/>
            <a:ext cx="8183234" cy="4589198"/>
            <a:chOff x="756786" y="700836"/>
            <a:chExt cx="8183234" cy="4589198"/>
          </a:xfrm>
        </p:grpSpPr>
        <p:sp>
          <p:nvSpPr>
            <p:cNvPr id="484" name="Google Shape;484;p18"/>
            <p:cNvSpPr/>
            <p:nvPr/>
          </p:nvSpPr>
          <p:spPr>
            <a:xfrm flipH="1">
              <a:off x="756786" y="4849154"/>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8"/>
            <p:cNvSpPr/>
            <p:nvPr/>
          </p:nvSpPr>
          <p:spPr>
            <a:xfrm rot="10800000" flipH="1">
              <a:off x="8899964" y="70083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6" name="Google Shape;486;p18"/>
          <p:cNvGrpSpPr/>
          <p:nvPr/>
        </p:nvGrpSpPr>
        <p:grpSpPr>
          <a:xfrm>
            <a:off x="-418722" y="-549400"/>
            <a:ext cx="9906875" cy="5811597"/>
            <a:chOff x="-418722" y="-549400"/>
            <a:chExt cx="9906875" cy="5811597"/>
          </a:xfrm>
        </p:grpSpPr>
        <p:grpSp>
          <p:nvGrpSpPr>
            <p:cNvPr id="487" name="Google Shape;487;p18"/>
            <p:cNvGrpSpPr/>
            <p:nvPr/>
          </p:nvGrpSpPr>
          <p:grpSpPr>
            <a:xfrm rot="10800000" flipH="1">
              <a:off x="8269288" y="182196"/>
              <a:ext cx="493321" cy="357312"/>
              <a:chOff x="1722354" y="229144"/>
              <a:chExt cx="1748744" cy="1266614"/>
            </a:xfrm>
          </p:grpSpPr>
          <p:sp>
            <p:nvSpPr>
              <p:cNvPr id="488" name="Google Shape;488;p18"/>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18"/>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0" name="Google Shape;490;p18"/>
            <p:cNvGrpSpPr/>
            <p:nvPr/>
          </p:nvGrpSpPr>
          <p:grpSpPr>
            <a:xfrm rot="10800000">
              <a:off x="-418722" y="3973294"/>
              <a:ext cx="965258" cy="273510"/>
              <a:chOff x="-6675" y="2881558"/>
              <a:chExt cx="9140700" cy="2059567"/>
            </a:xfrm>
          </p:grpSpPr>
          <p:cxnSp>
            <p:nvCxnSpPr>
              <p:cNvPr id="491" name="Google Shape;491;p18"/>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92" name="Google Shape;492;p18"/>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93" name="Google Shape;493;p18"/>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94" name="Google Shape;494;p18"/>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95" name="Google Shape;495;p18"/>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sp>
          <p:nvSpPr>
            <p:cNvPr id="496" name="Google Shape;496;p18"/>
            <p:cNvSpPr/>
            <p:nvPr/>
          </p:nvSpPr>
          <p:spPr>
            <a:xfrm rot="-5400000" flipH="1">
              <a:off x="-642564" y="4073091"/>
              <a:ext cx="2068124" cy="310088"/>
            </a:xfrm>
            <a:custGeom>
              <a:avLst/>
              <a:gdLst/>
              <a:ahLst/>
              <a:cxnLst/>
              <a:rect l="l" t="t" r="r" b="b"/>
              <a:pathLst>
                <a:path w="130255" h="19530" extrusionOk="0">
                  <a:moveTo>
                    <a:pt x="0" y="0"/>
                  </a:moveTo>
                  <a:lnTo>
                    <a:pt x="19531" y="19530"/>
                  </a:lnTo>
                  <a:lnTo>
                    <a:pt x="93650" y="19530"/>
                  </a:lnTo>
                  <a:lnTo>
                    <a:pt x="102323" y="10857"/>
                  </a:lnTo>
                  <a:lnTo>
                    <a:pt x="121066" y="10857"/>
                  </a:lnTo>
                  <a:lnTo>
                    <a:pt x="130255" y="1668"/>
                  </a:lnTo>
                </a:path>
              </a:pathLst>
            </a:custGeom>
            <a:noFill/>
            <a:ln w="9525" cap="flat" cmpd="sng">
              <a:solidFill>
                <a:schemeClr val="accent1"/>
              </a:solidFill>
              <a:prstDash val="solid"/>
              <a:round/>
              <a:headEnd type="none" w="med" len="med"/>
              <a:tailEnd type="none" w="med" len="med"/>
            </a:ln>
          </p:spPr>
        </p:sp>
        <p:sp>
          <p:nvSpPr>
            <p:cNvPr id="497" name="Google Shape;497;p18"/>
            <p:cNvSpPr/>
            <p:nvPr/>
          </p:nvSpPr>
          <p:spPr>
            <a:xfrm flipH="1">
              <a:off x="8573201" y="-549400"/>
              <a:ext cx="914953" cy="3799205"/>
            </a:xfrm>
            <a:custGeom>
              <a:avLst/>
              <a:gdLst/>
              <a:ahLst/>
              <a:cxnLst/>
              <a:rect l="l" t="t" r="r" b="b"/>
              <a:pathLst>
                <a:path w="23262" h="96592" extrusionOk="0">
                  <a:moveTo>
                    <a:pt x="0" y="0"/>
                  </a:moveTo>
                  <a:lnTo>
                    <a:pt x="18318" y="18318"/>
                  </a:lnTo>
                  <a:lnTo>
                    <a:pt x="18318" y="58471"/>
                  </a:lnTo>
                  <a:lnTo>
                    <a:pt x="10373" y="66417"/>
                  </a:lnTo>
                  <a:lnTo>
                    <a:pt x="10373" y="83703"/>
                  </a:lnTo>
                  <a:lnTo>
                    <a:pt x="23262" y="96592"/>
                  </a:lnTo>
                </a:path>
              </a:pathLst>
            </a:custGeom>
            <a:noFill/>
            <a:ln w="9525" cap="flat" cmpd="sng">
              <a:solidFill>
                <a:schemeClr val="accent1"/>
              </a:solidFill>
              <a:prstDash val="solid"/>
              <a:round/>
              <a:headEnd type="none" w="med" len="med"/>
              <a:tailEnd type="none" w="med" len="med"/>
            </a:ln>
          </p:spPr>
        </p:sp>
      </p:grpSp>
      <p:sp>
        <p:nvSpPr>
          <p:cNvPr id="498" name="Google Shape;498;p18"/>
          <p:cNvSpPr/>
          <p:nvPr/>
        </p:nvSpPr>
        <p:spPr>
          <a:xfrm rot="-5400000">
            <a:off x="507335" y="632747"/>
            <a:ext cx="228075" cy="197250"/>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629"/>
        <p:cNvGrpSpPr/>
        <p:nvPr/>
      </p:nvGrpSpPr>
      <p:grpSpPr>
        <a:xfrm>
          <a:off x="0" y="0"/>
          <a:ext cx="0" cy="0"/>
          <a:chOff x="0" y="0"/>
          <a:chExt cx="0" cy="0"/>
        </a:xfrm>
      </p:grpSpPr>
      <p:grpSp>
        <p:nvGrpSpPr>
          <p:cNvPr id="630" name="Google Shape;630;p24"/>
          <p:cNvGrpSpPr/>
          <p:nvPr/>
        </p:nvGrpSpPr>
        <p:grpSpPr>
          <a:xfrm>
            <a:off x="248752" y="491529"/>
            <a:ext cx="8669349" cy="4596267"/>
            <a:chOff x="188277" y="445029"/>
            <a:chExt cx="8669349" cy="4596267"/>
          </a:xfrm>
        </p:grpSpPr>
        <p:sp>
          <p:nvSpPr>
            <p:cNvPr id="631" name="Google Shape;631;p24"/>
            <p:cNvSpPr/>
            <p:nvPr/>
          </p:nvSpPr>
          <p:spPr>
            <a:xfrm rot="10800000">
              <a:off x="8615635" y="684429"/>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4"/>
            <p:cNvSpPr/>
            <p:nvPr/>
          </p:nvSpPr>
          <p:spPr>
            <a:xfrm rot="10800000">
              <a:off x="8814510" y="445029"/>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3" name="Google Shape;633;p24"/>
            <p:cNvGrpSpPr/>
            <p:nvPr/>
          </p:nvGrpSpPr>
          <p:grpSpPr>
            <a:xfrm>
              <a:off x="188277" y="4275152"/>
              <a:ext cx="206891" cy="766144"/>
              <a:chOff x="8650702" y="3525402"/>
              <a:chExt cx="206891" cy="766144"/>
            </a:xfrm>
          </p:grpSpPr>
          <p:sp>
            <p:nvSpPr>
              <p:cNvPr id="634" name="Google Shape;634;p24"/>
              <p:cNvSpPr/>
              <p:nvPr/>
            </p:nvSpPr>
            <p:spPr>
              <a:xfrm rot="10800000">
                <a:off x="8650702" y="35254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4"/>
              <p:cNvSpPr/>
              <p:nvPr/>
            </p:nvSpPr>
            <p:spPr>
              <a:xfrm rot="10800000">
                <a:off x="8814477" y="38165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6" name="Google Shape;636;p24"/>
          <p:cNvGrpSpPr/>
          <p:nvPr/>
        </p:nvGrpSpPr>
        <p:grpSpPr>
          <a:xfrm>
            <a:off x="315625" y="1279781"/>
            <a:ext cx="8602485" cy="1562434"/>
            <a:chOff x="174750" y="1380581"/>
            <a:chExt cx="8602485" cy="1562434"/>
          </a:xfrm>
        </p:grpSpPr>
        <p:sp>
          <p:nvSpPr>
            <p:cNvPr id="637" name="Google Shape;637;p24"/>
            <p:cNvSpPr/>
            <p:nvPr/>
          </p:nvSpPr>
          <p:spPr>
            <a:xfrm rot="10800000">
              <a:off x="8737179" y="1380581"/>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4"/>
            <p:cNvSpPr/>
            <p:nvPr/>
          </p:nvSpPr>
          <p:spPr>
            <a:xfrm rot="10800000">
              <a:off x="174750" y="250213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9" name="Google Shape;639;p24"/>
          <p:cNvGrpSpPr/>
          <p:nvPr/>
        </p:nvGrpSpPr>
        <p:grpSpPr>
          <a:xfrm>
            <a:off x="355673" y="-567309"/>
            <a:ext cx="8751502" cy="5946659"/>
            <a:chOff x="251623" y="-534009"/>
            <a:chExt cx="8751502" cy="5946659"/>
          </a:xfrm>
        </p:grpSpPr>
        <p:grpSp>
          <p:nvGrpSpPr>
            <p:cNvPr id="640" name="Google Shape;640;p24"/>
            <p:cNvGrpSpPr/>
            <p:nvPr/>
          </p:nvGrpSpPr>
          <p:grpSpPr>
            <a:xfrm rot="10800000">
              <a:off x="251623" y="3645746"/>
              <a:ext cx="493321" cy="357312"/>
              <a:chOff x="1722354" y="229144"/>
              <a:chExt cx="1748744" cy="1266614"/>
            </a:xfrm>
          </p:grpSpPr>
          <p:sp>
            <p:nvSpPr>
              <p:cNvPr id="641" name="Google Shape;641;p24"/>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4"/>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3" name="Google Shape;643;p24"/>
            <p:cNvGrpSpPr/>
            <p:nvPr/>
          </p:nvGrpSpPr>
          <p:grpSpPr>
            <a:xfrm rot="5400000" flipH="1">
              <a:off x="7247712" y="-188135"/>
              <a:ext cx="965258" cy="273510"/>
              <a:chOff x="-6675" y="2881558"/>
              <a:chExt cx="9140700" cy="2059567"/>
            </a:xfrm>
          </p:grpSpPr>
          <p:cxnSp>
            <p:nvCxnSpPr>
              <p:cNvPr id="644" name="Google Shape;644;p24"/>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45" name="Google Shape;645;p24"/>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46" name="Google Shape;646;p24"/>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47" name="Google Shape;647;p24"/>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48" name="Google Shape;648;p24"/>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sp>
          <p:nvSpPr>
            <p:cNvPr id="649" name="Google Shape;649;p24"/>
            <p:cNvSpPr/>
            <p:nvPr/>
          </p:nvSpPr>
          <p:spPr>
            <a:xfrm>
              <a:off x="5746750" y="-57000"/>
              <a:ext cx="3256375" cy="488250"/>
            </a:xfrm>
            <a:custGeom>
              <a:avLst/>
              <a:gdLst/>
              <a:ahLst/>
              <a:cxnLst/>
              <a:rect l="l" t="t" r="r" b="b"/>
              <a:pathLst>
                <a:path w="130255" h="19530" extrusionOk="0">
                  <a:moveTo>
                    <a:pt x="0" y="0"/>
                  </a:moveTo>
                  <a:lnTo>
                    <a:pt x="19531" y="19530"/>
                  </a:lnTo>
                  <a:lnTo>
                    <a:pt x="93650" y="19530"/>
                  </a:lnTo>
                  <a:lnTo>
                    <a:pt x="102323" y="10857"/>
                  </a:lnTo>
                  <a:lnTo>
                    <a:pt x="121066" y="10857"/>
                  </a:lnTo>
                  <a:lnTo>
                    <a:pt x="130255" y="1668"/>
                  </a:lnTo>
                </a:path>
              </a:pathLst>
            </a:custGeom>
            <a:noFill/>
            <a:ln w="9525" cap="flat" cmpd="sng">
              <a:solidFill>
                <a:schemeClr val="accent1"/>
              </a:solidFill>
              <a:prstDash val="solid"/>
              <a:round/>
              <a:headEnd type="none" w="med" len="med"/>
              <a:tailEnd type="none" w="med" len="med"/>
            </a:ln>
          </p:spPr>
        </p:sp>
        <p:sp>
          <p:nvSpPr>
            <p:cNvPr id="650" name="Google Shape;650;p24"/>
            <p:cNvSpPr/>
            <p:nvPr/>
          </p:nvSpPr>
          <p:spPr>
            <a:xfrm>
              <a:off x="260200" y="3089575"/>
              <a:ext cx="476150" cy="2323075"/>
            </a:xfrm>
            <a:custGeom>
              <a:avLst/>
              <a:gdLst/>
              <a:ahLst/>
              <a:cxnLst/>
              <a:rect l="l" t="t" r="r" b="b"/>
              <a:pathLst>
                <a:path w="19046" h="92923" extrusionOk="0">
                  <a:moveTo>
                    <a:pt x="0" y="0"/>
                  </a:moveTo>
                  <a:lnTo>
                    <a:pt x="0" y="36635"/>
                  </a:lnTo>
                  <a:lnTo>
                    <a:pt x="19046" y="55681"/>
                  </a:lnTo>
                  <a:lnTo>
                    <a:pt x="19046" y="92923"/>
                  </a:lnTo>
                </a:path>
              </a:pathLst>
            </a:custGeom>
            <a:noFill/>
            <a:ln w="9525" cap="flat" cmpd="sng">
              <a:solidFill>
                <a:schemeClr val="accent1"/>
              </a:solidFill>
              <a:prstDash val="solid"/>
              <a:round/>
              <a:headEnd type="none" w="med" len="med"/>
              <a:tailEnd type="none" w="med" len="med"/>
            </a:ln>
          </p:spPr>
        </p:sp>
      </p:grpSp>
      <p:sp>
        <p:nvSpPr>
          <p:cNvPr id="651" name="Google Shape;651;p24"/>
          <p:cNvSpPr/>
          <p:nvPr/>
        </p:nvSpPr>
        <p:spPr>
          <a:xfrm rot="-5400000">
            <a:off x="507335" y="632747"/>
            <a:ext cx="228075" cy="197250"/>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600"/>
              <a:buFont typeface="Raleway Black"/>
              <a:buNone/>
              <a:defRPr sz="2600">
                <a:solidFill>
                  <a:schemeClr val="dk1"/>
                </a:solidFill>
                <a:latin typeface="Raleway Black"/>
                <a:ea typeface="Raleway Black"/>
                <a:cs typeface="Raleway Black"/>
                <a:sym typeface="Raleway Black"/>
              </a:defRPr>
            </a:lvl1pPr>
            <a:lvl2pPr lvl="1"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2pPr>
            <a:lvl3pPr lvl="2"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3pPr>
            <a:lvl4pPr lvl="3"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4pPr>
            <a:lvl5pPr lvl="4"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5pPr>
            <a:lvl6pPr lvl="5"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6pPr>
            <a:lvl7pPr lvl="6"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7pPr>
            <a:lvl8pPr lvl="7"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8pPr>
            <a:lvl9pPr lvl="8"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1pPr>
            <a:lvl2pPr marL="914400" lvl="1"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2pPr>
            <a:lvl3pPr marL="1371600" lvl="2"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3pPr>
            <a:lvl4pPr marL="1828800" lvl="3"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4pPr>
            <a:lvl5pPr marL="2286000" lvl="4"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5pPr>
            <a:lvl6pPr marL="2743200" lvl="5"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6pPr>
            <a:lvl7pPr marL="3200400" lvl="6"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7pPr>
            <a:lvl8pPr marL="3657600" lvl="7"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8pPr>
            <a:lvl9pPr marL="4114800" lvl="8"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5" r:id="rId7"/>
    <p:sldLayoutId id="2147483656" r:id="rId8"/>
    <p:sldLayoutId id="2147483658" r:id="rId9"/>
    <p:sldLayoutId id="2147483661" r:id="rId10"/>
    <p:sldLayoutId id="2147483663" r:id="rId11"/>
    <p:sldLayoutId id="2147483664" r:id="rId12"/>
    <p:sldLayoutId id="2147483670"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661"/>
        <p:cNvGrpSpPr/>
        <p:nvPr/>
      </p:nvGrpSpPr>
      <p:grpSpPr>
        <a:xfrm>
          <a:off x="0" y="0"/>
          <a:ext cx="0" cy="0"/>
          <a:chOff x="0" y="0"/>
          <a:chExt cx="0" cy="0"/>
        </a:xfrm>
      </p:grpSpPr>
      <p:sp>
        <p:nvSpPr>
          <p:cNvPr id="662" name="Google Shape;662;p28"/>
          <p:cNvSpPr txBox="1">
            <a:spLocks noGrp="1"/>
          </p:cNvSpPr>
          <p:nvPr>
            <p:ph type="ctrTitle"/>
          </p:nvPr>
        </p:nvSpPr>
        <p:spPr>
          <a:xfrm>
            <a:off x="1115975" y="1065816"/>
            <a:ext cx="4384800" cy="281222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pt-BR"/>
              <a:t>Um Estudo Comparativo entre as Linguagens de Programação Java e Python</a:t>
            </a:r>
            <a:endParaRPr lang="en-US"/>
          </a:p>
        </p:txBody>
      </p:sp>
      <p:sp>
        <p:nvSpPr>
          <p:cNvPr id="664" name="Google Shape;664;p28"/>
          <p:cNvSpPr/>
          <p:nvPr/>
        </p:nvSpPr>
        <p:spPr>
          <a:xfrm rot="-5400000">
            <a:off x="689075" y="2215534"/>
            <a:ext cx="357300" cy="309016"/>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5" name="Google Shape;665;p28"/>
          <p:cNvGrpSpPr/>
          <p:nvPr/>
        </p:nvGrpSpPr>
        <p:grpSpPr>
          <a:xfrm>
            <a:off x="6777434" y="2296620"/>
            <a:ext cx="1033834" cy="3360485"/>
            <a:chOff x="6777434" y="2296620"/>
            <a:chExt cx="1033834" cy="3360485"/>
          </a:xfrm>
        </p:grpSpPr>
        <p:grpSp>
          <p:nvGrpSpPr>
            <p:cNvPr id="666" name="Google Shape;666;p28"/>
            <p:cNvGrpSpPr/>
            <p:nvPr/>
          </p:nvGrpSpPr>
          <p:grpSpPr>
            <a:xfrm rot="10800000">
              <a:off x="6777434" y="2296620"/>
              <a:ext cx="681217" cy="3360485"/>
              <a:chOff x="1337800" y="-2525590"/>
              <a:chExt cx="1498167" cy="7390555"/>
            </a:xfrm>
          </p:grpSpPr>
          <p:cxnSp>
            <p:nvCxnSpPr>
              <p:cNvPr id="667" name="Google Shape;667;p28"/>
              <p:cNvCxnSpPr/>
              <p:nvPr/>
            </p:nvCxnSpPr>
            <p:spPr>
              <a:xfrm rot="10800000">
                <a:off x="1337800" y="-2525590"/>
                <a:ext cx="0" cy="5870700"/>
              </a:xfrm>
              <a:prstGeom prst="straightConnector1">
                <a:avLst/>
              </a:prstGeom>
              <a:noFill/>
              <a:ln w="9525" cap="flat" cmpd="sng">
                <a:solidFill>
                  <a:schemeClr val="lt1"/>
                </a:solidFill>
                <a:prstDash val="solid"/>
                <a:round/>
                <a:headEnd type="none" w="med" len="med"/>
                <a:tailEnd type="none" w="med" len="med"/>
              </a:ln>
            </p:spPr>
          </p:cxnSp>
          <p:cxnSp>
            <p:nvCxnSpPr>
              <p:cNvPr id="668" name="Google Shape;668;p28"/>
              <p:cNvCxnSpPr/>
              <p:nvPr/>
            </p:nvCxnSpPr>
            <p:spPr>
              <a:xfrm>
                <a:off x="1337800" y="3347125"/>
                <a:ext cx="1158600" cy="1141200"/>
              </a:xfrm>
              <a:prstGeom prst="straightConnector1">
                <a:avLst/>
              </a:prstGeom>
              <a:noFill/>
              <a:ln w="9525" cap="flat" cmpd="sng">
                <a:solidFill>
                  <a:schemeClr val="lt1"/>
                </a:solidFill>
                <a:prstDash val="solid"/>
                <a:round/>
                <a:headEnd type="none" w="med" len="med"/>
                <a:tailEnd type="none" w="med" len="med"/>
              </a:ln>
            </p:spPr>
          </p:cxnSp>
          <p:sp>
            <p:nvSpPr>
              <p:cNvPr id="669" name="Google Shape;669;p28"/>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0" name="Google Shape;670;p28"/>
            <p:cNvSpPr/>
            <p:nvPr/>
          </p:nvSpPr>
          <p:spPr>
            <a:xfrm>
              <a:off x="7771212" y="297293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28"/>
            <p:cNvSpPr/>
            <p:nvPr/>
          </p:nvSpPr>
          <p:spPr>
            <a:xfrm rot="10800000">
              <a:off x="7160463" y="4347766"/>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28"/>
            <p:cNvSpPr/>
            <p:nvPr/>
          </p:nvSpPr>
          <p:spPr>
            <a:xfrm rot="10800000">
              <a:off x="6933883" y="36133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3" name="Google Shape;673;p28"/>
          <p:cNvGrpSpPr/>
          <p:nvPr/>
        </p:nvGrpSpPr>
        <p:grpSpPr>
          <a:xfrm>
            <a:off x="6262859" y="-2197955"/>
            <a:ext cx="681217" cy="3360485"/>
            <a:chOff x="1337800" y="-2525590"/>
            <a:chExt cx="1498167" cy="7390555"/>
          </a:xfrm>
        </p:grpSpPr>
        <p:cxnSp>
          <p:nvCxnSpPr>
            <p:cNvPr id="674" name="Google Shape;674;p28"/>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675" name="Google Shape;675;p28"/>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676" name="Google Shape;676;p28"/>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7" name="Google Shape;677;p28"/>
          <p:cNvSpPr/>
          <p:nvPr/>
        </p:nvSpPr>
        <p:spPr>
          <a:xfrm rot="-5400000">
            <a:off x="8215875" y="805548"/>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8" name="Google Shape;678;p28"/>
          <p:cNvGrpSpPr/>
          <p:nvPr/>
        </p:nvGrpSpPr>
        <p:grpSpPr>
          <a:xfrm rot="10800000" flipH="1">
            <a:off x="-2068288" y="305430"/>
            <a:ext cx="4791669" cy="923822"/>
            <a:chOff x="-78438" y="3775205"/>
            <a:chExt cx="4791669" cy="923822"/>
          </a:xfrm>
        </p:grpSpPr>
        <p:cxnSp>
          <p:nvCxnSpPr>
            <p:cNvPr id="679" name="Google Shape;679;p28"/>
            <p:cNvCxnSpPr/>
            <p:nvPr/>
          </p:nvCxnSpPr>
          <p:spPr>
            <a:xfrm>
              <a:off x="1857762" y="2762827"/>
              <a:ext cx="0" cy="3872400"/>
            </a:xfrm>
            <a:prstGeom prst="straightConnector1">
              <a:avLst/>
            </a:prstGeom>
            <a:noFill/>
            <a:ln w="9525" cap="flat" cmpd="sng">
              <a:solidFill>
                <a:schemeClr val="accent1"/>
              </a:solidFill>
              <a:prstDash val="solid"/>
              <a:round/>
              <a:headEnd type="none" w="med" len="med"/>
              <a:tailEnd type="none" w="med" len="med"/>
            </a:ln>
          </p:spPr>
        </p:cxnSp>
        <p:cxnSp>
          <p:nvCxnSpPr>
            <p:cNvPr id="680" name="Google Shape;680;p28"/>
            <p:cNvCxnSpPr/>
            <p:nvPr/>
          </p:nvCxnSpPr>
          <p:spPr>
            <a:xfrm rot="-5400000">
              <a:off x="3789591" y="3940627"/>
              <a:ext cx="764100" cy="752700"/>
            </a:xfrm>
            <a:prstGeom prst="straightConnector1">
              <a:avLst/>
            </a:prstGeom>
            <a:noFill/>
            <a:ln w="9525" cap="flat" cmpd="sng">
              <a:solidFill>
                <a:schemeClr val="accent1"/>
              </a:solidFill>
              <a:prstDash val="solid"/>
              <a:round/>
              <a:headEnd type="none" w="med" len="med"/>
              <a:tailEnd type="none" w="med" len="med"/>
            </a:ln>
          </p:spPr>
        </p:cxnSp>
        <p:sp>
          <p:nvSpPr>
            <p:cNvPr id="681" name="Google Shape;681;p28"/>
            <p:cNvSpPr/>
            <p:nvPr/>
          </p:nvSpPr>
          <p:spPr>
            <a:xfrm>
              <a:off x="4519806" y="3775205"/>
              <a:ext cx="193425" cy="191350"/>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2" name="Google Shape;682;p28"/>
          <p:cNvGrpSpPr/>
          <p:nvPr/>
        </p:nvGrpSpPr>
        <p:grpSpPr>
          <a:xfrm>
            <a:off x="3329300" y="-3035953"/>
            <a:ext cx="6471825" cy="4623428"/>
            <a:chOff x="3329300" y="-3035953"/>
            <a:chExt cx="6471825" cy="4623428"/>
          </a:xfrm>
        </p:grpSpPr>
        <p:grpSp>
          <p:nvGrpSpPr>
            <p:cNvPr id="683" name="Google Shape;683;p28"/>
            <p:cNvGrpSpPr/>
            <p:nvPr/>
          </p:nvGrpSpPr>
          <p:grpSpPr>
            <a:xfrm rot="5400000">
              <a:off x="2802525" y="-1414050"/>
              <a:ext cx="3859204" cy="615399"/>
              <a:chOff x="-6675" y="307100"/>
              <a:chExt cx="9140700" cy="4634025"/>
            </a:xfrm>
          </p:grpSpPr>
          <p:cxnSp>
            <p:nvCxnSpPr>
              <p:cNvPr id="684" name="Google Shape;684;p28"/>
              <p:cNvCxnSpPr/>
              <p:nvPr/>
            </p:nvCxnSpPr>
            <p:spPr>
              <a:xfrm>
                <a:off x="-6675" y="30710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85" name="Google Shape;685;p28"/>
              <p:cNvCxnSpPr/>
              <p:nvPr/>
            </p:nvCxnSpPr>
            <p:spPr>
              <a:xfrm>
                <a:off x="-6675" y="133688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86" name="Google Shape;686;p28"/>
              <p:cNvCxnSpPr/>
              <p:nvPr/>
            </p:nvCxnSpPr>
            <p:spPr>
              <a:xfrm>
                <a:off x="-6675" y="82199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87" name="Google Shape;687;p28"/>
              <p:cNvCxnSpPr/>
              <p:nvPr/>
            </p:nvCxnSpPr>
            <p:spPr>
              <a:xfrm>
                <a:off x="-6675" y="1851775"/>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88" name="Google Shape;688;p28"/>
              <p:cNvCxnSpPr/>
              <p:nvPr/>
            </p:nvCxnSpPr>
            <p:spPr>
              <a:xfrm>
                <a:off x="-6675" y="2366667"/>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89" name="Google Shape;689;p28"/>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90" name="Google Shape;690;p28"/>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91" name="Google Shape;691;p28"/>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92" name="Google Shape;692;p28"/>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93" name="Google Shape;693;p28"/>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sp>
          <p:nvSpPr>
            <p:cNvPr id="694" name="Google Shape;694;p28"/>
            <p:cNvSpPr/>
            <p:nvPr/>
          </p:nvSpPr>
          <p:spPr>
            <a:xfrm>
              <a:off x="3329300" y="823250"/>
              <a:ext cx="6471825" cy="764225"/>
            </a:xfrm>
            <a:custGeom>
              <a:avLst/>
              <a:gdLst/>
              <a:ahLst/>
              <a:cxnLst/>
              <a:rect l="l" t="t" r="r" b="b"/>
              <a:pathLst>
                <a:path w="258873" h="30569" extrusionOk="0">
                  <a:moveTo>
                    <a:pt x="0" y="0"/>
                  </a:moveTo>
                  <a:lnTo>
                    <a:pt x="76910" y="0"/>
                  </a:lnTo>
                  <a:lnTo>
                    <a:pt x="107480" y="30569"/>
                  </a:lnTo>
                  <a:lnTo>
                    <a:pt x="167406" y="30569"/>
                  </a:lnTo>
                  <a:lnTo>
                    <a:pt x="176418" y="14960"/>
                  </a:lnTo>
                  <a:lnTo>
                    <a:pt x="258873" y="14960"/>
                  </a:lnTo>
                  <a:lnTo>
                    <a:pt x="258873" y="10918"/>
                  </a:lnTo>
                </a:path>
              </a:pathLst>
            </a:custGeom>
            <a:noFill/>
            <a:ln w="9525" cap="flat" cmpd="sng">
              <a:solidFill>
                <a:schemeClr val="accent1"/>
              </a:solidFill>
              <a:prstDash val="solid"/>
              <a:round/>
              <a:headEnd type="none" w="med" len="med"/>
              <a:tailEnd type="none" w="med" len="med"/>
            </a:ln>
          </p:spPr>
          <p:txBody>
            <a:bodyPr/>
            <a:lstStyle/>
            <a:p>
              <a:endParaRPr lang="pt-BR"/>
            </a:p>
          </p:txBody>
        </p:sp>
      </p:grpSp>
      <p:pic>
        <p:nvPicPr>
          <p:cNvPr id="13" name="Imagem 12" descr="Ícone&#10;&#10;Descrição gerada automaticamente">
            <a:extLst>
              <a:ext uri="{FF2B5EF4-FFF2-40B4-BE49-F238E27FC236}">
                <a16:creationId xmlns:a16="http://schemas.microsoft.com/office/drawing/2014/main" id="{492E83CC-FF81-B4C8-6CEB-906A0DC2EB46}"/>
              </a:ext>
            </a:extLst>
          </p:cNvPr>
          <p:cNvPicPr>
            <a:picLocks noChangeAspect="1"/>
          </p:cNvPicPr>
          <p:nvPr/>
        </p:nvPicPr>
        <p:blipFill>
          <a:blip r:embed="rId3"/>
          <a:stretch>
            <a:fillRect/>
          </a:stretch>
        </p:blipFill>
        <p:spPr>
          <a:xfrm>
            <a:off x="7753463" y="3613321"/>
            <a:ext cx="1377254" cy="1377254"/>
          </a:xfrm>
          <a:prstGeom prst="rect">
            <a:avLst/>
          </a:prstGeom>
        </p:spPr>
      </p:pic>
      <p:pic>
        <p:nvPicPr>
          <p:cNvPr id="15" name="Imagem 14" descr="Logotipo&#10;&#10;Descrição gerada automaticamente com confiança média">
            <a:extLst>
              <a:ext uri="{FF2B5EF4-FFF2-40B4-BE49-F238E27FC236}">
                <a16:creationId xmlns:a16="http://schemas.microsoft.com/office/drawing/2014/main" id="{21441D26-2518-AC7C-C467-B1CAA6BAFEAF}"/>
              </a:ext>
            </a:extLst>
          </p:cNvPr>
          <p:cNvPicPr>
            <a:picLocks noChangeAspect="1"/>
          </p:cNvPicPr>
          <p:nvPr/>
        </p:nvPicPr>
        <p:blipFill>
          <a:blip r:embed="rId4"/>
          <a:stretch>
            <a:fillRect/>
          </a:stretch>
        </p:blipFill>
        <p:spPr>
          <a:xfrm>
            <a:off x="6358953" y="3414666"/>
            <a:ext cx="978896" cy="15194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p35"/>
          <p:cNvSpPr txBox="1">
            <a:spLocks noGrp="1"/>
          </p:cNvSpPr>
          <p:nvPr>
            <p:ph type="subTitle" idx="6"/>
          </p:nvPr>
        </p:nvSpPr>
        <p:spPr>
          <a:xfrm>
            <a:off x="1253225" y="2827725"/>
            <a:ext cx="2811000" cy="516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pt-BR"/>
              <a:t>Bibliotecas e Frameworks</a:t>
            </a:r>
          </a:p>
        </p:txBody>
      </p:sp>
      <p:sp>
        <p:nvSpPr>
          <p:cNvPr id="795" name="Google Shape;795;p35"/>
          <p:cNvSpPr txBox="1">
            <a:spLocks noGrp="1"/>
          </p:cNvSpPr>
          <p:nvPr>
            <p:ph type="title"/>
          </p:nvPr>
        </p:nvSpPr>
        <p:spPr>
          <a:xfrm>
            <a:off x="720000" y="445024"/>
            <a:ext cx="7752488" cy="871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BR"/>
              <a:t>História do Python - legibilidade, simplicidade e versatilidade</a:t>
            </a:r>
            <a:endParaRPr/>
          </a:p>
        </p:txBody>
      </p:sp>
      <p:sp>
        <p:nvSpPr>
          <p:cNvPr id="796" name="Google Shape;796;p35"/>
          <p:cNvSpPr txBox="1">
            <a:spLocks noGrp="1"/>
          </p:cNvSpPr>
          <p:nvPr>
            <p:ph type="subTitle" idx="1"/>
          </p:nvPr>
        </p:nvSpPr>
        <p:spPr>
          <a:xfrm>
            <a:off x="1253224" y="1770100"/>
            <a:ext cx="2811000" cy="95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BR" dirty="0"/>
              <a:t>Python surgiu no ano de 1989, pelo programador e matemático Guido van </a:t>
            </a:r>
            <a:r>
              <a:rPr lang="pt-BR" dirty="0" err="1"/>
              <a:t>Rossum</a:t>
            </a:r>
            <a:endParaRPr dirty="0"/>
          </a:p>
        </p:txBody>
      </p:sp>
      <p:sp>
        <p:nvSpPr>
          <p:cNvPr id="797" name="Google Shape;797;p35"/>
          <p:cNvSpPr txBox="1">
            <a:spLocks noGrp="1"/>
          </p:cNvSpPr>
          <p:nvPr>
            <p:ph type="subTitle" idx="2"/>
          </p:nvPr>
        </p:nvSpPr>
        <p:spPr>
          <a:xfrm>
            <a:off x="5079776" y="1770100"/>
            <a:ext cx="2811000" cy="95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BR" dirty="0"/>
              <a:t>Python foi pensando com três grandes propósitos legibilidade, simplicidade e versatilidade. Esses propósitos são os responsáveis por sua popularidade</a:t>
            </a:r>
            <a:endParaRPr dirty="0"/>
          </a:p>
        </p:txBody>
      </p:sp>
      <p:sp>
        <p:nvSpPr>
          <p:cNvPr id="798" name="Google Shape;798;p35"/>
          <p:cNvSpPr txBox="1">
            <a:spLocks noGrp="1"/>
          </p:cNvSpPr>
          <p:nvPr>
            <p:ph type="subTitle" idx="3"/>
          </p:nvPr>
        </p:nvSpPr>
        <p:spPr>
          <a:xfrm>
            <a:off x="1253224" y="3281700"/>
            <a:ext cx="2811000" cy="95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BR" dirty="0"/>
              <a:t>Oferecem uma vasta gama de funcionalidades e soluções prontas para diversas aplicações em um código Python</a:t>
            </a:r>
          </a:p>
        </p:txBody>
      </p:sp>
      <p:sp>
        <p:nvSpPr>
          <p:cNvPr id="799" name="Google Shape;799;p35"/>
          <p:cNvSpPr txBox="1">
            <a:spLocks noGrp="1"/>
          </p:cNvSpPr>
          <p:nvPr>
            <p:ph type="subTitle" idx="4"/>
          </p:nvPr>
        </p:nvSpPr>
        <p:spPr>
          <a:xfrm>
            <a:off x="5079776" y="3281700"/>
            <a:ext cx="2811000" cy="95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BR" dirty="0"/>
              <a:t>As aplicações que utilizam Python e suas bibliotecas e framework são aplicações de ciência de dados, desenvolvimento web e </a:t>
            </a:r>
            <a:r>
              <a:rPr lang="pt-BR" dirty="0" err="1"/>
              <a:t>IAs</a:t>
            </a:r>
            <a:endParaRPr dirty="0"/>
          </a:p>
        </p:txBody>
      </p:sp>
      <p:sp>
        <p:nvSpPr>
          <p:cNvPr id="800" name="Google Shape;800;p35"/>
          <p:cNvSpPr txBox="1">
            <a:spLocks noGrp="1"/>
          </p:cNvSpPr>
          <p:nvPr>
            <p:ph type="subTitle" idx="5"/>
          </p:nvPr>
        </p:nvSpPr>
        <p:spPr>
          <a:xfrm>
            <a:off x="1253225" y="1316050"/>
            <a:ext cx="2811000" cy="516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Surgimento</a:t>
            </a:r>
            <a:endParaRPr/>
          </a:p>
        </p:txBody>
      </p:sp>
      <p:sp>
        <p:nvSpPr>
          <p:cNvPr id="801" name="Google Shape;801;p35"/>
          <p:cNvSpPr txBox="1">
            <a:spLocks noGrp="1"/>
          </p:cNvSpPr>
          <p:nvPr>
            <p:ph type="subTitle" idx="7"/>
          </p:nvPr>
        </p:nvSpPr>
        <p:spPr>
          <a:xfrm>
            <a:off x="5079750" y="1316050"/>
            <a:ext cx="2811000" cy="516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pt-BR"/>
              <a:t>Propósito</a:t>
            </a:r>
            <a:endParaRPr/>
          </a:p>
        </p:txBody>
      </p:sp>
      <p:sp>
        <p:nvSpPr>
          <p:cNvPr id="802" name="Google Shape;802;p35"/>
          <p:cNvSpPr txBox="1">
            <a:spLocks noGrp="1"/>
          </p:cNvSpPr>
          <p:nvPr>
            <p:ph type="subTitle" idx="8"/>
          </p:nvPr>
        </p:nvSpPr>
        <p:spPr>
          <a:xfrm>
            <a:off x="5079750" y="2827725"/>
            <a:ext cx="2811000" cy="516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Aplicações</a:t>
            </a:r>
            <a:endParaRPr/>
          </a:p>
        </p:txBody>
      </p:sp>
      <p:grpSp>
        <p:nvGrpSpPr>
          <p:cNvPr id="809" name="Google Shape;809;p35"/>
          <p:cNvGrpSpPr/>
          <p:nvPr/>
        </p:nvGrpSpPr>
        <p:grpSpPr>
          <a:xfrm>
            <a:off x="4628575" y="2913438"/>
            <a:ext cx="345150" cy="345150"/>
            <a:chOff x="1696838" y="3797375"/>
            <a:chExt cx="345150" cy="345150"/>
          </a:xfrm>
        </p:grpSpPr>
        <p:sp>
          <p:nvSpPr>
            <p:cNvPr id="810" name="Google Shape;810;p35"/>
            <p:cNvSpPr/>
            <p:nvPr/>
          </p:nvSpPr>
          <p:spPr>
            <a:xfrm>
              <a:off x="1696838" y="3797375"/>
              <a:ext cx="345150" cy="345150"/>
            </a:xfrm>
            <a:custGeom>
              <a:avLst/>
              <a:gdLst/>
              <a:ahLst/>
              <a:cxnLst/>
              <a:rect l="l" t="t" r="r" b="b"/>
              <a:pathLst>
                <a:path w="13806" h="13806" extrusionOk="0">
                  <a:moveTo>
                    <a:pt x="5283" y="3241"/>
                  </a:moveTo>
                  <a:cubicBezTo>
                    <a:pt x="5951" y="3241"/>
                    <a:pt x="6498" y="3777"/>
                    <a:pt x="6498" y="4456"/>
                  </a:cubicBezTo>
                  <a:lnTo>
                    <a:pt x="6498" y="4585"/>
                  </a:lnTo>
                  <a:lnTo>
                    <a:pt x="6357" y="4585"/>
                  </a:lnTo>
                  <a:cubicBezTo>
                    <a:pt x="5693" y="4585"/>
                    <a:pt x="5143" y="4046"/>
                    <a:pt x="5143" y="3367"/>
                  </a:cubicBezTo>
                  <a:lnTo>
                    <a:pt x="5143" y="3241"/>
                  </a:lnTo>
                  <a:close/>
                  <a:moveTo>
                    <a:pt x="8649" y="3241"/>
                  </a:moveTo>
                  <a:lnTo>
                    <a:pt x="8649" y="3367"/>
                  </a:lnTo>
                  <a:cubicBezTo>
                    <a:pt x="8649" y="4046"/>
                    <a:pt x="8111" y="4585"/>
                    <a:pt x="7446" y="4585"/>
                  </a:cubicBezTo>
                  <a:lnTo>
                    <a:pt x="7306" y="4585"/>
                  </a:lnTo>
                  <a:lnTo>
                    <a:pt x="7306" y="4456"/>
                  </a:lnTo>
                  <a:cubicBezTo>
                    <a:pt x="7306" y="3777"/>
                    <a:pt x="7844" y="3241"/>
                    <a:pt x="8520" y="3241"/>
                  </a:cubicBezTo>
                  <a:close/>
                  <a:moveTo>
                    <a:pt x="8299" y="7283"/>
                  </a:moveTo>
                  <a:lnTo>
                    <a:pt x="7914" y="9166"/>
                  </a:lnTo>
                  <a:lnTo>
                    <a:pt x="5881" y="9166"/>
                  </a:lnTo>
                  <a:lnTo>
                    <a:pt x="5505" y="7283"/>
                  </a:lnTo>
                  <a:close/>
                  <a:moveTo>
                    <a:pt x="12857" y="809"/>
                  </a:moveTo>
                  <a:cubicBezTo>
                    <a:pt x="12939" y="809"/>
                    <a:pt x="12998" y="868"/>
                    <a:pt x="12998" y="949"/>
                  </a:cubicBezTo>
                  <a:lnTo>
                    <a:pt x="12998" y="9166"/>
                  </a:lnTo>
                  <a:lnTo>
                    <a:pt x="8742" y="9166"/>
                  </a:lnTo>
                  <a:lnTo>
                    <a:pt x="9118" y="7283"/>
                  </a:lnTo>
                  <a:lnTo>
                    <a:pt x="9317" y="7283"/>
                  </a:lnTo>
                  <a:cubicBezTo>
                    <a:pt x="9528" y="7283"/>
                    <a:pt x="9701" y="7132"/>
                    <a:pt x="9724" y="6922"/>
                  </a:cubicBezTo>
                  <a:cubicBezTo>
                    <a:pt x="9760" y="6677"/>
                    <a:pt x="9561" y="6478"/>
                    <a:pt x="9328" y="6478"/>
                  </a:cubicBezTo>
                  <a:lnTo>
                    <a:pt x="7306" y="6478"/>
                  </a:lnTo>
                  <a:lnTo>
                    <a:pt x="7306" y="5390"/>
                  </a:lnTo>
                  <a:lnTo>
                    <a:pt x="7446" y="5390"/>
                  </a:lnTo>
                  <a:cubicBezTo>
                    <a:pt x="8557" y="5390"/>
                    <a:pt x="9469" y="4489"/>
                    <a:pt x="9469" y="3367"/>
                  </a:cubicBezTo>
                  <a:lnTo>
                    <a:pt x="9469" y="2831"/>
                  </a:lnTo>
                  <a:cubicBezTo>
                    <a:pt x="9469" y="2610"/>
                    <a:pt x="9281" y="2433"/>
                    <a:pt x="9059" y="2433"/>
                  </a:cubicBezTo>
                  <a:lnTo>
                    <a:pt x="8520" y="2433"/>
                  </a:lnTo>
                  <a:cubicBezTo>
                    <a:pt x="7856" y="2433"/>
                    <a:pt x="7269" y="2750"/>
                    <a:pt x="6896" y="3241"/>
                  </a:cubicBezTo>
                  <a:cubicBezTo>
                    <a:pt x="6534" y="2750"/>
                    <a:pt x="5951" y="2433"/>
                    <a:pt x="5283" y="2433"/>
                  </a:cubicBezTo>
                  <a:lnTo>
                    <a:pt x="4744" y="2433"/>
                  </a:lnTo>
                  <a:cubicBezTo>
                    <a:pt x="4523" y="2433"/>
                    <a:pt x="4338" y="2610"/>
                    <a:pt x="4338" y="2831"/>
                  </a:cubicBezTo>
                  <a:lnTo>
                    <a:pt x="4338" y="3367"/>
                  </a:lnTo>
                  <a:cubicBezTo>
                    <a:pt x="4338" y="4489"/>
                    <a:pt x="5249" y="5390"/>
                    <a:pt x="6357" y="5390"/>
                  </a:cubicBezTo>
                  <a:lnTo>
                    <a:pt x="6498" y="5390"/>
                  </a:lnTo>
                  <a:lnTo>
                    <a:pt x="6498" y="6478"/>
                  </a:lnTo>
                  <a:lnTo>
                    <a:pt x="4489" y="6478"/>
                  </a:lnTo>
                  <a:cubicBezTo>
                    <a:pt x="4279" y="6478"/>
                    <a:pt x="4091" y="6630"/>
                    <a:pt x="4068" y="6829"/>
                  </a:cubicBezTo>
                  <a:cubicBezTo>
                    <a:pt x="4043" y="7073"/>
                    <a:pt x="4231" y="7283"/>
                    <a:pt x="4478" y="7283"/>
                  </a:cubicBezTo>
                  <a:lnTo>
                    <a:pt x="4688" y="7283"/>
                  </a:lnTo>
                  <a:lnTo>
                    <a:pt x="5061" y="9166"/>
                  </a:lnTo>
                  <a:lnTo>
                    <a:pt x="806" y="9166"/>
                  </a:lnTo>
                  <a:lnTo>
                    <a:pt x="806" y="949"/>
                  </a:lnTo>
                  <a:cubicBezTo>
                    <a:pt x="806" y="868"/>
                    <a:pt x="865" y="809"/>
                    <a:pt x="946" y="809"/>
                  </a:cubicBezTo>
                  <a:close/>
                  <a:moveTo>
                    <a:pt x="12998" y="9974"/>
                  </a:moveTo>
                  <a:lnTo>
                    <a:pt x="12998" y="10650"/>
                  </a:lnTo>
                  <a:cubicBezTo>
                    <a:pt x="12998" y="10720"/>
                    <a:pt x="12939" y="10790"/>
                    <a:pt x="12857" y="10790"/>
                  </a:cubicBezTo>
                  <a:lnTo>
                    <a:pt x="946" y="10790"/>
                  </a:lnTo>
                  <a:cubicBezTo>
                    <a:pt x="865" y="10790"/>
                    <a:pt x="806" y="10720"/>
                    <a:pt x="806" y="10650"/>
                  </a:cubicBezTo>
                  <a:lnTo>
                    <a:pt x="806" y="9974"/>
                  </a:lnTo>
                  <a:close/>
                  <a:moveTo>
                    <a:pt x="8206" y="11598"/>
                  </a:moveTo>
                  <a:lnTo>
                    <a:pt x="8546" y="13001"/>
                  </a:lnTo>
                  <a:lnTo>
                    <a:pt x="5261" y="13001"/>
                  </a:lnTo>
                  <a:lnTo>
                    <a:pt x="5600" y="11598"/>
                  </a:lnTo>
                  <a:close/>
                  <a:moveTo>
                    <a:pt x="946" y="1"/>
                  </a:moveTo>
                  <a:cubicBezTo>
                    <a:pt x="421" y="1"/>
                    <a:pt x="1" y="422"/>
                    <a:pt x="1" y="949"/>
                  </a:cubicBezTo>
                  <a:lnTo>
                    <a:pt x="1" y="10650"/>
                  </a:lnTo>
                  <a:cubicBezTo>
                    <a:pt x="1" y="11177"/>
                    <a:pt x="421" y="11598"/>
                    <a:pt x="946" y="11598"/>
                  </a:cubicBezTo>
                  <a:lnTo>
                    <a:pt x="4770" y="11598"/>
                  </a:lnTo>
                  <a:lnTo>
                    <a:pt x="4430" y="13001"/>
                  </a:lnTo>
                  <a:lnTo>
                    <a:pt x="3681" y="13001"/>
                  </a:lnTo>
                  <a:cubicBezTo>
                    <a:pt x="3471" y="13001"/>
                    <a:pt x="3286" y="13152"/>
                    <a:pt x="3260" y="13351"/>
                  </a:cubicBezTo>
                  <a:cubicBezTo>
                    <a:pt x="3238" y="13595"/>
                    <a:pt x="3426" y="13806"/>
                    <a:pt x="3670" y="13806"/>
                  </a:cubicBezTo>
                  <a:lnTo>
                    <a:pt x="10122" y="13806"/>
                  </a:lnTo>
                  <a:cubicBezTo>
                    <a:pt x="10333" y="13806"/>
                    <a:pt x="10521" y="13654"/>
                    <a:pt x="10543" y="13444"/>
                  </a:cubicBezTo>
                  <a:cubicBezTo>
                    <a:pt x="10565" y="13200"/>
                    <a:pt x="10380" y="13001"/>
                    <a:pt x="10133" y="13001"/>
                  </a:cubicBezTo>
                  <a:lnTo>
                    <a:pt x="9373" y="13001"/>
                  </a:lnTo>
                  <a:lnTo>
                    <a:pt x="9037" y="11598"/>
                  </a:lnTo>
                  <a:lnTo>
                    <a:pt x="12857" y="11598"/>
                  </a:lnTo>
                  <a:cubicBezTo>
                    <a:pt x="13385" y="11598"/>
                    <a:pt x="13806" y="11177"/>
                    <a:pt x="13806" y="10650"/>
                  </a:cubicBezTo>
                  <a:lnTo>
                    <a:pt x="13806" y="949"/>
                  </a:lnTo>
                  <a:cubicBezTo>
                    <a:pt x="13806" y="422"/>
                    <a:pt x="13385" y="1"/>
                    <a:pt x="128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811" name="Google Shape;811;p35"/>
            <p:cNvSpPr/>
            <p:nvPr/>
          </p:nvSpPr>
          <p:spPr>
            <a:xfrm>
              <a:off x="1959838" y="3891775"/>
              <a:ext cx="41475" cy="20225"/>
            </a:xfrm>
            <a:custGeom>
              <a:avLst/>
              <a:gdLst/>
              <a:ahLst/>
              <a:cxnLst/>
              <a:rect l="l" t="t" r="r" b="b"/>
              <a:pathLst>
                <a:path w="1659" h="809" extrusionOk="0">
                  <a:moveTo>
                    <a:pt x="433" y="1"/>
                  </a:moveTo>
                  <a:cubicBezTo>
                    <a:pt x="233" y="1"/>
                    <a:pt x="45" y="152"/>
                    <a:pt x="23" y="363"/>
                  </a:cubicBezTo>
                  <a:cubicBezTo>
                    <a:pt x="1" y="598"/>
                    <a:pt x="186" y="809"/>
                    <a:pt x="421" y="809"/>
                  </a:cubicBezTo>
                  <a:lnTo>
                    <a:pt x="1227" y="809"/>
                  </a:lnTo>
                  <a:cubicBezTo>
                    <a:pt x="1426" y="809"/>
                    <a:pt x="1614" y="657"/>
                    <a:pt x="1636" y="447"/>
                  </a:cubicBezTo>
                  <a:cubicBezTo>
                    <a:pt x="1659" y="211"/>
                    <a:pt x="1473" y="1"/>
                    <a:pt x="12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812" name="Google Shape;812;p35"/>
            <p:cNvSpPr/>
            <p:nvPr/>
          </p:nvSpPr>
          <p:spPr>
            <a:xfrm>
              <a:off x="1952188" y="3838075"/>
              <a:ext cx="40700" cy="30350"/>
            </a:xfrm>
            <a:custGeom>
              <a:avLst/>
              <a:gdLst/>
              <a:ahLst/>
              <a:cxnLst/>
              <a:rect l="l" t="t" r="r" b="b"/>
              <a:pathLst>
                <a:path w="1628" h="1214" extrusionOk="0">
                  <a:moveTo>
                    <a:pt x="1166" y="0"/>
                  </a:moveTo>
                  <a:cubicBezTo>
                    <a:pt x="1097" y="0"/>
                    <a:pt x="1026" y="18"/>
                    <a:pt x="960" y="56"/>
                  </a:cubicBezTo>
                  <a:lnTo>
                    <a:pt x="259" y="454"/>
                  </a:lnTo>
                  <a:cubicBezTo>
                    <a:pt x="60" y="572"/>
                    <a:pt x="1" y="816"/>
                    <a:pt x="107" y="1004"/>
                  </a:cubicBezTo>
                  <a:cubicBezTo>
                    <a:pt x="186" y="1138"/>
                    <a:pt x="322" y="1213"/>
                    <a:pt x="462" y="1213"/>
                  </a:cubicBezTo>
                  <a:cubicBezTo>
                    <a:pt x="532" y="1213"/>
                    <a:pt x="603" y="1195"/>
                    <a:pt x="668" y="1156"/>
                  </a:cubicBezTo>
                  <a:lnTo>
                    <a:pt x="1370" y="757"/>
                  </a:lnTo>
                  <a:cubicBezTo>
                    <a:pt x="1558" y="642"/>
                    <a:pt x="1628" y="395"/>
                    <a:pt x="1510" y="196"/>
                  </a:cubicBezTo>
                  <a:cubicBezTo>
                    <a:pt x="1439" y="72"/>
                    <a:pt x="1306" y="0"/>
                    <a:pt x="11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813" name="Google Shape;813;p35"/>
            <p:cNvSpPr/>
            <p:nvPr/>
          </p:nvSpPr>
          <p:spPr>
            <a:xfrm>
              <a:off x="1952188" y="3935650"/>
              <a:ext cx="40700" cy="30450"/>
            </a:xfrm>
            <a:custGeom>
              <a:avLst/>
              <a:gdLst/>
              <a:ahLst/>
              <a:cxnLst/>
              <a:rect l="l" t="t" r="r" b="b"/>
              <a:pathLst>
                <a:path w="1628" h="1218" extrusionOk="0">
                  <a:moveTo>
                    <a:pt x="462" y="1"/>
                  </a:moveTo>
                  <a:cubicBezTo>
                    <a:pt x="322" y="1"/>
                    <a:pt x="186" y="76"/>
                    <a:pt x="107" y="209"/>
                  </a:cubicBezTo>
                  <a:cubicBezTo>
                    <a:pt x="1" y="397"/>
                    <a:pt x="60" y="642"/>
                    <a:pt x="259" y="759"/>
                  </a:cubicBezTo>
                  <a:lnTo>
                    <a:pt x="960" y="1169"/>
                  </a:lnTo>
                  <a:cubicBezTo>
                    <a:pt x="1023" y="1202"/>
                    <a:pt x="1090" y="1217"/>
                    <a:pt x="1156" y="1217"/>
                  </a:cubicBezTo>
                  <a:cubicBezTo>
                    <a:pt x="1300" y="1217"/>
                    <a:pt x="1437" y="1144"/>
                    <a:pt x="1510" y="1017"/>
                  </a:cubicBezTo>
                  <a:cubicBezTo>
                    <a:pt x="1628" y="818"/>
                    <a:pt x="1558" y="571"/>
                    <a:pt x="1370" y="468"/>
                  </a:cubicBezTo>
                  <a:lnTo>
                    <a:pt x="668" y="58"/>
                  </a:lnTo>
                  <a:cubicBezTo>
                    <a:pt x="603" y="19"/>
                    <a:pt x="532" y="1"/>
                    <a:pt x="4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814" name="Google Shape;814;p35"/>
            <p:cNvSpPr/>
            <p:nvPr/>
          </p:nvSpPr>
          <p:spPr>
            <a:xfrm>
              <a:off x="1737438" y="3891775"/>
              <a:ext cx="41550" cy="20225"/>
            </a:xfrm>
            <a:custGeom>
              <a:avLst/>
              <a:gdLst/>
              <a:ahLst/>
              <a:cxnLst/>
              <a:rect l="l" t="t" r="r" b="b"/>
              <a:pathLst>
                <a:path w="1662" h="809" extrusionOk="0">
                  <a:moveTo>
                    <a:pt x="433" y="1"/>
                  </a:moveTo>
                  <a:cubicBezTo>
                    <a:pt x="223" y="1"/>
                    <a:pt x="49" y="152"/>
                    <a:pt x="23" y="363"/>
                  </a:cubicBezTo>
                  <a:cubicBezTo>
                    <a:pt x="1" y="598"/>
                    <a:pt x="189" y="809"/>
                    <a:pt x="422" y="809"/>
                  </a:cubicBezTo>
                  <a:lnTo>
                    <a:pt x="1227" y="809"/>
                  </a:lnTo>
                  <a:cubicBezTo>
                    <a:pt x="1474" y="809"/>
                    <a:pt x="1662" y="598"/>
                    <a:pt x="1636" y="363"/>
                  </a:cubicBezTo>
                  <a:cubicBezTo>
                    <a:pt x="1614" y="152"/>
                    <a:pt x="1426" y="1"/>
                    <a:pt x="12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815" name="Google Shape;815;p35"/>
            <p:cNvSpPr/>
            <p:nvPr/>
          </p:nvSpPr>
          <p:spPr>
            <a:xfrm>
              <a:off x="1745938" y="3838075"/>
              <a:ext cx="40625" cy="30350"/>
            </a:xfrm>
            <a:custGeom>
              <a:avLst/>
              <a:gdLst/>
              <a:ahLst/>
              <a:cxnLst/>
              <a:rect l="l" t="t" r="r" b="b"/>
              <a:pathLst>
                <a:path w="1625" h="1214" extrusionOk="0">
                  <a:moveTo>
                    <a:pt x="459" y="0"/>
                  </a:moveTo>
                  <a:cubicBezTo>
                    <a:pt x="319" y="0"/>
                    <a:pt x="187" y="72"/>
                    <a:pt x="115" y="196"/>
                  </a:cubicBezTo>
                  <a:cubicBezTo>
                    <a:pt x="0" y="395"/>
                    <a:pt x="70" y="642"/>
                    <a:pt x="256" y="757"/>
                  </a:cubicBezTo>
                  <a:lnTo>
                    <a:pt x="957" y="1156"/>
                  </a:lnTo>
                  <a:cubicBezTo>
                    <a:pt x="1023" y="1195"/>
                    <a:pt x="1094" y="1213"/>
                    <a:pt x="1163" y="1213"/>
                  </a:cubicBezTo>
                  <a:cubicBezTo>
                    <a:pt x="1304" y="1213"/>
                    <a:pt x="1437" y="1138"/>
                    <a:pt x="1507" y="1004"/>
                  </a:cubicBezTo>
                  <a:cubicBezTo>
                    <a:pt x="1625" y="816"/>
                    <a:pt x="1555" y="572"/>
                    <a:pt x="1367" y="454"/>
                  </a:cubicBezTo>
                  <a:lnTo>
                    <a:pt x="665" y="56"/>
                  </a:lnTo>
                  <a:cubicBezTo>
                    <a:pt x="599" y="18"/>
                    <a:pt x="528" y="0"/>
                    <a:pt x="4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816" name="Google Shape;816;p35"/>
            <p:cNvSpPr/>
            <p:nvPr/>
          </p:nvSpPr>
          <p:spPr>
            <a:xfrm>
              <a:off x="1745938" y="3935650"/>
              <a:ext cx="40625" cy="30450"/>
            </a:xfrm>
            <a:custGeom>
              <a:avLst/>
              <a:gdLst/>
              <a:ahLst/>
              <a:cxnLst/>
              <a:rect l="l" t="t" r="r" b="b"/>
              <a:pathLst>
                <a:path w="1625" h="1218" extrusionOk="0">
                  <a:moveTo>
                    <a:pt x="1163" y="1"/>
                  </a:moveTo>
                  <a:cubicBezTo>
                    <a:pt x="1094" y="1"/>
                    <a:pt x="1023" y="19"/>
                    <a:pt x="957" y="58"/>
                  </a:cubicBezTo>
                  <a:lnTo>
                    <a:pt x="256" y="468"/>
                  </a:lnTo>
                  <a:cubicBezTo>
                    <a:pt x="70" y="571"/>
                    <a:pt x="0" y="818"/>
                    <a:pt x="115" y="1017"/>
                  </a:cubicBezTo>
                  <a:cubicBezTo>
                    <a:pt x="188" y="1144"/>
                    <a:pt x="326" y="1217"/>
                    <a:pt x="469" y="1217"/>
                  </a:cubicBezTo>
                  <a:cubicBezTo>
                    <a:pt x="535" y="1217"/>
                    <a:pt x="602" y="1202"/>
                    <a:pt x="665" y="1169"/>
                  </a:cubicBezTo>
                  <a:lnTo>
                    <a:pt x="1367" y="759"/>
                  </a:lnTo>
                  <a:cubicBezTo>
                    <a:pt x="1555" y="642"/>
                    <a:pt x="1625" y="397"/>
                    <a:pt x="1507" y="209"/>
                  </a:cubicBezTo>
                  <a:cubicBezTo>
                    <a:pt x="1437" y="76"/>
                    <a:pt x="1304" y="1"/>
                    <a:pt x="11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2" name="Google Shape;1371;p48">
            <a:extLst>
              <a:ext uri="{FF2B5EF4-FFF2-40B4-BE49-F238E27FC236}">
                <a16:creationId xmlns:a16="http://schemas.microsoft.com/office/drawing/2014/main" id="{59682496-70C8-4E70-6B0E-3B426FE45B68}"/>
              </a:ext>
            </a:extLst>
          </p:cNvPr>
          <p:cNvGrpSpPr/>
          <p:nvPr/>
        </p:nvGrpSpPr>
        <p:grpSpPr>
          <a:xfrm>
            <a:off x="818350" y="1401781"/>
            <a:ext cx="345150" cy="344800"/>
            <a:chOff x="7783763" y="2681150"/>
            <a:chExt cx="345150" cy="344800"/>
          </a:xfrm>
        </p:grpSpPr>
        <p:sp>
          <p:nvSpPr>
            <p:cNvPr id="3" name="Google Shape;1372;p48">
              <a:extLst>
                <a:ext uri="{FF2B5EF4-FFF2-40B4-BE49-F238E27FC236}">
                  <a16:creationId xmlns:a16="http://schemas.microsoft.com/office/drawing/2014/main" id="{07772251-07B8-307B-C772-4C5DFD57AACD}"/>
                </a:ext>
              </a:extLst>
            </p:cNvPr>
            <p:cNvSpPr/>
            <p:nvPr/>
          </p:nvSpPr>
          <p:spPr>
            <a:xfrm>
              <a:off x="7838113" y="2681150"/>
              <a:ext cx="235875" cy="344800"/>
            </a:xfrm>
            <a:custGeom>
              <a:avLst/>
              <a:gdLst/>
              <a:ahLst/>
              <a:cxnLst/>
              <a:rect l="l" t="t" r="r" b="b"/>
              <a:pathLst>
                <a:path w="9435" h="13792" extrusionOk="0">
                  <a:moveTo>
                    <a:pt x="3372" y="803"/>
                  </a:moveTo>
                  <a:cubicBezTo>
                    <a:pt x="3633" y="803"/>
                    <a:pt x="3919" y="910"/>
                    <a:pt x="4186" y="1168"/>
                  </a:cubicBezTo>
                  <a:cubicBezTo>
                    <a:pt x="4267" y="1238"/>
                    <a:pt x="4315" y="1356"/>
                    <a:pt x="4315" y="1462"/>
                  </a:cubicBezTo>
                  <a:lnTo>
                    <a:pt x="4315" y="4980"/>
                  </a:lnTo>
                  <a:cubicBezTo>
                    <a:pt x="3976" y="4725"/>
                    <a:pt x="3559" y="4577"/>
                    <a:pt x="3101" y="4577"/>
                  </a:cubicBezTo>
                  <a:cubicBezTo>
                    <a:pt x="3054" y="4577"/>
                    <a:pt x="3007" y="4579"/>
                    <a:pt x="2960" y="4582"/>
                  </a:cubicBezTo>
                  <a:cubicBezTo>
                    <a:pt x="2912" y="4582"/>
                    <a:pt x="2876" y="4604"/>
                    <a:pt x="2842" y="4641"/>
                  </a:cubicBezTo>
                  <a:cubicBezTo>
                    <a:pt x="2525" y="4991"/>
                    <a:pt x="2772" y="5390"/>
                    <a:pt x="3100" y="5390"/>
                  </a:cubicBezTo>
                  <a:cubicBezTo>
                    <a:pt x="3765" y="5390"/>
                    <a:pt x="4315" y="5925"/>
                    <a:pt x="4315" y="6604"/>
                  </a:cubicBezTo>
                  <a:lnTo>
                    <a:pt x="4315" y="8498"/>
                  </a:lnTo>
                  <a:cubicBezTo>
                    <a:pt x="4315" y="8602"/>
                    <a:pt x="4256" y="8731"/>
                    <a:pt x="4186" y="8801"/>
                  </a:cubicBezTo>
                  <a:cubicBezTo>
                    <a:pt x="3914" y="9054"/>
                    <a:pt x="3627" y="9160"/>
                    <a:pt x="3366" y="9160"/>
                  </a:cubicBezTo>
                  <a:cubicBezTo>
                    <a:pt x="2853" y="9160"/>
                    <a:pt x="2436" y="8751"/>
                    <a:pt x="2421" y="8240"/>
                  </a:cubicBezTo>
                  <a:cubicBezTo>
                    <a:pt x="2421" y="7959"/>
                    <a:pt x="2539" y="7679"/>
                    <a:pt x="2772" y="7494"/>
                  </a:cubicBezTo>
                  <a:cubicBezTo>
                    <a:pt x="2820" y="7446"/>
                    <a:pt x="2842" y="7398"/>
                    <a:pt x="2842" y="7339"/>
                  </a:cubicBezTo>
                  <a:cubicBezTo>
                    <a:pt x="2835" y="7020"/>
                    <a:pt x="2622" y="6862"/>
                    <a:pt x="2413" y="6862"/>
                  </a:cubicBezTo>
                  <a:cubicBezTo>
                    <a:pt x="2309" y="6862"/>
                    <a:pt x="2207" y="6900"/>
                    <a:pt x="2130" y="6977"/>
                  </a:cubicBezTo>
                  <a:cubicBezTo>
                    <a:pt x="1908" y="7199"/>
                    <a:pt x="1754" y="7468"/>
                    <a:pt x="1684" y="7749"/>
                  </a:cubicBezTo>
                  <a:cubicBezTo>
                    <a:pt x="1322" y="7609"/>
                    <a:pt x="1078" y="7269"/>
                    <a:pt x="1078" y="6874"/>
                  </a:cubicBezTo>
                  <a:cubicBezTo>
                    <a:pt x="1078" y="6663"/>
                    <a:pt x="1148" y="6475"/>
                    <a:pt x="1277" y="6301"/>
                  </a:cubicBezTo>
                  <a:cubicBezTo>
                    <a:pt x="1381" y="6147"/>
                    <a:pt x="1381" y="5925"/>
                    <a:pt x="1240" y="5774"/>
                  </a:cubicBezTo>
                  <a:cubicBezTo>
                    <a:pt x="1229" y="5763"/>
                    <a:pt x="1218" y="5751"/>
                    <a:pt x="1207" y="5751"/>
                  </a:cubicBezTo>
                  <a:cubicBezTo>
                    <a:pt x="949" y="5563"/>
                    <a:pt x="808" y="5283"/>
                    <a:pt x="808" y="4980"/>
                  </a:cubicBezTo>
                  <a:cubicBezTo>
                    <a:pt x="808" y="4688"/>
                    <a:pt x="982" y="4382"/>
                    <a:pt x="1229" y="4197"/>
                  </a:cubicBezTo>
                  <a:cubicBezTo>
                    <a:pt x="1379" y="4096"/>
                    <a:pt x="1555" y="4038"/>
                    <a:pt x="1751" y="4038"/>
                  </a:cubicBezTo>
                  <a:cubicBezTo>
                    <a:pt x="1783" y="4038"/>
                    <a:pt x="1816" y="4040"/>
                    <a:pt x="1849" y="4043"/>
                  </a:cubicBezTo>
                  <a:cubicBezTo>
                    <a:pt x="1908" y="4043"/>
                    <a:pt x="1953" y="4032"/>
                    <a:pt x="2001" y="3987"/>
                  </a:cubicBezTo>
                  <a:cubicBezTo>
                    <a:pt x="2329" y="3647"/>
                    <a:pt x="2093" y="3227"/>
                    <a:pt x="1754" y="3227"/>
                  </a:cubicBezTo>
                  <a:cubicBezTo>
                    <a:pt x="1521" y="3227"/>
                    <a:pt x="1310" y="3272"/>
                    <a:pt x="1111" y="3356"/>
                  </a:cubicBezTo>
                  <a:cubicBezTo>
                    <a:pt x="1089" y="3272"/>
                    <a:pt x="1078" y="3179"/>
                    <a:pt x="1078" y="3098"/>
                  </a:cubicBezTo>
                  <a:cubicBezTo>
                    <a:pt x="1078" y="2595"/>
                    <a:pt x="1473" y="2186"/>
                    <a:pt x="1964" y="2149"/>
                  </a:cubicBezTo>
                  <a:cubicBezTo>
                    <a:pt x="1977" y="2149"/>
                    <a:pt x="1990" y="2149"/>
                    <a:pt x="2003" y="2149"/>
                  </a:cubicBezTo>
                  <a:cubicBezTo>
                    <a:pt x="2284" y="2149"/>
                    <a:pt x="2559" y="2267"/>
                    <a:pt x="2750" y="2500"/>
                  </a:cubicBezTo>
                  <a:cubicBezTo>
                    <a:pt x="2783" y="2537"/>
                    <a:pt x="2842" y="2570"/>
                    <a:pt x="2901" y="2570"/>
                  </a:cubicBezTo>
                  <a:cubicBezTo>
                    <a:pt x="3381" y="2559"/>
                    <a:pt x="3496" y="2093"/>
                    <a:pt x="3263" y="1858"/>
                  </a:cubicBezTo>
                  <a:cubicBezTo>
                    <a:pt x="3041" y="1636"/>
                    <a:pt x="2772" y="1485"/>
                    <a:pt x="2492" y="1403"/>
                  </a:cubicBezTo>
                  <a:cubicBezTo>
                    <a:pt x="2626" y="1056"/>
                    <a:pt x="2970" y="803"/>
                    <a:pt x="3372" y="803"/>
                  </a:cubicBezTo>
                  <a:close/>
                  <a:moveTo>
                    <a:pt x="6063" y="803"/>
                  </a:moveTo>
                  <a:cubicBezTo>
                    <a:pt x="6465" y="803"/>
                    <a:pt x="6809" y="1056"/>
                    <a:pt x="6944" y="1403"/>
                  </a:cubicBezTo>
                  <a:cubicBezTo>
                    <a:pt x="6663" y="1485"/>
                    <a:pt x="6397" y="1636"/>
                    <a:pt x="6172" y="1858"/>
                  </a:cubicBezTo>
                  <a:cubicBezTo>
                    <a:pt x="6021" y="2009"/>
                    <a:pt x="6021" y="2267"/>
                    <a:pt x="6172" y="2430"/>
                  </a:cubicBezTo>
                  <a:cubicBezTo>
                    <a:pt x="6255" y="2507"/>
                    <a:pt x="6357" y="2546"/>
                    <a:pt x="6460" y="2546"/>
                  </a:cubicBezTo>
                  <a:cubicBezTo>
                    <a:pt x="6562" y="2546"/>
                    <a:pt x="6664" y="2507"/>
                    <a:pt x="6747" y="2430"/>
                  </a:cubicBezTo>
                  <a:cubicBezTo>
                    <a:pt x="6933" y="2244"/>
                    <a:pt x="7185" y="2149"/>
                    <a:pt x="7430" y="2149"/>
                  </a:cubicBezTo>
                  <a:cubicBezTo>
                    <a:pt x="7444" y="2149"/>
                    <a:pt x="7457" y="2149"/>
                    <a:pt x="7471" y="2149"/>
                  </a:cubicBezTo>
                  <a:cubicBezTo>
                    <a:pt x="7962" y="2186"/>
                    <a:pt x="8360" y="2595"/>
                    <a:pt x="8360" y="3098"/>
                  </a:cubicBezTo>
                  <a:cubicBezTo>
                    <a:pt x="8360" y="3179"/>
                    <a:pt x="8346" y="3272"/>
                    <a:pt x="8324" y="3356"/>
                  </a:cubicBezTo>
                  <a:cubicBezTo>
                    <a:pt x="8121" y="3277"/>
                    <a:pt x="7909" y="3232"/>
                    <a:pt x="7683" y="3232"/>
                  </a:cubicBezTo>
                  <a:cubicBezTo>
                    <a:pt x="7636" y="3232"/>
                    <a:pt x="7589" y="3234"/>
                    <a:pt x="7541" y="3238"/>
                  </a:cubicBezTo>
                  <a:cubicBezTo>
                    <a:pt x="7493" y="3238"/>
                    <a:pt x="7449" y="3260"/>
                    <a:pt x="7423" y="3297"/>
                  </a:cubicBezTo>
                  <a:cubicBezTo>
                    <a:pt x="7109" y="3636"/>
                    <a:pt x="7353" y="4043"/>
                    <a:pt x="7681" y="4043"/>
                  </a:cubicBezTo>
                  <a:cubicBezTo>
                    <a:pt x="7881" y="4043"/>
                    <a:pt x="8054" y="4102"/>
                    <a:pt x="8206" y="4197"/>
                  </a:cubicBezTo>
                  <a:cubicBezTo>
                    <a:pt x="8453" y="4382"/>
                    <a:pt x="8627" y="4688"/>
                    <a:pt x="8627" y="4980"/>
                  </a:cubicBezTo>
                  <a:cubicBezTo>
                    <a:pt x="8627" y="5283"/>
                    <a:pt x="8475" y="5563"/>
                    <a:pt x="8231" y="5751"/>
                  </a:cubicBezTo>
                  <a:cubicBezTo>
                    <a:pt x="8220" y="5751"/>
                    <a:pt x="8206" y="5763"/>
                    <a:pt x="8195" y="5774"/>
                  </a:cubicBezTo>
                  <a:cubicBezTo>
                    <a:pt x="8043" y="5925"/>
                    <a:pt x="8043" y="6147"/>
                    <a:pt x="8161" y="6301"/>
                  </a:cubicBezTo>
                  <a:cubicBezTo>
                    <a:pt x="8290" y="6475"/>
                    <a:pt x="8360" y="6663"/>
                    <a:pt x="8360" y="6874"/>
                  </a:cubicBezTo>
                  <a:cubicBezTo>
                    <a:pt x="8360" y="7269"/>
                    <a:pt x="8102" y="7609"/>
                    <a:pt x="7751" y="7749"/>
                  </a:cubicBezTo>
                  <a:cubicBezTo>
                    <a:pt x="7670" y="7423"/>
                    <a:pt x="7482" y="7118"/>
                    <a:pt x="7202" y="6885"/>
                  </a:cubicBezTo>
                  <a:cubicBezTo>
                    <a:pt x="7168" y="6862"/>
                    <a:pt x="7109" y="6837"/>
                    <a:pt x="7073" y="6837"/>
                  </a:cubicBezTo>
                  <a:cubicBezTo>
                    <a:pt x="6607" y="6862"/>
                    <a:pt x="6500" y="7317"/>
                    <a:pt x="6733" y="7550"/>
                  </a:cubicBezTo>
                  <a:cubicBezTo>
                    <a:pt x="6921" y="7738"/>
                    <a:pt x="7014" y="7996"/>
                    <a:pt x="7002" y="8240"/>
                  </a:cubicBezTo>
                  <a:cubicBezTo>
                    <a:pt x="6995" y="8751"/>
                    <a:pt x="6583" y="9160"/>
                    <a:pt x="6070" y="9160"/>
                  </a:cubicBezTo>
                  <a:cubicBezTo>
                    <a:pt x="5809" y="9160"/>
                    <a:pt x="5522" y="9054"/>
                    <a:pt x="5249" y="8801"/>
                  </a:cubicBezTo>
                  <a:cubicBezTo>
                    <a:pt x="5179" y="8731"/>
                    <a:pt x="5120" y="8602"/>
                    <a:pt x="5120" y="8498"/>
                  </a:cubicBezTo>
                  <a:lnTo>
                    <a:pt x="5120" y="6604"/>
                  </a:lnTo>
                  <a:cubicBezTo>
                    <a:pt x="5120" y="5926"/>
                    <a:pt x="5661" y="5385"/>
                    <a:pt x="6337" y="5385"/>
                  </a:cubicBezTo>
                  <a:cubicBezTo>
                    <a:pt x="6372" y="5385"/>
                    <a:pt x="6406" y="5387"/>
                    <a:pt x="6441" y="5390"/>
                  </a:cubicBezTo>
                  <a:cubicBezTo>
                    <a:pt x="6449" y="5391"/>
                    <a:pt x="6457" y="5392"/>
                    <a:pt x="6466" y="5392"/>
                  </a:cubicBezTo>
                  <a:cubicBezTo>
                    <a:pt x="6508" y="5392"/>
                    <a:pt x="6554" y="5370"/>
                    <a:pt x="6582" y="5342"/>
                  </a:cubicBezTo>
                  <a:cubicBezTo>
                    <a:pt x="6910" y="4991"/>
                    <a:pt x="6677" y="4582"/>
                    <a:pt x="6338" y="4582"/>
                  </a:cubicBezTo>
                  <a:cubicBezTo>
                    <a:pt x="5880" y="4582"/>
                    <a:pt x="5460" y="4733"/>
                    <a:pt x="5120" y="4980"/>
                  </a:cubicBezTo>
                  <a:lnTo>
                    <a:pt x="5120" y="1462"/>
                  </a:lnTo>
                  <a:cubicBezTo>
                    <a:pt x="5120" y="1356"/>
                    <a:pt x="5168" y="1238"/>
                    <a:pt x="5249" y="1168"/>
                  </a:cubicBezTo>
                  <a:cubicBezTo>
                    <a:pt x="5517" y="910"/>
                    <a:pt x="5802" y="803"/>
                    <a:pt x="6063" y="803"/>
                  </a:cubicBezTo>
                  <a:close/>
                  <a:moveTo>
                    <a:pt x="4713" y="9339"/>
                  </a:moveTo>
                  <a:cubicBezTo>
                    <a:pt x="5039" y="9724"/>
                    <a:pt x="5518" y="9971"/>
                    <a:pt x="6068" y="9971"/>
                  </a:cubicBezTo>
                  <a:cubicBezTo>
                    <a:pt x="6116" y="9971"/>
                    <a:pt x="6150" y="9971"/>
                    <a:pt x="6197" y="9959"/>
                  </a:cubicBezTo>
                  <a:lnTo>
                    <a:pt x="6197" y="11233"/>
                  </a:lnTo>
                  <a:cubicBezTo>
                    <a:pt x="6197" y="11314"/>
                    <a:pt x="6138" y="11373"/>
                    <a:pt x="6068" y="11373"/>
                  </a:cubicBezTo>
                  <a:lnTo>
                    <a:pt x="3367" y="11373"/>
                  </a:lnTo>
                  <a:cubicBezTo>
                    <a:pt x="3297" y="11373"/>
                    <a:pt x="3241" y="11314"/>
                    <a:pt x="3241" y="11233"/>
                  </a:cubicBezTo>
                  <a:lnTo>
                    <a:pt x="3241" y="9959"/>
                  </a:lnTo>
                  <a:cubicBezTo>
                    <a:pt x="3274" y="9971"/>
                    <a:pt x="3322" y="9971"/>
                    <a:pt x="3367" y="9971"/>
                  </a:cubicBezTo>
                  <a:cubicBezTo>
                    <a:pt x="3905" y="9971"/>
                    <a:pt x="4396" y="9724"/>
                    <a:pt x="4713" y="9339"/>
                  </a:cubicBezTo>
                  <a:close/>
                  <a:moveTo>
                    <a:pt x="5659" y="12178"/>
                  </a:moveTo>
                  <a:lnTo>
                    <a:pt x="5659" y="12588"/>
                  </a:lnTo>
                  <a:cubicBezTo>
                    <a:pt x="5659" y="12810"/>
                    <a:pt x="5485" y="12986"/>
                    <a:pt x="5260" y="12986"/>
                  </a:cubicBezTo>
                  <a:lnTo>
                    <a:pt x="4175" y="12986"/>
                  </a:lnTo>
                  <a:cubicBezTo>
                    <a:pt x="3953" y="12986"/>
                    <a:pt x="3776" y="12810"/>
                    <a:pt x="3776" y="12588"/>
                  </a:cubicBezTo>
                  <a:lnTo>
                    <a:pt x="3776" y="12178"/>
                  </a:lnTo>
                  <a:close/>
                  <a:moveTo>
                    <a:pt x="3367" y="1"/>
                  </a:moveTo>
                  <a:cubicBezTo>
                    <a:pt x="2525" y="1"/>
                    <a:pt x="1824" y="584"/>
                    <a:pt x="1650" y="1378"/>
                  </a:cubicBezTo>
                  <a:cubicBezTo>
                    <a:pt x="867" y="1555"/>
                    <a:pt x="270" y="2256"/>
                    <a:pt x="270" y="3098"/>
                  </a:cubicBezTo>
                  <a:cubicBezTo>
                    <a:pt x="270" y="3356"/>
                    <a:pt x="329" y="3600"/>
                    <a:pt x="435" y="3833"/>
                  </a:cubicBezTo>
                  <a:cubicBezTo>
                    <a:pt x="155" y="4150"/>
                    <a:pt x="0" y="4548"/>
                    <a:pt x="0" y="4980"/>
                  </a:cubicBezTo>
                  <a:cubicBezTo>
                    <a:pt x="0" y="5412"/>
                    <a:pt x="155" y="5822"/>
                    <a:pt x="435" y="6136"/>
                  </a:cubicBezTo>
                  <a:cubicBezTo>
                    <a:pt x="329" y="6357"/>
                    <a:pt x="270" y="6615"/>
                    <a:pt x="270" y="6874"/>
                  </a:cubicBezTo>
                  <a:cubicBezTo>
                    <a:pt x="270" y="7715"/>
                    <a:pt x="867" y="8416"/>
                    <a:pt x="1650" y="8579"/>
                  </a:cubicBezTo>
                  <a:cubicBezTo>
                    <a:pt x="1754" y="9048"/>
                    <a:pt x="2034" y="9443"/>
                    <a:pt x="2421" y="9690"/>
                  </a:cubicBezTo>
                  <a:lnTo>
                    <a:pt x="2421" y="11233"/>
                  </a:lnTo>
                  <a:cubicBezTo>
                    <a:pt x="2421" y="11617"/>
                    <a:pt x="2643" y="11934"/>
                    <a:pt x="2960" y="12086"/>
                  </a:cubicBezTo>
                  <a:lnTo>
                    <a:pt x="2960" y="12588"/>
                  </a:lnTo>
                  <a:cubicBezTo>
                    <a:pt x="2960" y="13256"/>
                    <a:pt x="3507" y="13791"/>
                    <a:pt x="4175" y="13791"/>
                  </a:cubicBezTo>
                  <a:lnTo>
                    <a:pt x="5260" y="13791"/>
                  </a:lnTo>
                  <a:cubicBezTo>
                    <a:pt x="5928" y="13791"/>
                    <a:pt x="6467" y="13256"/>
                    <a:pt x="6467" y="12588"/>
                  </a:cubicBezTo>
                  <a:lnTo>
                    <a:pt x="6467" y="12086"/>
                  </a:lnTo>
                  <a:cubicBezTo>
                    <a:pt x="6792" y="11934"/>
                    <a:pt x="7002" y="11617"/>
                    <a:pt x="7002" y="11233"/>
                  </a:cubicBezTo>
                  <a:lnTo>
                    <a:pt x="7002" y="9690"/>
                  </a:lnTo>
                  <a:cubicBezTo>
                    <a:pt x="7401" y="9443"/>
                    <a:pt x="7681" y="9048"/>
                    <a:pt x="7774" y="8579"/>
                  </a:cubicBezTo>
                  <a:cubicBezTo>
                    <a:pt x="8571" y="8416"/>
                    <a:pt x="9165" y="7715"/>
                    <a:pt x="9165" y="6874"/>
                  </a:cubicBezTo>
                  <a:cubicBezTo>
                    <a:pt x="9165" y="6615"/>
                    <a:pt x="9106" y="6357"/>
                    <a:pt x="9003" y="6136"/>
                  </a:cubicBezTo>
                  <a:cubicBezTo>
                    <a:pt x="9283" y="5822"/>
                    <a:pt x="9435" y="5412"/>
                    <a:pt x="9435" y="4980"/>
                  </a:cubicBezTo>
                  <a:cubicBezTo>
                    <a:pt x="9435" y="4548"/>
                    <a:pt x="9283" y="4150"/>
                    <a:pt x="9003" y="3833"/>
                  </a:cubicBezTo>
                  <a:cubicBezTo>
                    <a:pt x="9106" y="3600"/>
                    <a:pt x="9165" y="3356"/>
                    <a:pt x="9165" y="3098"/>
                  </a:cubicBezTo>
                  <a:cubicBezTo>
                    <a:pt x="9165" y="2256"/>
                    <a:pt x="8571" y="1555"/>
                    <a:pt x="7774" y="1378"/>
                  </a:cubicBezTo>
                  <a:cubicBezTo>
                    <a:pt x="7611" y="584"/>
                    <a:pt x="6910" y="1"/>
                    <a:pt x="6068" y="1"/>
                  </a:cubicBezTo>
                  <a:cubicBezTo>
                    <a:pt x="5518" y="1"/>
                    <a:pt x="5039" y="245"/>
                    <a:pt x="4713" y="632"/>
                  </a:cubicBezTo>
                  <a:cubicBezTo>
                    <a:pt x="4396" y="245"/>
                    <a:pt x="3905" y="1"/>
                    <a:pt x="33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 name="Google Shape;1373;p48">
              <a:extLst>
                <a:ext uri="{FF2B5EF4-FFF2-40B4-BE49-F238E27FC236}">
                  <a16:creationId xmlns:a16="http://schemas.microsoft.com/office/drawing/2014/main" id="{24A0E796-8DF6-DCA6-4848-7517F022B968}"/>
                </a:ext>
              </a:extLst>
            </p:cNvPr>
            <p:cNvSpPr/>
            <p:nvPr/>
          </p:nvSpPr>
          <p:spPr>
            <a:xfrm>
              <a:off x="8088263" y="2795675"/>
              <a:ext cx="40650" cy="20225"/>
            </a:xfrm>
            <a:custGeom>
              <a:avLst/>
              <a:gdLst/>
              <a:ahLst/>
              <a:cxnLst/>
              <a:rect l="l" t="t" r="r" b="b"/>
              <a:pathLst>
                <a:path w="1626" h="809" extrusionOk="0">
                  <a:moveTo>
                    <a:pt x="411" y="1"/>
                  </a:moveTo>
                  <a:cubicBezTo>
                    <a:pt x="189" y="1"/>
                    <a:pt x="1" y="177"/>
                    <a:pt x="1" y="399"/>
                  </a:cubicBezTo>
                  <a:cubicBezTo>
                    <a:pt x="1" y="621"/>
                    <a:pt x="189" y="809"/>
                    <a:pt x="411" y="809"/>
                  </a:cubicBezTo>
                  <a:lnTo>
                    <a:pt x="1216" y="809"/>
                  </a:lnTo>
                  <a:cubicBezTo>
                    <a:pt x="1440" y="809"/>
                    <a:pt x="1625" y="621"/>
                    <a:pt x="1625" y="399"/>
                  </a:cubicBezTo>
                  <a:cubicBezTo>
                    <a:pt x="1625" y="177"/>
                    <a:pt x="1440" y="1"/>
                    <a:pt x="12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5" name="Google Shape;1374;p48">
              <a:extLst>
                <a:ext uri="{FF2B5EF4-FFF2-40B4-BE49-F238E27FC236}">
                  <a16:creationId xmlns:a16="http://schemas.microsoft.com/office/drawing/2014/main" id="{C1792007-7CD8-1AA2-FD79-21C52B4D51E4}"/>
                </a:ext>
              </a:extLst>
            </p:cNvPr>
            <p:cNvSpPr/>
            <p:nvPr/>
          </p:nvSpPr>
          <p:spPr>
            <a:xfrm>
              <a:off x="8080063" y="2728225"/>
              <a:ext cx="40700" cy="30350"/>
            </a:xfrm>
            <a:custGeom>
              <a:avLst/>
              <a:gdLst/>
              <a:ahLst/>
              <a:cxnLst/>
              <a:rect l="l" t="t" r="r" b="b"/>
              <a:pathLst>
                <a:path w="1628" h="1214" extrusionOk="0">
                  <a:moveTo>
                    <a:pt x="1167" y="0"/>
                  </a:moveTo>
                  <a:cubicBezTo>
                    <a:pt x="1097" y="0"/>
                    <a:pt x="1026" y="18"/>
                    <a:pt x="960" y="56"/>
                  </a:cubicBezTo>
                  <a:lnTo>
                    <a:pt x="259" y="454"/>
                  </a:lnTo>
                  <a:cubicBezTo>
                    <a:pt x="71" y="572"/>
                    <a:pt x="1" y="816"/>
                    <a:pt x="119" y="1004"/>
                  </a:cubicBezTo>
                  <a:cubicBezTo>
                    <a:pt x="190" y="1138"/>
                    <a:pt x="323" y="1213"/>
                    <a:pt x="463" y="1213"/>
                  </a:cubicBezTo>
                  <a:cubicBezTo>
                    <a:pt x="532" y="1213"/>
                    <a:pt x="603" y="1195"/>
                    <a:pt x="668" y="1156"/>
                  </a:cubicBezTo>
                  <a:lnTo>
                    <a:pt x="1370" y="757"/>
                  </a:lnTo>
                  <a:cubicBezTo>
                    <a:pt x="1569" y="642"/>
                    <a:pt x="1628" y="395"/>
                    <a:pt x="1521" y="196"/>
                  </a:cubicBezTo>
                  <a:cubicBezTo>
                    <a:pt x="1442" y="72"/>
                    <a:pt x="1307" y="0"/>
                    <a:pt x="11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 name="Google Shape;1375;p48">
              <a:extLst>
                <a:ext uri="{FF2B5EF4-FFF2-40B4-BE49-F238E27FC236}">
                  <a16:creationId xmlns:a16="http://schemas.microsoft.com/office/drawing/2014/main" id="{3664EA87-6467-0176-13EE-9100FB8CCC72}"/>
                </a:ext>
              </a:extLst>
            </p:cNvPr>
            <p:cNvSpPr/>
            <p:nvPr/>
          </p:nvSpPr>
          <p:spPr>
            <a:xfrm>
              <a:off x="8080063" y="2852850"/>
              <a:ext cx="40700" cy="30350"/>
            </a:xfrm>
            <a:custGeom>
              <a:avLst/>
              <a:gdLst/>
              <a:ahLst/>
              <a:cxnLst/>
              <a:rect l="l" t="t" r="r" b="b"/>
              <a:pathLst>
                <a:path w="1628" h="1214" extrusionOk="0">
                  <a:moveTo>
                    <a:pt x="465" y="0"/>
                  </a:moveTo>
                  <a:cubicBezTo>
                    <a:pt x="325" y="0"/>
                    <a:pt x="190" y="71"/>
                    <a:pt x="119" y="205"/>
                  </a:cubicBezTo>
                  <a:cubicBezTo>
                    <a:pt x="1" y="401"/>
                    <a:pt x="71" y="648"/>
                    <a:pt x="259" y="752"/>
                  </a:cubicBezTo>
                  <a:lnTo>
                    <a:pt x="960" y="1161"/>
                  </a:lnTo>
                  <a:cubicBezTo>
                    <a:pt x="1026" y="1197"/>
                    <a:pt x="1097" y="1214"/>
                    <a:pt x="1166" y="1214"/>
                  </a:cubicBezTo>
                  <a:cubicBezTo>
                    <a:pt x="1307" y="1214"/>
                    <a:pt x="1442" y="1143"/>
                    <a:pt x="1521" y="1010"/>
                  </a:cubicBezTo>
                  <a:cubicBezTo>
                    <a:pt x="1628" y="822"/>
                    <a:pt x="1569" y="567"/>
                    <a:pt x="1370" y="460"/>
                  </a:cubicBezTo>
                  <a:lnTo>
                    <a:pt x="668" y="50"/>
                  </a:lnTo>
                  <a:cubicBezTo>
                    <a:pt x="603" y="17"/>
                    <a:pt x="534" y="0"/>
                    <a:pt x="4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 name="Google Shape;1376;p48">
              <a:extLst>
                <a:ext uri="{FF2B5EF4-FFF2-40B4-BE49-F238E27FC236}">
                  <a16:creationId xmlns:a16="http://schemas.microsoft.com/office/drawing/2014/main" id="{47913B10-F7C8-1ED3-E406-4A3D773B28D6}"/>
                </a:ext>
              </a:extLst>
            </p:cNvPr>
            <p:cNvSpPr/>
            <p:nvPr/>
          </p:nvSpPr>
          <p:spPr>
            <a:xfrm>
              <a:off x="7783763" y="2795675"/>
              <a:ext cx="40350" cy="20225"/>
            </a:xfrm>
            <a:custGeom>
              <a:avLst/>
              <a:gdLst/>
              <a:ahLst/>
              <a:cxnLst/>
              <a:rect l="l" t="t" r="r" b="b"/>
              <a:pathLst>
                <a:path w="1614" h="809" extrusionOk="0">
                  <a:moveTo>
                    <a:pt x="399" y="1"/>
                  </a:moveTo>
                  <a:cubicBezTo>
                    <a:pt x="177" y="1"/>
                    <a:pt x="0" y="177"/>
                    <a:pt x="0" y="399"/>
                  </a:cubicBezTo>
                  <a:cubicBezTo>
                    <a:pt x="0" y="621"/>
                    <a:pt x="177" y="809"/>
                    <a:pt x="399" y="809"/>
                  </a:cubicBezTo>
                  <a:lnTo>
                    <a:pt x="1207" y="809"/>
                  </a:lnTo>
                  <a:cubicBezTo>
                    <a:pt x="1439" y="809"/>
                    <a:pt x="1613" y="621"/>
                    <a:pt x="1613" y="399"/>
                  </a:cubicBezTo>
                  <a:cubicBezTo>
                    <a:pt x="1613" y="177"/>
                    <a:pt x="1439" y="1"/>
                    <a:pt x="12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8" name="Google Shape;1377;p48">
              <a:extLst>
                <a:ext uri="{FF2B5EF4-FFF2-40B4-BE49-F238E27FC236}">
                  <a16:creationId xmlns:a16="http://schemas.microsoft.com/office/drawing/2014/main" id="{427BD894-043A-2188-CB1D-03E45BE8907E}"/>
                </a:ext>
              </a:extLst>
            </p:cNvPr>
            <p:cNvSpPr/>
            <p:nvPr/>
          </p:nvSpPr>
          <p:spPr>
            <a:xfrm>
              <a:off x="7791688" y="2728225"/>
              <a:ext cx="40625" cy="30350"/>
            </a:xfrm>
            <a:custGeom>
              <a:avLst/>
              <a:gdLst/>
              <a:ahLst/>
              <a:cxnLst/>
              <a:rect l="l" t="t" r="r" b="b"/>
              <a:pathLst>
                <a:path w="1625" h="1214" extrusionOk="0">
                  <a:moveTo>
                    <a:pt x="460" y="0"/>
                  </a:moveTo>
                  <a:cubicBezTo>
                    <a:pt x="321" y="0"/>
                    <a:pt x="187" y="72"/>
                    <a:pt x="118" y="196"/>
                  </a:cubicBezTo>
                  <a:cubicBezTo>
                    <a:pt x="0" y="395"/>
                    <a:pt x="70" y="642"/>
                    <a:pt x="258" y="757"/>
                  </a:cubicBezTo>
                  <a:lnTo>
                    <a:pt x="960" y="1156"/>
                  </a:lnTo>
                  <a:cubicBezTo>
                    <a:pt x="1025" y="1195"/>
                    <a:pt x="1095" y="1213"/>
                    <a:pt x="1164" y="1213"/>
                  </a:cubicBezTo>
                  <a:cubicBezTo>
                    <a:pt x="1304" y="1213"/>
                    <a:pt x="1437" y="1138"/>
                    <a:pt x="1507" y="1004"/>
                  </a:cubicBezTo>
                  <a:cubicBezTo>
                    <a:pt x="1625" y="816"/>
                    <a:pt x="1554" y="572"/>
                    <a:pt x="1366" y="454"/>
                  </a:cubicBezTo>
                  <a:lnTo>
                    <a:pt x="665" y="56"/>
                  </a:lnTo>
                  <a:cubicBezTo>
                    <a:pt x="600" y="18"/>
                    <a:pt x="529" y="0"/>
                    <a:pt x="4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9" name="Google Shape;1378;p48">
              <a:extLst>
                <a:ext uri="{FF2B5EF4-FFF2-40B4-BE49-F238E27FC236}">
                  <a16:creationId xmlns:a16="http://schemas.microsoft.com/office/drawing/2014/main" id="{90CAE514-8614-5662-EEE4-A2BE8098591E}"/>
                </a:ext>
              </a:extLst>
            </p:cNvPr>
            <p:cNvSpPr/>
            <p:nvPr/>
          </p:nvSpPr>
          <p:spPr>
            <a:xfrm>
              <a:off x="7791688" y="2852850"/>
              <a:ext cx="40625" cy="30350"/>
            </a:xfrm>
            <a:custGeom>
              <a:avLst/>
              <a:gdLst/>
              <a:ahLst/>
              <a:cxnLst/>
              <a:rect l="l" t="t" r="r" b="b"/>
              <a:pathLst>
                <a:path w="1625" h="1214" extrusionOk="0">
                  <a:moveTo>
                    <a:pt x="1161" y="0"/>
                  </a:moveTo>
                  <a:cubicBezTo>
                    <a:pt x="1093" y="0"/>
                    <a:pt x="1024" y="17"/>
                    <a:pt x="960" y="50"/>
                  </a:cubicBezTo>
                  <a:lnTo>
                    <a:pt x="258" y="460"/>
                  </a:lnTo>
                  <a:cubicBezTo>
                    <a:pt x="70" y="567"/>
                    <a:pt x="0" y="822"/>
                    <a:pt x="118" y="1010"/>
                  </a:cubicBezTo>
                  <a:cubicBezTo>
                    <a:pt x="188" y="1143"/>
                    <a:pt x="321" y="1214"/>
                    <a:pt x="461" y="1214"/>
                  </a:cubicBezTo>
                  <a:cubicBezTo>
                    <a:pt x="530" y="1214"/>
                    <a:pt x="600" y="1197"/>
                    <a:pt x="665" y="1161"/>
                  </a:cubicBezTo>
                  <a:lnTo>
                    <a:pt x="1366" y="752"/>
                  </a:lnTo>
                  <a:cubicBezTo>
                    <a:pt x="1554" y="648"/>
                    <a:pt x="1625" y="401"/>
                    <a:pt x="1507" y="205"/>
                  </a:cubicBezTo>
                  <a:cubicBezTo>
                    <a:pt x="1437" y="71"/>
                    <a:pt x="1302" y="0"/>
                    <a:pt x="11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
        <p:nvSpPr>
          <p:cNvPr id="11" name="Google Shape;1430;p48">
            <a:extLst>
              <a:ext uri="{FF2B5EF4-FFF2-40B4-BE49-F238E27FC236}">
                <a16:creationId xmlns:a16="http://schemas.microsoft.com/office/drawing/2014/main" id="{DE6C3531-9870-F0F5-39ED-A9B3306B04A5}"/>
              </a:ext>
            </a:extLst>
          </p:cNvPr>
          <p:cNvSpPr/>
          <p:nvPr/>
        </p:nvSpPr>
        <p:spPr>
          <a:xfrm>
            <a:off x="4628575" y="1431056"/>
            <a:ext cx="345150" cy="345125"/>
          </a:xfrm>
          <a:custGeom>
            <a:avLst/>
            <a:gdLst/>
            <a:ahLst/>
            <a:cxnLst/>
            <a:rect l="l" t="t" r="r" b="b"/>
            <a:pathLst>
              <a:path w="13806" h="13805" extrusionOk="0">
                <a:moveTo>
                  <a:pt x="2547" y="808"/>
                </a:moveTo>
                <a:cubicBezTo>
                  <a:pt x="2991" y="808"/>
                  <a:pt x="3355" y="1170"/>
                  <a:pt x="3355" y="1616"/>
                </a:cubicBezTo>
                <a:cubicBezTo>
                  <a:pt x="3355" y="2059"/>
                  <a:pt x="2991" y="2421"/>
                  <a:pt x="2547" y="2421"/>
                </a:cubicBezTo>
                <a:cubicBezTo>
                  <a:pt x="2104" y="2421"/>
                  <a:pt x="1742" y="2059"/>
                  <a:pt x="1742" y="1616"/>
                </a:cubicBezTo>
                <a:cubicBezTo>
                  <a:pt x="1742" y="1170"/>
                  <a:pt x="2104" y="808"/>
                  <a:pt x="2547" y="808"/>
                </a:cubicBezTo>
                <a:close/>
                <a:moveTo>
                  <a:pt x="11233" y="808"/>
                </a:moveTo>
                <a:cubicBezTo>
                  <a:pt x="11676" y="808"/>
                  <a:pt x="12038" y="1170"/>
                  <a:pt x="12038" y="1616"/>
                </a:cubicBezTo>
                <a:cubicBezTo>
                  <a:pt x="12038" y="2059"/>
                  <a:pt x="11676" y="2421"/>
                  <a:pt x="11233" y="2421"/>
                </a:cubicBezTo>
                <a:cubicBezTo>
                  <a:pt x="10789" y="2421"/>
                  <a:pt x="10425" y="2059"/>
                  <a:pt x="10425" y="1616"/>
                </a:cubicBezTo>
                <a:cubicBezTo>
                  <a:pt x="10425" y="1170"/>
                  <a:pt x="10789" y="808"/>
                  <a:pt x="11233" y="808"/>
                </a:cubicBezTo>
                <a:close/>
                <a:moveTo>
                  <a:pt x="3097" y="3229"/>
                </a:moveTo>
                <a:cubicBezTo>
                  <a:pt x="3762" y="3229"/>
                  <a:pt x="4312" y="3776"/>
                  <a:pt x="4312" y="4444"/>
                </a:cubicBezTo>
                <a:lnTo>
                  <a:pt x="4312" y="4853"/>
                </a:lnTo>
                <a:lnTo>
                  <a:pt x="805" y="4853"/>
                </a:lnTo>
                <a:lnTo>
                  <a:pt x="805" y="4444"/>
                </a:lnTo>
                <a:cubicBezTo>
                  <a:pt x="805" y="3776"/>
                  <a:pt x="1355" y="3229"/>
                  <a:pt x="2023" y="3229"/>
                </a:cubicBezTo>
                <a:close/>
                <a:moveTo>
                  <a:pt x="11782" y="3229"/>
                </a:moveTo>
                <a:cubicBezTo>
                  <a:pt x="12447" y="3229"/>
                  <a:pt x="12997" y="3776"/>
                  <a:pt x="12997" y="4444"/>
                </a:cubicBezTo>
                <a:lnTo>
                  <a:pt x="12997" y="4853"/>
                </a:lnTo>
                <a:lnTo>
                  <a:pt x="9491" y="4853"/>
                </a:lnTo>
                <a:lnTo>
                  <a:pt x="9491" y="4444"/>
                </a:lnTo>
                <a:cubicBezTo>
                  <a:pt x="9491" y="3776"/>
                  <a:pt x="10029" y="3229"/>
                  <a:pt x="10705" y="3229"/>
                </a:cubicBezTo>
                <a:close/>
                <a:moveTo>
                  <a:pt x="6497" y="3229"/>
                </a:moveTo>
                <a:lnTo>
                  <a:pt x="6497" y="5473"/>
                </a:lnTo>
                <a:cubicBezTo>
                  <a:pt x="6006" y="5613"/>
                  <a:pt x="5611" y="5998"/>
                  <a:pt x="5470" y="6500"/>
                </a:cubicBezTo>
                <a:lnTo>
                  <a:pt x="2968" y="6500"/>
                </a:lnTo>
                <a:lnTo>
                  <a:pt x="2968" y="5658"/>
                </a:lnTo>
                <a:lnTo>
                  <a:pt x="4721" y="5658"/>
                </a:lnTo>
                <a:cubicBezTo>
                  <a:pt x="4943" y="5658"/>
                  <a:pt x="5120" y="5484"/>
                  <a:pt x="5120" y="5249"/>
                </a:cubicBezTo>
                <a:lnTo>
                  <a:pt x="5120" y="4444"/>
                </a:lnTo>
                <a:cubicBezTo>
                  <a:pt x="5120" y="3986"/>
                  <a:pt x="4968" y="3565"/>
                  <a:pt x="4710" y="3229"/>
                </a:cubicBezTo>
                <a:close/>
                <a:moveTo>
                  <a:pt x="9081" y="3229"/>
                </a:moveTo>
                <a:cubicBezTo>
                  <a:pt x="8837" y="3565"/>
                  <a:pt x="8685" y="3986"/>
                  <a:pt x="8685" y="4444"/>
                </a:cubicBezTo>
                <a:lnTo>
                  <a:pt x="8685" y="5249"/>
                </a:lnTo>
                <a:cubicBezTo>
                  <a:pt x="8685" y="5484"/>
                  <a:pt x="8859" y="5658"/>
                  <a:pt x="9081" y="5658"/>
                </a:cubicBezTo>
                <a:lnTo>
                  <a:pt x="10834" y="5658"/>
                </a:lnTo>
                <a:lnTo>
                  <a:pt x="10834" y="6500"/>
                </a:lnTo>
                <a:lnTo>
                  <a:pt x="8321" y="6500"/>
                </a:lnTo>
                <a:cubicBezTo>
                  <a:pt x="8180" y="5998"/>
                  <a:pt x="7796" y="5613"/>
                  <a:pt x="7305" y="5473"/>
                </a:cubicBezTo>
                <a:lnTo>
                  <a:pt x="7305" y="3229"/>
                </a:lnTo>
                <a:close/>
                <a:moveTo>
                  <a:pt x="6884" y="6231"/>
                </a:moveTo>
                <a:cubicBezTo>
                  <a:pt x="7257" y="6231"/>
                  <a:pt x="7563" y="6525"/>
                  <a:pt x="7563" y="6898"/>
                </a:cubicBezTo>
                <a:cubicBezTo>
                  <a:pt x="7563" y="7271"/>
                  <a:pt x="7257" y="7577"/>
                  <a:pt x="6884" y="7577"/>
                </a:cubicBezTo>
                <a:cubicBezTo>
                  <a:pt x="6522" y="7577"/>
                  <a:pt x="6217" y="7271"/>
                  <a:pt x="6217" y="6898"/>
                </a:cubicBezTo>
                <a:cubicBezTo>
                  <a:pt x="6217" y="6525"/>
                  <a:pt x="6522" y="6231"/>
                  <a:pt x="6884" y="6231"/>
                </a:cubicBezTo>
                <a:close/>
                <a:moveTo>
                  <a:pt x="2547" y="8943"/>
                </a:moveTo>
                <a:cubicBezTo>
                  <a:pt x="2991" y="8943"/>
                  <a:pt x="3355" y="9316"/>
                  <a:pt x="3355" y="9762"/>
                </a:cubicBezTo>
                <a:cubicBezTo>
                  <a:pt x="3355" y="10206"/>
                  <a:pt x="2991" y="10568"/>
                  <a:pt x="2547" y="10568"/>
                </a:cubicBezTo>
                <a:cubicBezTo>
                  <a:pt x="2104" y="10568"/>
                  <a:pt x="1742" y="10206"/>
                  <a:pt x="1742" y="9762"/>
                </a:cubicBezTo>
                <a:cubicBezTo>
                  <a:pt x="1742" y="9316"/>
                  <a:pt x="2104" y="8943"/>
                  <a:pt x="2547" y="8943"/>
                </a:cubicBezTo>
                <a:close/>
                <a:moveTo>
                  <a:pt x="5470" y="7308"/>
                </a:moveTo>
                <a:cubicBezTo>
                  <a:pt x="5611" y="7799"/>
                  <a:pt x="6006" y="8183"/>
                  <a:pt x="6497" y="8323"/>
                </a:cubicBezTo>
                <a:lnTo>
                  <a:pt x="6497" y="10568"/>
                </a:lnTo>
                <a:lnTo>
                  <a:pt x="3961" y="10568"/>
                </a:lnTo>
                <a:cubicBezTo>
                  <a:pt x="4101" y="10323"/>
                  <a:pt x="4172" y="10054"/>
                  <a:pt x="4172" y="9762"/>
                </a:cubicBezTo>
                <a:cubicBezTo>
                  <a:pt x="4172" y="9002"/>
                  <a:pt x="3658" y="8371"/>
                  <a:pt x="2968" y="8194"/>
                </a:cubicBezTo>
                <a:lnTo>
                  <a:pt x="2968" y="7308"/>
                </a:lnTo>
                <a:close/>
                <a:moveTo>
                  <a:pt x="10834" y="7308"/>
                </a:moveTo>
                <a:lnTo>
                  <a:pt x="10834" y="8194"/>
                </a:lnTo>
                <a:cubicBezTo>
                  <a:pt x="10133" y="8371"/>
                  <a:pt x="9620" y="9002"/>
                  <a:pt x="9620" y="9762"/>
                </a:cubicBezTo>
                <a:cubicBezTo>
                  <a:pt x="9620" y="10054"/>
                  <a:pt x="9701" y="10323"/>
                  <a:pt x="9841" y="10568"/>
                </a:cubicBezTo>
                <a:lnTo>
                  <a:pt x="7305" y="10568"/>
                </a:lnTo>
                <a:lnTo>
                  <a:pt x="7305" y="8323"/>
                </a:lnTo>
                <a:cubicBezTo>
                  <a:pt x="7796" y="8183"/>
                  <a:pt x="8180" y="7799"/>
                  <a:pt x="8321" y="7308"/>
                </a:cubicBezTo>
                <a:close/>
                <a:moveTo>
                  <a:pt x="11233" y="8943"/>
                </a:moveTo>
                <a:cubicBezTo>
                  <a:pt x="11676" y="8943"/>
                  <a:pt x="12038" y="9316"/>
                  <a:pt x="12038" y="9762"/>
                </a:cubicBezTo>
                <a:cubicBezTo>
                  <a:pt x="12038" y="10206"/>
                  <a:pt x="11676" y="10568"/>
                  <a:pt x="11233" y="10568"/>
                </a:cubicBezTo>
                <a:cubicBezTo>
                  <a:pt x="10789" y="10568"/>
                  <a:pt x="10425" y="10206"/>
                  <a:pt x="10425" y="9762"/>
                </a:cubicBezTo>
                <a:cubicBezTo>
                  <a:pt x="10425" y="9316"/>
                  <a:pt x="10789" y="8943"/>
                  <a:pt x="11233" y="8943"/>
                </a:cubicBezTo>
                <a:close/>
                <a:moveTo>
                  <a:pt x="3097" y="11375"/>
                </a:moveTo>
                <a:cubicBezTo>
                  <a:pt x="3762" y="11375"/>
                  <a:pt x="4312" y="11925"/>
                  <a:pt x="4312" y="12590"/>
                </a:cubicBezTo>
                <a:lnTo>
                  <a:pt x="4312" y="12989"/>
                </a:lnTo>
                <a:lnTo>
                  <a:pt x="805" y="12989"/>
                </a:lnTo>
                <a:lnTo>
                  <a:pt x="805" y="12590"/>
                </a:lnTo>
                <a:cubicBezTo>
                  <a:pt x="805" y="11925"/>
                  <a:pt x="1355" y="11375"/>
                  <a:pt x="2023" y="11375"/>
                </a:cubicBezTo>
                <a:close/>
                <a:moveTo>
                  <a:pt x="11782" y="11375"/>
                </a:moveTo>
                <a:cubicBezTo>
                  <a:pt x="12447" y="11375"/>
                  <a:pt x="12997" y="11925"/>
                  <a:pt x="12997" y="12590"/>
                </a:cubicBezTo>
                <a:lnTo>
                  <a:pt x="12997" y="12989"/>
                </a:lnTo>
                <a:lnTo>
                  <a:pt x="9491" y="12989"/>
                </a:lnTo>
                <a:lnTo>
                  <a:pt x="9491" y="12590"/>
                </a:lnTo>
                <a:cubicBezTo>
                  <a:pt x="9491" y="11925"/>
                  <a:pt x="10029" y="11375"/>
                  <a:pt x="10705" y="11375"/>
                </a:cubicBezTo>
                <a:close/>
                <a:moveTo>
                  <a:pt x="2545" y="1"/>
                </a:moveTo>
                <a:cubicBezTo>
                  <a:pt x="1660" y="1"/>
                  <a:pt x="945" y="732"/>
                  <a:pt x="945" y="1616"/>
                </a:cubicBezTo>
                <a:cubicBezTo>
                  <a:pt x="945" y="1978"/>
                  <a:pt x="1063" y="2303"/>
                  <a:pt x="1263" y="2572"/>
                </a:cubicBezTo>
                <a:cubicBezTo>
                  <a:pt x="513" y="2878"/>
                  <a:pt x="0" y="3602"/>
                  <a:pt x="0" y="4444"/>
                </a:cubicBezTo>
                <a:lnTo>
                  <a:pt x="0" y="5249"/>
                </a:lnTo>
                <a:cubicBezTo>
                  <a:pt x="0" y="5484"/>
                  <a:pt x="174" y="5658"/>
                  <a:pt x="396" y="5658"/>
                </a:cubicBezTo>
                <a:lnTo>
                  <a:pt x="2149" y="5658"/>
                </a:lnTo>
                <a:lnTo>
                  <a:pt x="2149" y="8194"/>
                </a:lnTo>
                <a:cubicBezTo>
                  <a:pt x="1462" y="8371"/>
                  <a:pt x="945" y="9002"/>
                  <a:pt x="945" y="9762"/>
                </a:cubicBezTo>
                <a:cubicBezTo>
                  <a:pt x="945" y="10113"/>
                  <a:pt x="1063" y="10453"/>
                  <a:pt x="1263" y="10719"/>
                </a:cubicBezTo>
                <a:cubicBezTo>
                  <a:pt x="513" y="11025"/>
                  <a:pt x="0" y="11749"/>
                  <a:pt x="0" y="12590"/>
                </a:cubicBezTo>
                <a:lnTo>
                  <a:pt x="0" y="13398"/>
                </a:lnTo>
                <a:cubicBezTo>
                  <a:pt x="0" y="13620"/>
                  <a:pt x="174" y="13805"/>
                  <a:pt x="396" y="13805"/>
                </a:cubicBezTo>
                <a:lnTo>
                  <a:pt x="4721" y="13805"/>
                </a:lnTo>
                <a:cubicBezTo>
                  <a:pt x="4943" y="13805"/>
                  <a:pt x="5120" y="13620"/>
                  <a:pt x="5120" y="13398"/>
                </a:cubicBezTo>
                <a:lnTo>
                  <a:pt x="5120" y="12590"/>
                </a:lnTo>
                <a:cubicBezTo>
                  <a:pt x="5120" y="12136"/>
                  <a:pt x="4968" y="11715"/>
                  <a:pt x="4710" y="11375"/>
                </a:cubicBezTo>
                <a:lnTo>
                  <a:pt x="9081" y="11375"/>
                </a:lnTo>
                <a:cubicBezTo>
                  <a:pt x="8837" y="11715"/>
                  <a:pt x="8685" y="12136"/>
                  <a:pt x="8685" y="12590"/>
                </a:cubicBezTo>
                <a:lnTo>
                  <a:pt x="8685" y="13398"/>
                </a:lnTo>
                <a:cubicBezTo>
                  <a:pt x="8685" y="13620"/>
                  <a:pt x="8859" y="13805"/>
                  <a:pt x="9081" y="13805"/>
                </a:cubicBezTo>
                <a:lnTo>
                  <a:pt x="13396" y="13805"/>
                </a:lnTo>
                <a:cubicBezTo>
                  <a:pt x="13617" y="13805"/>
                  <a:pt x="13805" y="13620"/>
                  <a:pt x="13805" y="13398"/>
                </a:cubicBezTo>
                <a:lnTo>
                  <a:pt x="13805" y="12590"/>
                </a:lnTo>
                <a:cubicBezTo>
                  <a:pt x="13805" y="11749"/>
                  <a:pt x="13278" y="11025"/>
                  <a:pt x="12543" y="10719"/>
                </a:cubicBezTo>
                <a:cubicBezTo>
                  <a:pt x="12739" y="10453"/>
                  <a:pt x="12857" y="10113"/>
                  <a:pt x="12857" y="9762"/>
                </a:cubicBezTo>
                <a:cubicBezTo>
                  <a:pt x="12857" y="9002"/>
                  <a:pt x="12344" y="8371"/>
                  <a:pt x="11642" y="8194"/>
                </a:cubicBezTo>
                <a:lnTo>
                  <a:pt x="11642" y="5658"/>
                </a:lnTo>
                <a:lnTo>
                  <a:pt x="13396" y="5658"/>
                </a:lnTo>
                <a:cubicBezTo>
                  <a:pt x="13617" y="5658"/>
                  <a:pt x="13805" y="5484"/>
                  <a:pt x="13805" y="5249"/>
                </a:cubicBezTo>
                <a:lnTo>
                  <a:pt x="13805" y="4444"/>
                </a:lnTo>
                <a:cubicBezTo>
                  <a:pt x="13805" y="3602"/>
                  <a:pt x="13278" y="2878"/>
                  <a:pt x="12543" y="2572"/>
                </a:cubicBezTo>
                <a:cubicBezTo>
                  <a:pt x="12753" y="2281"/>
                  <a:pt x="12879" y="1919"/>
                  <a:pt x="12857" y="1532"/>
                </a:cubicBezTo>
                <a:cubicBezTo>
                  <a:pt x="12809" y="679"/>
                  <a:pt x="12108" y="14"/>
                  <a:pt x="11266" y="3"/>
                </a:cubicBezTo>
                <a:cubicBezTo>
                  <a:pt x="11258" y="3"/>
                  <a:pt x="11249" y="3"/>
                  <a:pt x="11240" y="3"/>
                </a:cubicBezTo>
                <a:cubicBezTo>
                  <a:pt x="10341" y="3"/>
                  <a:pt x="9620" y="724"/>
                  <a:pt x="9620" y="1616"/>
                </a:cubicBezTo>
                <a:cubicBezTo>
                  <a:pt x="9620" y="1908"/>
                  <a:pt x="9701" y="2188"/>
                  <a:pt x="9841" y="2421"/>
                </a:cubicBezTo>
                <a:lnTo>
                  <a:pt x="3961" y="2421"/>
                </a:lnTo>
                <a:cubicBezTo>
                  <a:pt x="4113" y="2163"/>
                  <a:pt x="4183" y="1860"/>
                  <a:pt x="4172" y="1546"/>
                </a:cubicBezTo>
                <a:cubicBezTo>
                  <a:pt x="4138" y="715"/>
                  <a:pt x="3459" y="36"/>
                  <a:pt x="2629" y="3"/>
                </a:cubicBezTo>
                <a:cubicBezTo>
                  <a:pt x="2601" y="1"/>
                  <a:pt x="2573" y="1"/>
                  <a:pt x="25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nvGrpSpPr>
          <p:cNvPr id="12" name="Google Shape;787;p34">
            <a:extLst>
              <a:ext uri="{FF2B5EF4-FFF2-40B4-BE49-F238E27FC236}">
                <a16:creationId xmlns:a16="http://schemas.microsoft.com/office/drawing/2014/main" id="{D917A767-63C4-C8BD-E9DF-61CC8669B542}"/>
              </a:ext>
            </a:extLst>
          </p:cNvPr>
          <p:cNvGrpSpPr/>
          <p:nvPr/>
        </p:nvGrpSpPr>
        <p:grpSpPr>
          <a:xfrm>
            <a:off x="816068" y="2909663"/>
            <a:ext cx="346325" cy="345000"/>
            <a:chOff x="1725463" y="2681050"/>
            <a:chExt cx="346325" cy="345000"/>
          </a:xfrm>
        </p:grpSpPr>
        <p:sp>
          <p:nvSpPr>
            <p:cNvPr id="13" name="Google Shape;788;p34">
              <a:extLst>
                <a:ext uri="{FF2B5EF4-FFF2-40B4-BE49-F238E27FC236}">
                  <a16:creationId xmlns:a16="http://schemas.microsoft.com/office/drawing/2014/main" id="{285C941A-119A-C173-782B-F0B55D564B95}"/>
                </a:ext>
              </a:extLst>
            </p:cNvPr>
            <p:cNvSpPr/>
            <p:nvPr/>
          </p:nvSpPr>
          <p:spPr>
            <a:xfrm>
              <a:off x="1807588" y="2762650"/>
              <a:ext cx="181800" cy="181800"/>
            </a:xfrm>
            <a:custGeom>
              <a:avLst/>
              <a:gdLst/>
              <a:ahLst/>
              <a:cxnLst/>
              <a:rect l="l" t="t" r="r" b="b"/>
              <a:pathLst>
                <a:path w="7272" h="7272" extrusionOk="0">
                  <a:moveTo>
                    <a:pt x="6032" y="808"/>
                  </a:moveTo>
                  <a:lnTo>
                    <a:pt x="6464" y="1240"/>
                  </a:lnTo>
                  <a:lnTo>
                    <a:pt x="6464" y="1613"/>
                  </a:lnTo>
                  <a:lnTo>
                    <a:pt x="2418" y="1613"/>
                  </a:lnTo>
                  <a:lnTo>
                    <a:pt x="2418" y="808"/>
                  </a:lnTo>
                  <a:close/>
                  <a:moveTo>
                    <a:pt x="1613" y="808"/>
                  </a:moveTo>
                  <a:lnTo>
                    <a:pt x="1613" y="4851"/>
                  </a:lnTo>
                  <a:lnTo>
                    <a:pt x="805" y="4851"/>
                  </a:lnTo>
                  <a:lnTo>
                    <a:pt x="805" y="1240"/>
                  </a:lnTo>
                  <a:lnTo>
                    <a:pt x="1240" y="808"/>
                  </a:lnTo>
                  <a:close/>
                  <a:moveTo>
                    <a:pt x="4851" y="2421"/>
                  </a:moveTo>
                  <a:lnTo>
                    <a:pt x="4851" y="4851"/>
                  </a:lnTo>
                  <a:lnTo>
                    <a:pt x="2418" y="4851"/>
                  </a:lnTo>
                  <a:lnTo>
                    <a:pt x="2418" y="2421"/>
                  </a:lnTo>
                  <a:close/>
                  <a:moveTo>
                    <a:pt x="4851" y="5659"/>
                  </a:moveTo>
                  <a:lnTo>
                    <a:pt x="4851" y="6464"/>
                  </a:lnTo>
                  <a:lnTo>
                    <a:pt x="1240" y="6464"/>
                  </a:lnTo>
                  <a:lnTo>
                    <a:pt x="805" y="6032"/>
                  </a:lnTo>
                  <a:lnTo>
                    <a:pt x="805" y="5659"/>
                  </a:lnTo>
                  <a:close/>
                  <a:moveTo>
                    <a:pt x="6464" y="2421"/>
                  </a:moveTo>
                  <a:lnTo>
                    <a:pt x="6464" y="6032"/>
                  </a:lnTo>
                  <a:lnTo>
                    <a:pt x="6032" y="6464"/>
                  </a:lnTo>
                  <a:lnTo>
                    <a:pt x="5659" y="6464"/>
                  </a:lnTo>
                  <a:lnTo>
                    <a:pt x="5659" y="2421"/>
                  </a:lnTo>
                  <a:close/>
                  <a:moveTo>
                    <a:pt x="1075" y="0"/>
                  </a:moveTo>
                  <a:cubicBezTo>
                    <a:pt x="960" y="0"/>
                    <a:pt x="864" y="37"/>
                    <a:pt x="783" y="118"/>
                  </a:cubicBezTo>
                  <a:lnTo>
                    <a:pt x="118" y="783"/>
                  </a:lnTo>
                  <a:cubicBezTo>
                    <a:pt x="34" y="867"/>
                    <a:pt x="0" y="960"/>
                    <a:pt x="0" y="1078"/>
                  </a:cubicBezTo>
                  <a:lnTo>
                    <a:pt x="0" y="6197"/>
                  </a:lnTo>
                  <a:cubicBezTo>
                    <a:pt x="0" y="6312"/>
                    <a:pt x="34" y="6408"/>
                    <a:pt x="118" y="6489"/>
                  </a:cubicBezTo>
                  <a:lnTo>
                    <a:pt x="783" y="7154"/>
                  </a:lnTo>
                  <a:cubicBezTo>
                    <a:pt x="864" y="7235"/>
                    <a:pt x="960" y="7272"/>
                    <a:pt x="1075" y="7272"/>
                  </a:cubicBezTo>
                  <a:lnTo>
                    <a:pt x="6206" y="7272"/>
                  </a:lnTo>
                  <a:cubicBezTo>
                    <a:pt x="6312" y="7272"/>
                    <a:pt x="6416" y="7235"/>
                    <a:pt x="6486" y="7154"/>
                  </a:cubicBezTo>
                  <a:lnTo>
                    <a:pt x="7154" y="6489"/>
                  </a:lnTo>
                  <a:cubicBezTo>
                    <a:pt x="7235" y="6408"/>
                    <a:pt x="7272" y="6312"/>
                    <a:pt x="7272" y="6197"/>
                  </a:cubicBezTo>
                  <a:lnTo>
                    <a:pt x="7272" y="1078"/>
                  </a:lnTo>
                  <a:cubicBezTo>
                    <a:pt x="7272" y="960"/>
                    <a:pt x="7235" y="867"/>
                    <a:pt x="7154" y="783"/>
                  </a:cubicBezTo>
                  <a:lnTo>
                    <a:pt x="6486" y="118"/>
                  </a:lnTo>
                  <a:cubicBezTo>
                    <a:pt x="6416" y="37"/>
                    <a:pt x="6312" y="0"/>
                    <a:pt x="62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 name="Google Shape;789;p34">
              <a:extLst>
                <a:ext uri="{FF2B5EF4-FFF2-40B4-BE49-F238E27FC236}">
                  <a16:creationId xmlns:a16="http://schemas.microsoft.com/office/drawing/2014/main" id="{117B5CB2-38BF-D675-F827-53DD6FC699FA}"/>
                </a:ext>
              </a:extLst>
            </p:cNvPr>
            <p:cNvSpPr/>
            <p:nvPr/>
          </p:nvSpPr>
          <p:spPr>
            <a:xfrm>
              <a:off x="1725463" y="2681050"/>
              <a:ext cx="346325" cy="345000"/>
            </a:xfrm>
            <a:custGeom>
              <a:avLst/>
              <a:gdLst/>
              <a:ahLst/>
              <a:cxnLst/>
              <a:rect l="l" t="t" r="r" b="b"/>
              <a:pathLst>
                <a:path w="13853" h="13800" extrusionOk="0">
                  <a:moveTo>
                    <a:pt x="9996" y="2448"/>
                  </a:moveTo>
                  <a:lnTo>
                    <a:pt x="11373" y="3837"/>
                  </a:lnTo>
                  <a:lnTo>
                    <a:pt x="11373" y="9963"/>
                  </a:lnTo>
                  <a:lnTo>
                    <a:pt x="9996" y="11355"/>
                  </a:lnTo>
                  <a:lnTo>
                    <a:pt x="3858" y="11355"/>
                  </a:lnTo>
                  <a:lnTo>
                    <a:pt x="2466" y="9963"/>
                  </a:lnTo>
                  <a:lnTo>
                    <a:pt x="2466" y="3837"/>
                  </a:lnTo>
                  <a:lnTo>
                    <a:pt x="3858" y="2448"/>
                  </a:lnTo>
                  <a:close/>
                  <a:moveTo>
                    <a:pt x="3671" y="0"/>
                  </a:moveTo>
                  <a:cubicBezTo>
                    <a:pt x="3454" y="0"/>
                    <a:pt x="3285" y="186"/>
                    <a:pt x="3285" y="400"/>
                  </a:cubicBezTo>
                  <a:lnTo>
                    <a:pt x="3285" y="1873"/>
                  </a:lnTo>
                  <a:lnTo>
                    <a:pt x="1905" y="3264"/>
                  </a:lnTo>
                  <a:lnTo>
                    <a:pt x="432" y="3264"/>
                  </a:lnTo>
                  <a:cubicBezTo>
                    <a:pt x="222" y="3264"/>
                    <a:pt x="48" y="3416"/>
                    <a:pt x="23" y="3615"/>
                  </a:cubicBezTo>
                  <a:cubicBezTo>
                    <a:pt x="0" y="3862"/>
                    <a:pt x="188" y="4072"/>
                    <a:pt x="421" y="4072"/>
                  </a:cubicBezTo>
                  <a:lnTo>
                    <a:pt x="1661" y="4072"/>
                  </a:lnTo>
                  <a:lnTo>
                    <a:pt x="1661" y="4877"/>
                  </a:lnTo>
                  <a:lnTo>
                    <a:pt x="432" y="4877"/>
                  </a:lnTo>
                  <a:cubicBezTo>
                    <a:pt x="222" y="4877"/>
                    <a:pt x="48" y="5029"/>
                    <a:pt x="23" y="5239"/>
                  </a:cubicBezTo>
                  <a:cubicBezTo>
                    <a:pt x="0" y="5486"/>
                    <a:pt x="188" y="5685"/>
                    <a:pt x="421" y="5685"/>
                  </a:cubicBezTo>
                  <a:lnTo>
                    <a:pt x="1661" y="5685"/>
                  </a:lnTo>
                  <a:lnTo>
                    <a:pt x="1661" y="6490"/>
                  </a:lnTo>
                  <a:lnTo>
                    <a:pt x="432" y="6490"/>
                  </a:lnTo>
                  <a:cubicBezTo>
                    <a:pt x="222" y="6490"/>
                    <a:pt x="48" y="6642"/>
                    <a:pt x="23" y="6852"/>
                  </a:cubicBezTo>
                  <a:cubicBezTo>
                    <a:pt x="0" y="7099"/>
                    <a:pt x="188" y="7310"/>
                    <a:pt x="421" y="7310"/>
                  </a:cubicBezTo>
                  <a:lnTo>
                    <a:pt x="1661" y="7310"/>
                  </a:lnTo>
                  <a:lnTo>
                    <a:pt x="1661" y="8115"/>
                  </a:lnTo>
                  <a:lnTo>
                    <a:pt x="432" y="8115"/>
                  </a:lnTo>
                  <a:cubicBezTo>
                    <a:pt x="222" y="8115"/>
                    <a:pt x="48" y="8269"/>
                    <a:pt x="23" y="8465"/>
                  </a:cubicBezTo>
                  <a:cubicBezTo>
                    <a:pt x="0" y="8712"/>
                    <a:pt x="188" y="8923"/>
                    <a:pt x="421" y="8923"/>
                  </a:cubicBezTo>
                  <a:lnTo>
                    <a:pt x="1661" y="8923"/>
                  </a:lnTo>
                  <a:lnTo>
                    <a:pt x="1661" y="9728"/>
                  </a:lnTo>
                  <a:lnTo>
                    <a:pt x="432" y="9728"/>
                  </a:lnTo>
                  <a:cubicBezTo>
                    <a:pt x="222" y="9728"/>
                    <a:pt x="48" y="9882"/>
                    <a:pt x="23" y="10092"/>
                  </a:cubicBezTo>
                  <a:cubicBezTo>
                    <a:pt x="0" y="10337"/>
                    <a:pt x="188" y="10536"/>
                    <a:pt x="421" y="10536"/>
                  </a:cubicBezTo>
                  <a:lnTo>
                    <a:pt x="1905" y="10536"/>
                  </a:lnTo>
                  <a:lnTo>
                    <a:pt x="3285" y="11927"/>
                  </a:lnTo>
                  <a:lnTo>
                    <a:pt x="3285" y="13389"/>
                  </a:lnTo>
                  <a:cubicBezTo>
                    <a:pt x="3285" y="13599"/>
                    <a:pt x="3437" y="13773"/>
                    <a:pt x="3636" y="13795"/>
                  </a:cubicBezTo>
                  <a:cubicBezTo>
                    <a:pt x="3655" y="13798"/>
                    <a:pt x="3675" y="13800"/>
                    <a:pt x="3694" y="13800"/>
                  </a:cubicBezTo>
                  <a:cubicBezTo>
                    <a:pt x="3912" y="13800"/>
                    <a:pt x="4090" y="13614"/>
                    <a:pt x="4090" y="13400"/>
                  </a:cubicBezTo>
                  <a:lnTo>
                    <a:pt x="4090" y="12160"/>
                  </a:lnTo>
                  <a:lnTo>
                    <a:pt x="4898" y="12160"/>
                  </a:lnTo>
                  <a:lnTo>
                    <a:pt x="4898" y="13389"/>
                  </a:lnTo>
                  <a:cubicBezTo>
                    <a:pt x="4898" y="13599"/>
                    <a:pt x="5050" y="13773"/>
                    <a:pt x="5260" y="13795"/>
                  </a:cubicBezTo>
                  <a:cubicBezTo>
                    <a:pt x="5280" y="13798"/>
                    <a:pt x="5299" y="13800"/>
                    <a:pt x="5318" y="13800"/>
                  </a:cubicBezTo>
                  <a:cubicBezTo>
                    <a:pt x="5537" y="13800"/>
                    <a:pt x="5703" y="13614"/>
                    <a:pt x="5703" y="13400"/>
                  </a:cubicBezTo>
                  <a:lnTo>
                    <a:pt x="5703" y="12160"/>
                  </a:lnTo>
                  <a:lnTo>
                    <a:pt x="6511" y="12160"/>
                  </a:lnTo>
                  <a:lnTo>
                    <a:pt x="6511" y="13389"/>
                  </a:lnTo>
                  <a:cubicBezTo>
                    <a:pt x="6511" y="13599"/>
                    <a:pt x="6663" y="13773"/>
                    <a:pt x="6873" y="13795"/>
                  </a:cubicBezTo>
                  <a:cubicBezTo>
                    <a:pt x="6893" y="13798"/>
                    <a:pt x="6913" y="13800"/>
                    <a:pt x="6932" y="13800"/>
                  </a:cubicBezTo>
                  <a:cubicBezTo>
                    <a:pt x="7152" y="13800"/>
                    <a:pt x="7331" y="13614"/>
                    <a:pt x="7331" y="13400"/>
                  </a:cubicBezTo>
                  <a:lnTo>
                    <a:pt x="7331" y="12160"/>
                  </a:lnTo>
                  <a:lnTo>
                    <a:pt x="8136" y="12160"/>
                  </a:lnTo>
                  <a:lnTo>
                    <a:pt x="8136" y="13389"/>
                  </a:lnTo>
                  <a:cubicBezTo>
                    <a:pt x="8136" y="13599"/>
                    <a:pt x="8287" y="13773"/>
                    <a:pt x="8498" y="13795"/>
                  </a:cubicBezTo>
                  <a:cubicBezTo>
                    <a:pt x="8516" y="13798"/>
                    <a:pt x="8535" y="13800"/>
                    <a:pt x="8554" y="13800"/>
                  </a:cubicBezTo>
                  <a:cubicBezTo>
                    <a:pt x="8766" y="13800"/>
                    <a:pt x="8944" y="13614"/>
                    <a:pt x="8944" y="13400"/>
                  </a:cubicBezTo>
                  <a:lnTo>
                    <a:pt x="8944" y="12160"/>
                  </a:lnTo>
                  <a:lnTo>
                    <a:pt x="9749" y="12160"/>
                  </a:lnTo>
                  <a:lnTo>
                    <a:pt x="9749" y="13389"/>
                  </a:lnTo>
                  <a:cubicBezTo>
                    <a:pt x="9749" y="13599"/>
                    <a:pt x="9900" y="13773"/>
                    <a:pt x="10111" y="13795"/>
                  </a:cubicBezTo>
                  <a:cubicBezTo>
                    <a:pt x="10130" y="13798"/>
                    <a:pt x="10150" y="13800"/>
                    <a:pt x="10169" y="13800"/>
                  </a:cubicBezTo>
                  <a:cubicBezTo>
                    <a:pt x="10388" y="13800"/>
                    <a:pt x="10557" y="13614"/>
                    <a:pt x="10557" y="13400"/>
                  </a:cubicBezTo>
                  <a:lnTo>
                    <a:pt x="10557" y="11927"/>
                  </a:lnTo>
                  <a:lnTo>
                    <a:pt x="11945" y="10536"/>
                  </a:lnTo>
                  <a:lnTo>
                    <a:pt x="13407" y="10536"/>
                  </a:lnTo>
                  <a:cubicBezTo>
                    <a:pt x="13617" y="10536"/>
                    <a:pt x="13794" y="10384"/>
                    <a:pt x="13816" y="10185"/>
                  </a:cubicBezTo>
                  <a:cubicBezTo>
                    <a:pt x="13853" y="9938"/>
                    <a:pt x="13654" y="9728"/>
                    <a:pt x="13418" y="9728"/>
                  </a:cubicBezTo>
                  <a:lnTo>
                    <a:pt x="12181" y="9728"/>
                  </a:lnTo>
                  <a:lnTo>
                    <a:pt x="12181" y="8923"/>
                  </a:lnTo>
                  <a:lnTo>
                    <a:pt x="13407" y="8923"/>
                  </a:lnTo>
                  <a:cubicBezTo>
                    <a:pt x="13617" y="8923"/>
                    <a:pt x="13794" y="8771"/>
                    <a:pt x="13816" y="8561"/>
                  </a:cubicBezTo>
                  <a:cubicBezTo>
                    <a:pt x="13853" y="8314"/>
                    <a:pt x="13654" y="8115"/>
                    <a:pt x="13418" y="8115"/>
                  </a:cubicBezTo>
                  <a:lnTo>
                    <a:pt x="12181" y="8115"/>
                  </a:lnTo>
                  <a:lnTo>
                    <a:pt x="12181" y="7310"/>
                  </a:lnTo>
                  <a:lnTo>
                    <a:pt x="13407" y="7310"/>
                  </a:lnTo>
                  <a:cubicBezTo>
                    <a:pt x="13617" y="7310"/>
                    <a:pt x="13794" y="7158"/>
                    <a:pt x="13816" y="6948"/>
                  </a:cubicBezTo>
                  <a:cubicBezTo>
                    <a:pt x="13853" y="6701"/>
                    <a:pt x="13654" y="6490"/>
                    <a:pt x="13418" y="6490"/>
                  </a:cubicBezTo>
                  <a:lnTo>
                    <a:pt x="12181" y="6490"/>
                  </a:lnTo>
                  <a:lnTo>
                    <a:pt x="12181" y="5685"/>
                  </a:lnTo>
                  <a:lnTo>
                    <a:pt x="13407" y="5685"/>
                  </a:lnTo>
                  <a:cubicBezTo>
                    <a:pt x="13617" y="5685"/>
                    <a:pt x="13794" y="5534"/>
                    <a:pt x="13816" y="5335"/>
                  </a:cubicBezTo>
                  <a:cubicBezTo>
                    <a:pt x="13853" y="5088"/>
                    <a:pt x="13654" y="4877"/>
                    <a:pt x="13418" y="4877"/>
                  </a:cubicBezTo>
                  <a:lnTo>
                    <a:pt x="12181" y="4877"/>
                  </a:lnTo>
                  <a:lnTo>
                    <a:pt x="12181" y="4072"/>
                  </a:lnTo>
                  <a:lnTo>
                    <a:pt x="13407" y="4072"/>
                  </a:lnTo>
                  <a:cubicBezTo>
                    <a:pt x="13617" y="4072"/>
                    <a:pt x="13794" y="3921"/>
                    <a:pt x="13816" y="3710"/>
                  </a:cubicBezTo>
                  <a:cubicBezTo>
                    <a:pt x="13853" y="3463"/>
                    <a:pt x="13654" y="3264"/>
                    <a:pt x="13418" y="3264"/>
                  </a:cubicBezTo>
                  <a:lnTo>
                    <a:pt x="11945" y="3264"/>
                  </a:lnTo>
                  <a:lnTo>
                    <a:pt x="10557" y="1873"/>
                  </a:lnTo>
                  <a:lnTo>
                    <a:pt x="10557" y="414"/>
                  </a:lnTo>
                  <a:cubicBezTo>
                    <a:pt x="10557" y="204"/>
                    <a:pt x="10402" y="27"/>
                    <a:pt x="10206" y="5"/>
                  </a:cubicBezTo>
                  <a:cubicBezTo>
                    <a:pt x="10186" y="2"/>
                    <a:pt x="10167" y="0"/>
                    <a:pt x="10147" y="0"/>
                  </a:cubicBezTo>
                  <a:cubicBezTo>
                    <a:pt x="9927" y="0"/>
                    <a:pt x="9749" y="186"/>
                    <a:pt x="9749" y="400"/>
                  </a:cubicBezTo>
                  <a:lnTo>
                    <a:pt x="9749" y="1640"/>
                  </a:lnTo>
                  <a:lnTo>
                    <a:pt x="8944" y="1640"/>
                  </a:lnTo>
                  <a:lnTo>
                    <a:pt x="8944" y="414"/>
                  </a:lnTo>
                  <a:cubicBezTo>
                    <a:pt x="8944" y="204"/>
                    <a:pt x="8789" y="27"/>
                    <a:pt x="8579" y="5"/>
                  </a:cubicBezTo>
                  <a:cubicBezTo>
                    <a:pt x="8560" y="2"/>
                    <a:pt x="8542" y="0"/>
                    <a:pt x="8523" y="0"/>
                  </a:cubicBezTo>
                  <a:cubicBezTo>
                    <a:pt x="8314" y="0"/>
                    <a:pt x="8136" y="186"/>
                    <a:pt x="8136" y="400"/>
                  </a:cubicBezTo>
                  <a:lnTo>
                    <a:pt x="8136" y="1640"/>
                  </a:lnTo>
                  <a:lnTo>
                    <a:pt x="7331" y="1640"/>
                  </a:lnTo>
                  <a:lnTo>
                    <a:pt x="7331" y="414"/>
                  </a:lnTo>
                  <a:cubicBezTo>
                    <a:pt x="7331" y="204"/>
                    <a:pt x="7176" y="27"/>
                    <a:pt x="6966" y="5"/>
                  </a:cubicBezTo>
                  <a:cubicBezTo>
                    <a:pt x="6946" y="2"/>
                    <a:pt x="6927" y="0"/>
                    <a:pt x="6908" y="0"/>
                  </a:cubicBezTo>
                  <a:cubicBezTo>
                    <a:pt x="6689" y="0"/>
                    <a:pt x="6511" y="186"/>
                    <a:pt x="6511" y="400"/>
                  </a:cubicBezTo>
                  <a:lnTo>
                    <a:pt x="6511" y="1640"/>
                  </a:lnTo>
                  <a:lnTo>
                    <a:pt x="5703" y="1640"/>
                  </a:lnTo>
                  <a:lnTo>
                    <a:pt x="5703" y="414"/>
                  </a:lnTo>
                  <a:cubicBezTo>
                    <a:pt x="5703" y="204"/>
                    <a:pt x="5552" y="27"/>
                    <a:pt x="5353" y="5"/>
                  </a:cubicBezTo>
                  <a:cubicBezTo>
                    <a:pt x="5333" y="2"/>
                    <a:pt x="5314" y="0"/>
                    <a:pt x="5295" y="0"/>
                  </a:cubicBezTo>
                  <a:cubicBezTo>
                    <a:pt x="5076" y="0"/>
                    <a:pt x="4898" y="186"/>
                    <a:pt x="4898" y="400"/>
                  </a:cubicBezTo>
                  <a:lnTo>
                    <a:pt x="4898" y="1640"/>
                  </a:lnTo>
                  <a:lnTo>
                    <a:pt x="4090" y="1640"/>
                  </a:lnTo>
                  <a:lnTo>
                    <a:pt x="4090" y="414"/>
                  </a:lnTo>
                  <a:cubicBezTo>
                    <a:pt x="4090" y="204"/>
                    <a:pt x="3939" y="27"/>
                    <a:pt x="3728" y="5"/>
                  </a:cubicBezTo>
                  <a:cubicBezTo>
                    <a:pt x="3709" y="2"/>
                    <a:pt x="3690" y="0"/>
                    <a:pt x="36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Tree>
    <p:extLst>
      <p:ext uri="{BB962C8B-B14F-4D97-AF65-F5344CB8AC3E}">
        <p14:creationId xmlns:p14="http://schemas.microsoft.com/office/powerpoint/2010/main" val="2268313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p35"/>
          <p:cNvSpPr txBox="1">
            <a:spLocks noGrp="1"/>
          </p:cNvSpPr>
          <p:nvPr>
            <p:ph type="subTitle" idx="6"/>
          </p:nvPr>
        </p:nvSpPr>
        <p:spPr>
          <a:xfrm>
            <a:off x="1253225" y="2827725"/>
            <a:ext cx="2811000" cy="516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pt-BR"/>
              <a:t>Java Virtual Machine</a:t>
            </a:r>
          </a:p>
        </p:txBody>
      </p:sp>
      <p:sp>
        <p:nvSpPr>
          <p:cNvPr id="795" name="Google Shape;795;p3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BR"/>
              <a:t>História do Java – “</a:t>
            </a:r>
            <a:r>
              <a:rPr lang="pt-BR" err="1"/>
              <a:t>write</a:t>
            </a:r>
            <a:r>
              <a:rPr lang="pt-BR"/>
              <a:t> </a:t>
            </a:r>
            <a:r>
              <a:rPr lang="pt-BR" err="1"/>
              <a:t>once</a:t>
            </a:r>
            <a:r>
              <a:rPr lang="pt-BR"/>
              <a:t>, </a:t>
            </a:r>
            <a:r>
              <a:rPr lang="pt-BR" err="1"/>
              <a:t>run</a:t>
            </a:r>
            <a:r>
              <a:rPr lang="pt-BR"/>
              <a:t> </a:t>
            </a:r>
            <a:r>
              <a:rPr lang="pt-BR" err="1"/>
              <a:t>anywhere</a:t>
            </a:r>
            <a:r>
              <a:rPr lang="pt-BR"/>
              <a:t>”</a:t>
            </a:r>
            <a:endParaRPr/>
          </a:p>
        </p:txBody>
      </p:sp>
      <p:sp>
        <p:nvSpPr>
          <p:cNvPr id="796" name="Google Shape;796;p35"/>
          <p:cNvSpPr txBox="1">
            <a:spLocks noGrp="1"/>
          </p:cNvSpPr>
          <p:nvPr>
            <p:ph type="subTitle" idx="1"/>
          </p:nvPr>
        </p:nvSpPr>
        <p:spPr>
          <a:xfrm>
            <a:off x="1253224" y="1770100"/>
            <a:ext cx="2811000" cy="95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BR"/>
              <a:t>Java surgiu no ano de 1995, pelo cientista da computação James Gosling e sua equipe na empresa Sun Microsystems</a:t>
            </a:r>
            <a:endParaRPr/>
          </a:p>
        </p:txBody>
      </p:sp>
      <p:sp>
        <p:nvSpPr>
          <p:cNvPr id="797" name="Google Shape;797;p35"/>
          <p:cNvSpPr txBox="1">
            <a:spLocks noGrp="1"/>
          </p:cNvSpPr>
          <p:nvPr>
            <p:ph type="subTitle" idx="2"/>
          </p:nvPr>
        </p:nvSpPr>
        <p:spPr>
          <a:xfrm>
            <a:off x="5079776" y="1770100"/>
            <a:ext cx="2811000" cy="95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BR"/>
              <a:t>Java foi pensado para permitir a comunicação com qualquer aparelho eletrônico. Isso só é permitido graças a Java Virtual Machine (JVM)</a:t>
            </a:r>
            <a:endParaRPr/>
          </a:p>
        </p:txBody>
      </p:sp>
      <p:sp>
        <p:nvSpPr>
          <p:cNvPr id="798" name="Google Shape;798;p35"/>
          <p:cNvSpPr txBox="1">
            <a:spLocks noGrp="1"/>
          </p:cNvSpPr>
          <p:nvPr>
            <p:ph type="subTitle" idx="3"/>
          </p:nvPr>
        </p:nvSpPr>
        <p:spPr>
          <a:xfrm>
            <a:off x="1253224" y="3281700"/>
            <a:ext cx="2811000" cy="95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BR"/>
              <a:t>A Java Virtual Machine, permite a portabilidade entre sistemas computacionais ao realizar o gerenciamento automático de memória e segurança		</a:t>
            </a:r>
            <a:endParaRPr/>
          </a:p>
        </p:txBody>
      </p:sp>
      <p:sp>
        <p:nvSpPr>
          <p:cNvPr id="799" name="Google Shape;799;p35"/>
          <p:cNvSpPr txBox="1">
            <a:spLocks noGrp="1"/>
          </p:cNvSpPr>
          <p:nvPr>
            <p:ph type="subTitle" idx="4"/>
          </p:nvPr>
        </p:nvSpPr>
        <p:spPr>
          <a:xfrm>
            <a:off x="5079776" y="3281700"/>
            <a:ext cx="2811000" cy="95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BR"/>
              <a:t>As aplicações que utilizam Java atualmente são sistemas de empresas, jogos e desenvolvimento web</a:t>
            </a:r>
          </a:p>
          <a:p>
            <a:pPr marL="0" lvl="0" indent="0" algn="l" rtl="0">
              <a:spcBef>
                <a:spcPts val="0"/>
              </a:spcBef>
              <a:spcAft>
                <a:spcPts val="0"/>
              </a:spcAft>
              <a:buNone/>
            </a:pPr>
            <a:endParaRPr/>
          </a:p>
        </p:txBody>
      </p:sp>
      <p:sp>
        <p:nvSpPr>
          <p:cNvPr id="800" name="Google Shape;800;p35"/>
          <p:cNvSpPr txBox="1">
            <a:spLocks noGrp="1"/>
          </p:cNvSpPr>
          <p:nvPr>
            <p:ph type="subTitle" idx="5"/>
          </p:nvPr>
        </p:nvSpPr>
        <p:spPr>
          <a:xfrm>
            <a:off x="1253225" y="1316050"/>
            <a:ext cx="2811000" cy="516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Surgimento</a:t>
            </a:r>
            <a:endParaRPr/>
          </a:p>
        </p:txBody>
      </p:sp>
      <p:sp>
        <p:nvSpPr>
          <p:cNvPr id="801" name="Google Shape;801;p35"/>
          <p:cNvSpPr txBox="1">
            <a:spLocks noGrp="1"/>
          </p:cNvSpPr>
          <p:nvPr>
            <p:ph type="subTitle" idx="7"/>
          </p:nvPr>
        </p:nvSpPr>
        <p:spPr>
          <a:xfrm>
            <a:off x="5079750" y="1316050"/>
            <a:ext cx="2811000" cy="516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pt-BR"/>
              <a:t>Propósito</a:t>
            </a:r>
            <a:endParaRPr/>
          </a:p>
        </p:txBody>
      </p:sp>
      <p:sp>
        <p:nvSpPr>
          <p:cNvPr id="802" name="Google Shape;802;p35"/>
          <p:cNvSpPr txBox="1">
            <a:spLocks noGrp="1"/>
          </p:cNvSpPr>
          <p:nvPr>
            <p:ph type="subTitle" idx="8"/>
          </p:nvPr>
        </p:nvSpPr>
        <p:spPr>
          <a:xfrm>
            <a:off x="5079750" y="2827725"/>
            <a:ext cx="2811000" cy="516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Aplicações</a:t>
            </a:r>
            <a:endParaRPr/>
          </a:p>
        </p:txBody>
      </p:sp>
      <p:grpSp>
        <p:nvGrpSpPr>
          <p:cNvPr id="809" name="Google Shape;809;p35"/>
          <p:cNvGrpSpPr/>
          <p:nvPr/>
        </p:nvGrpSpPr>
        <p:grpSpPr>
          <a:xfrm>
            <a:off x="4628575" y="2913438"/>
            <a:ext cx="345150" cy="345150"/>
            <a:chOff x="1696838" y="3797375"/>
            <a:chExt cx="345150" cy="345150"/>
          </a:xfrm>
        </p:grpSpPr>
        <p:sp>
          <p:nvSpPr>
            <p:cNvPr id="810" name="Google Shape;810;p35"/>
            <p:cNvSpPr/>
            <p:nvPr/>
          </p:nvSpPr>
          <p:spPr>
            <a:xfrm>
              <a:off x="1696838" y="3797375"/>
              <a:ext cx="345150" cy="345150"/>
            </a:xfrm>
            <a:custGeom>
              <a:avLst/>
              <a:gdLst/>
              <a:ahLst/>
              <a:cxnLst/>
              <a:rect l="l" t="t" r="r" b="b"/>
              <a:pathLst>
                <a:path w="13806" h="13806" extrusionOk="0">
                  <a:moveTo>
                    <a:pt x="5283" y="3241"/>
                  </a:moveTo>
                  <a:cubicBezTo>
                    <a:pt x="5951" y="3241"/>
                    <a:pt x="6498" y="3777"/>
                    <a:pt x="6498" y="4456"/>
                  </a:cubicBezTo>
                  <a:lnTo>
                    <a:pt x="6498" y="4585"/>
                  </a:lnTo>
                  <a:lnTo>
                    <a:pt x="6357" y="4585"/>
                  </a:lnTo>
                  <a:cubicBezTo>
                    <a:pt x="5693" y="4585"/>
                    <a:pt x="5143" y="4046"/>
                    <a:pt x="5143" y="3367"/>
                  </a:cubicBezTo>
                  <a:lnTo>
                    <a:pt x="5143" y="3241"/>
                  </a:lnTo>
                  <a:close/>
                  <a:moveTo>
                    <a:pt x="8649" y="3241"/>
                  </a:moveTo>
                  <a:lnTo>
                    <a:pt x="8649" y="3367"/>
                  </a:lnTo>
                  <a:cubicBezTo>
                    <a:pt x="8649" y="4046"/>
                    <a:pt x="8111" y="4585"/>
                    <a:pt x="7446" y="4585"/>
                  </a:cubicBezTo>
                  <a:lnTo>
                    <a:pt x="7306" y="4585"/>
                  </a:lnTo>
                  <a:lnTo>
                    <a:pt x="7306" y="4456"/>
                  </a:lnTo>
                  <a:cubicBezTo>
                    <a:pt x="7306" y="3777"/>
                    <a:pt x="7844" y="3241"/>
                    <a:pt x="8520" y="3241"/>
                  </a:cubicBezTo>
                  <a:close/>
                  <a:moveTo>
                    <a:pt x="8299" y="7283"/>
                  </a:moveTo>
                  <a:lnTo>
                    <a:pt x="7914" y="9166"/>
                  </a:lnTo>
                  <a:lnTo>
                    <a:pt x="5881" y="9166"/>
                  </a:lnTo>
                  <a:lnTo>
                    <a:pt x="5505" y="7283"/>
                  </a:lnTo>
                  <a:close/>
                  <a:moveTo>
                    <a:pt x="12857" y="809"/>
                  </a:moveTo>
                  <a:cubicBezTo>
                    <a:pt x="12939" y="809"/>
                    <a:pt x="12998" y="868"/>
                    <a:pt x="12998" y="949"/>
                  </a:cubicBezTo>
                  <a:lnTo>
                    <a:pt x="12998" y="9166"/>
                  </a:lnTo>
                  <a:lnTo>
                    <a:pt x="8742" y="9166"/>
                  </a:lnTo>
                  <a:lnTo>
                    <a:pt x="9118" y="7283"/>
                  </a:lnTo>
                  <a:lnTo>
                    <a:pt x="9317" y="7283"/>
                  </a:lnTo>
                  <a:cubicBezTo>
                    <a:pt x="9528" y="7283"/>
                    <a:pt x="9701" y="7132"/>
                    <a:pt x="9724" y="6922"/>
                  </a:cubicBezTo>
                  <a:cubicBezTo>
                    <a:pt x="9760" y="6677"/>
                    <a:pt x="9561" y="6478"/>
                    <a:pt x="9328" y="6478"/>
                  </a:cubicBezTo>
                  <a:lnTo>
                    <a:pt x="7306" y="6478"/>
                  </a:lnTo>
                  <a:lnTo>
                    <a:pt x="7306" y="5390"/>
                  </a:lnTo>
                  <a:lnTo>
                    <a:pt x="7446" y="5390"/>
                  </a:lnTo>
                  <a:cubicBezTo>
                    <a:pt x="8557" y="5390"/>
                    <a:pt x="9469" y="4489"/>
                    <a:pt x="9469" y="3367"/>
                  </a:cubicBezTo>
                  <a:lnTo>
                    <a:pt x="9469" y="2831"/>
                  </a:lnTo>
                  <a:cubicBezTo>
                    <a:pt x="9469" y="2610"/>
                    <a:pt x="9281" y="2433"/>
                    <a:pt x="9059" y="2433"/>
                  </a:cubicBezTo>
                  <a:lnTo>
                    <a:pt x="8520" y="2433"/>
                  </a:lnTo>
                  <a:cubicBezTo>
                    <a:pt x="7856" y="2433"/>
                    <a:pt x="7269" y="2750"/>
                    <a:pt x="6896" y="3241"/>
                  </a:cubicBezTo>
                  <a:cubicBezTo>
                    <a:pt x="6534" y="2750"/>
                    <a:pt x="5951" y="2433"/>
                    <a:pt x="5283" y="2433"/>
                  </a:cubicBezTo>
                  <a:lnTo>
                    <a:pt x="4744" y="2433"/>
                  </a:lnTo>
                  <a:cubicBezTo>
                    <a:pt x="4523" y="2433"/>
                    <a:pt x="4338" y="2610"/>
                    <a:pt x="4338" y="2831"/>
                  </a:cubicBezTo>
                  <a:lnTo>
                    <a:pt x="4338" y="3367"/>
                  </a:lnTo>
                  <a:cubicBezTo>
                    <a:pt x="4338" y="4489"/>
                    <a:pt x="5249" y="5390"/>
                    <a:pt x="6357" y="5390"/>
                  </a:cubicBezTo>
                  <a:lnTo>
                    <a:pt x="6498" y="5390"/>
                  </a:lnTo>
                  <a:lnTo>
                    <a:pt x="6498" y="6478"/>
                  </a:lnTo>
                  <a:lnTo>
                    <a:pt x="4489" y="6478"/>
                  </a:lnTo>
                  <a:cubicBezTo>
                    <a:pt x="4279" y="6478"/>
                    <a:pt x="4091" y="6630"/>
                    <a:pt x="4068" y="6829"/>
                  </a:cubicBezTo>
                  <a:cubicBezTo>
                    <a:pt x="4043" y="7073"/>
                    <a:pt x="4231" y="7283"/>
                    <a:pt x="4478" y="7283"/>
                  </a:cubicBezTo>
                  <a:lnTo>
                    <a:pt x="4688" y="7283"/>
                  </a:lnTo>
                  <a:lnTo>
                    <a:pt x="5061" y="9166"/>
                  </a:lnTo>
                  <a:lnTo>
                    <a:pt x="806" y="9166"/>
                  </a:lnTo>
                  <a:lnTo>
                    <a:pt x="806" y="949"/>
                  </a:lnTo>
                  <a:cubicBezTo>
                    <a:pt x="806" y="868"/>
                    <a:pt x="865" y="809"/>
                    <a:pt x="946" y="809"/>
                  </a:cubicBezTo>
                  <a:close/>
                  <a:moveTo>
                    <a:pt x="12998" y="9974"/>
                  </a:moveTo>
                  <a:lnTo>
                    <a:pt x="12998" y="10650"/>
                  </a:lnTo>
                  <a:cubicBezTo>
                    <a:pt x="12998" y="10720"/>
                    <a:pt x="12939" y="10790"/>
                    <a:pt x="12857" y="10790"/>
                  </a:cubicBezTo>
                  <a:lnTo>
                    <a:pt x="946" y="10790"/>
                  </a:lnTo>
                  <a:cubicBezTo>
                    <a:pt x="865" y="10790"/>
                    <a:pt x="806" y="10720"/>
                    <a:pt x="806" y="10650"/>
                  </a:cubicBezTo>
                  <a:lnTo>
                    <a:pt x="806" y="9974"/>
                  </a:lnTo>
                  <a:close/>
                  <a:moveTo>
                    <a:pt x="8206" y="11598"/>
                  </a:moveTo>
                  <a:lnTo>
                    <a:pt x="8546" y="13001"/>
                  </a:lnTo>
                  <a:lnTo>
                    <a:pt x="5261" y="13001"/>
                  </a:lnTo>
                  <a:lnTo>
                    <a:pt x="5600" y="11598"/>
                  </a:lnTo>
                  <a:close/>
                  <a:moveTo>
                    <a:pt x="946" y="1"/>
                  </a:moveTo>
                  <a:cubicBezTo>
                    <a:pt x="421" y="1"/>
                    <a:pt x="1" y="422"/>
                    <a:pt x="1" y="949"/>
                  </a:cubicBezTo>
                  <a:lnTo>
                    <a:pt x="1" y="10650"/>
                  </a:lnTo>
                  <a:cubicBezTo>
                    <a:pt x="1" y="11177"/>
                    <a:pt x="421" y="11598"/>
                    <a:pt x="946" y="11598"/>
                  </a:cubicBezTo>
                  <a:lnTo>
                    <a:pt x="4770" y="11598"/>
                  </a:lnTo>
                  <a:lnTo>
                    <a:pt x="4430" y="13001"/>
                  </a:lnTo>
                  <a:lnTo>
                    <a:pt x="3681" y="13001"/>
                  </a:lnTo>
                  <a:cubicBezTo>
                    <a:pt x="3471" y="13001"/>
                    <a:pt x="3286" y="13152"/>
                    <a:pt x="3260" y="13351"/>
                  </a:cubicBezTo>
                  <a:cubicBezTo>
                    <a:pt x="3238" y="13595"/>
                    <a:pt x="3426" y="13806"/>
                    <a:pt x="3670" y="13806"/>
                  </a:cubicBezTo>
                  <a:lnTo>
                    <a:pt x="10122" y="13806"/>
                  </a:lnTo>
                  <a:cubicBezTo>
                    <a:pt x="10333" y="13806"/>
                    <a:pt x="10521" y="13654"/>
                    <a:pt x="10543" y="13444"/>
                  </a:cubicBezTo>
                  <a:cubicBezTo>
                    <a:pt x="10565" y="13200"/>
                    <a:pt x="10380" y="13001"/>
                    <a:pt x="10133" y="13001"/>
                  </a:cubicBezTo>
                  <a:lnTo>
                    <a:pt x="9373" y="13001"/>
                  </a:lnTo>
                  <a:lnTo>
                    <a:pt x="9037" y="11598"/>
                  </a:lnTo>
                  <a:lnTo>
                    <a:pt x="12857" y="11598"/>
                  </a:lnTo>
                  <a:cubicBezTo>
                    <a:pt x="13385" y="11598"/>
                    <a:pt x="13806" y="11177"/>
                    <a:pt x="13806" y="10650"/>
                  </a:cubicBezTo>
                  <a:lnTo>
                    <a:pt x="13806" y="949"/>
                  </a:lnTo>
                  <a:cubicBezTo>
                    <a:pt x="13806" y="422"/>
                    <a:pt x="13385" y="1"/>
                    <a:pt x="128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811" name="Google Shape;811;p35"/>
            <p:cNvSpPr/>
            <p:nvPr/>
          </p:nvSpPr>
          <p:spPr>
            <a:xfrm>
              <a:off x="1959838" y="3891775"/>
              <a:ext cx="41475" cy="20225"/>
            </a:xfrm>
            <a:custGeom>
              <a:avLst/>
              <a:gdLst/>
              <a:ahLst/>
              <a:cxnLst/>
              <a:rect l="l" t="t" r="r" b="b"/>
              <a:pathLst>
                <a:path w="1659" h="809" extrusionOk="0">
                  <a:moveTo>
                    <a:pt x="433" y="1"/>
                  </a:moveTo>
                  <a:cubicBezTo>
                    <a:pt x="233" y="1"/>
                    <a:pt x="45" y="152"/>
                    <a:pt x="23" y="363"/>
                  </a:cubicBezTo>
                  <a:cubicBezTo>
                    <a:pt x="1" y="598"/>
                    <a:pt x="186" y="809"/>
                    <a:pt x="421" y="809"/>
                  </a:cubicBezTo>
                  <a:lnTo>
                    <a:pt x="1227" y="809"/>
                  </a:lnTo>
                  <a:cubicBezTo>
                    <a:pt x="1426" y="809"/>
                    <a:pt x="1614" y="657"/>
                    <a:pt x="1636" y="447"/>
                  </a:cubicBezTo>
                  <a:cubicBezTo>
                    <a:pt x="1659" y="211"/>
                    <a:pt x="1473" y="1"/>
                    <a:pt x="12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812" name="Google Shape;812;p35"/>
            <p:cNvSpPr/>
            <p:nvPr/>
          </p:nvSpPr>
          <p:spPr>
            <a:xfrm>
              <a:off x="1952188" y="3838075"/>
              <a:ext cx="40700" cy="30350"/>
            </a:xfrm>
            <a:custGeom>
              <a:avLst/>
              <a:gdLst/>
              <a:ahLst/>
              <a:cxnLst/>
              <a:rect l="l" t="t" r="r" b="b"/>
              <a:pathLst>
                <a:path w="1628" h="1214" extrusionOk="0">
                  <a:moveTo>
                    <a:pt x="1166" y="0"/>
                  </a:moveTo>
                  <a:cubicBezTo>
                    <a:pt x="1097" y="0"/>
                    <a:pt x="1026" y="18"/>
                    <a:pt x="960" y="56"/>
                  </a:cubicBezTo>
                  <a:lnTo>
                    <a:pt x="259" y="454"/>
                  </a:lnTo>
                  <a:cubicBezTo>
                    <a:pt x="60" y="572"/>
                    <a:pt x="1" y="816"/>
                    <a:pt x="107" y="1004"/>
                  </a:cubicBezTo>
                  <a:cubicBezTo>
                    <a:pt x="186" y="1138"/>
                    <a:pt x="322" y="1213"/>
                    <a:pt x="462" y="1213"/>
                  </a:cubicBezTo>
                  <a:cubicBezTo>
                    <a:pt x="532" y="1213"/>
                    <a:pt x="603" y="1195"/>
                    <a:pt x="668" y="1156"/>
                  </a:cubicBezTo>
                  <a:lnTo>
                    <a:pt x="1370" y="757"/>
                  </a:lnTo>
                  <a:cubicBezTo>
                    <a:pt x="1558" y="642"/>
                    <a:pt x="1628" y="395"/>
                    <a:pt x="1510" y="196"/>
                  </a:cubicBezTo>
                  <a:cubicBezTo>
                    <a:pt x="1439" y="72"/>
                    <a:pt x="1306" y="0"/>
                    <a:pt x="11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813" name="Google Shape;813;p35"/>
            <p:cNvSpPr/>
            <p:nvPr/>
          </p:nvSpPr>
          <p:spPr>
            <a:xfrm>
              <a:off x="1952188" y="3935650"/>
              <a:ext cx="40700" cy="30450"/>
            </a:xfrm>
            <a:custGeom>
              <a:avLst/>
              <a:gdLst/>
              <a:ahLst/>
              <a:cxnLst/>
              <a:rect l="l" t="t" r="r" b="b"/>
              <a:pathLst>
                <a:path w="1628" h="1218" extrusionOk="0">
                  <a:moveTo>
                    <a:pt x="462" y="1"/>
                  </a:moveTo>
                  <a:cubicBezTo>
                    <a:pt x="322" y="1"/>
                    <a:pt x="186" y="76"/>
                    <a:pt x="107" y="209"/>
                  </a:cubicBezTo>
                  <a:cubicBezTo>
                    <a:pt x="1" y="397"/>
                    <a:pt x="60" y="642"/>
                    <a:pt x="259" y="759"/>
                  </a:cubicBezTo>
                  <a:lnTo>
                    <a:pt x="960" y="1169"/>
                  </a:lnTo>
                  <a:cubicBezTo>
                    <a:pt x="1023" y="1202"/>
                    <a:pt x="1090" y="1217"/>
                    <a:pt x="1156" y="1217"/>
                  </a:cubicBezTo>
                  <a:cubicBezTo>
                    <a:pt x="1300" y="1217"/>
                    <a:pt x="1437" y="1144"/>
                    <a:pt x="1510" y="1017"/>
                  </a:cubicBezTo>
                  <a:cubicBezTo>
                    <a:pt x="1628" y="818"/>
                    <a:pt x="1558" y="571"/>
                    <a:pt x="1370" y="468"/>
                  </a:cubicBezTo>
                  <a:lnTo>
                    <a:pt x="668" y="58"/>
                  </a:lnTo>
                  <a:cubicBezTo>
                    <a:pt x="603" y="19"/>
                    <a:pt x="532" y="1"/>
                    <a:pt x="4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814" name="Google Shape;814;p35"/>
            <p:cNvSpPr/>
            <p:nvPr/>
          </p:nvSpPr>
          <p:spPr>
            <a:xfrm>
              <a:off x="1737438" y="3891775"/>
              <a:ext cx="41550" cy="20225"/>
            </a:xfrm>
            <a:custGeom>
              <a:avLst/>
              <a:gdLst/>
              <a:ahLst/>
              <a:cxnLst/>
              <a:rect l="l" t="t" r="r" b="b"/>
              <a:pathLst>
                <a:path w="1662" h="809" extrusionOk="0">
                  <a:moveTo>
                    <a:pt x="433" y="1"/>
                  </a:moveTo>
                  <a:cubicBezTo>
                    <a:pt x="223" y="1"/>
                    <a:pt x="49" y="152"/>
                    <a:pt x="23" y="363"/>
                  </a:cubicBezTo>
                  <a:cubicBezTo>
                    <a:pt x="1" y="598"/>
                    <a:pt x="189" y="809"/>
                    <a:pt x="422" y="809"/>
                  </a:cubicBezTo>
                  <a:lnTo>
                    <a:pt x="1227" y="809"/>
                  </a:lnTo>
                  <a:cubicBezTo>
                    <a:pt x="1474" y="809"/>
                    <a:pt x="1662" y="598"/>
                    <a:pt x="1636" y="363"/>
                  </a:cubicBezTo>
                  <a:cubicBezTo>
                    <a:pt x="1614" y="152"/>
                    <a:pt x="1426" y="1"/>
                    <a:pt x="12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815" name="Google Shape;815;p35"/>
            <p:cNvSpPr/>
            <p:nvPr/>
          </p:nvSpPr>
          <p:spPr>
            <a:xfrm>
              <a:off x="1745938" y="3838075"/>
              <a:ext cx="40625" cy="30350"/>
            </a:xfrm>
            <a:custGeom>
              <a:avLst/>
              <a:gdLst/>
              <a:ahLst/>
              <a:cxnLst/>
              <a:rect l="l" t="t" r="r" b="b"/>
              <a:pathLst>
                <a:path w="1625" h="1214" extrusionOk="0">
                  <a:moveTo>
                    <a:pt x="459" y="0"/>
                  </a:moveTo>
                  <a:cubicBezTo>
                    <a:pt x="319" y="0"/>
                    <a:pt x="187" y="72"/>
                    <a:pt x="115" y="196"/>
                  </a:cubicBezTo>
                  <a:cubicBezTo>
                    <a:pt x="0" y="395"/>
                    <a:pt x="70" y="642"/>
                    <a:pt x="256" y="757"/>
                  </a:cubicBezTo>
                  <a:lnTo>
                    <a:pt x="957" y="1156"/>
                  </a:lnTo>
                  <a:cubicBezTo>
                    <a:pt x="1023" y="1195"/>
                    <a:pt x="1094" y="1213"/>
                    <a:pt x="1163" y="1213"/>
                  </a:cubicBezTo>
                  <a:cubicBezTo>
                    <a:pt x="1304" y="1213"/>
                    <a:pt x="1437" y="1138"/>
                    <a:pt x="1507" y="1004"/>
                  </a:cubicBezTo>
                  <a:cubicBezTo>
                    <a:pt x="1625" y="816"/>
                    <a:pt x="1555" y="572"/>
                    <a:pt x="1367" y="454"/>
                  </a:cubicBezTo>
                  <a:lnTo>
                    <a:pt x="665" y="56"/>
                  </a:lnTo>
                  <a:cubicBezTo>
                    <a:pt x="599" y="18"/>
                    <a:pt x="528" y="0"/>
                    <a:pt x="4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816" name="Google Shape;816;p35"/>
            <p:cNvSpPr/>
            <p:nvPr/>
          </p:nvSpPr>
          <p:spPr>
            <a:xfrm>
              <a:off x="1745938" y="3935650"/>
              <a:ext cx="40625" cy="30450"/>
            </a:xfrm>
            <a:custGeom>
              <a:avLst/>
              <a:gdLst/>
              <a:ahLst/>
              <a:cxnLst/>
              <a:rect l="l" t="t" r="r" b="b"/>
              <a:pathLst>
                <a:path w="1625" h="1218" extrusionOk="0">
                  <a:moveTo>
                    <a:pt x="1163" y="1"/>
                  </a:moveTo>
                  <a:cubicBezTo>
                    <a:pt x="1094" y="1"/>
                    <a:pt x="1023" y="19"/>
                    <a:pt x="957" y="58"/>
                  </a:cubicBezTo>
                  <a:lnTo>
                    <a:pt x="256" y="468"/>
                  </a:lnTo>
                  <a:cubicBezTo>
                    <a:pt x="70" y="571"/>
                    <a:pt x="0" y="818"/>
                    <a:pt x="115" y="1017"/>
                  </a:cubicBezTo>
                  <a:cubicBezTo>
                    <a:pt x="188" y="1144"/>
                    <a:pt x="326" y="1217"/>
                    <a:pt x="469" y="1217"/>
                  </a:cubicBezTo>
                  <a:cubicBezTo>
                    <a:pt x="535" y="1217"/>
                    <a:pt x="602" y="1202"/>
                    <a:pt x="665" y="1169"/>
                  </a:cubicBezTo>
                  <a:lnTo>
                    <a:pt x="1367" y="759"/>
                  </a:lnTo>
                  <a:cubicBezTo>
                    <a:pt x="1555" y="642"/>
                    <a:pt x="1625" y="397"/>
                    <a:pt x="1507" y="209"/>
                  </a:cubicBezTo>
                  <a:cubicBezTo>
                    <a:pt x="1437" y="76"/>
                    <a:pt x="1304" y="1"/>
                    <a:pt x="11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2" name="Google Shape;1371;p48">
            <a:extLst>
              <a:ext uri="{FF2B5EF4-FFF2-40B4-BE49-F238E27FC236}">
                <a16:creationId xmlns:a16="http://schemas.microsoft.com/office/drawing/2014/main" id="{59682496-70C8-4E70-6B0E-3B426FE45B68}"/>
              </a:ext>
            </a:extLst>
          </p:cNvPr>
          <p:cNvGrpSpPr/>
          <p:nvPr/>
        </p:nvGrpSpPr>
        <p:grpSpPr>
          <a:xfrm>
            <a:off x="818350" y="1401781"/>
            <a:ext cx="345150" cy="344800"/>
            <a:chOff x="7783763" y="2681150"/>
            <a:chExt cx="345150" cy="344800"/>
          </a:xfrm>
        </p:grpSpPr>
        <p:sp>
          <p:nvSpPr>
            <p:cNvPr id="3" name="Google Shape;1372;p48">
              <a:extLst>
                <a:ext uri="{FF2B5EF4-FFF2-40B4-BE49-F238E27FC236}">
                  <a16:creationId xmlns:a16="http://schemas.microsoft.com/office/drawing/2014/main" id="{07772251-07B8-307B-C772-4C5DFD57AACD}"/>
                </a:ext>
              </a:extLst>
            </p:cNvPr>
            <p:cNvSpPr/>
            <p:nvPr/>
          </p:nvSpPr>
          <p:spPr>
            <a:xfrm>
              <a:off x="7838113" y="2681150"/>
              <a:ext cx="235875" cy="344800"/>
            </a:xfrm>
            <a:custGeom>
              <a:avLst/>
              <a:gdLst/>
              <a:ahLst/>
              <a:cxnLst/>
              <a:rect l="l" t="t" r="r" b="b"/>
              <a:pathLst>
                <a:path w="9435" h="13792" extrusionOk="0">
                  <a:moveTo>
                    <a:pt x="3372" y="803"/>
                  </a:moveTo>
                  <a:cubicBezTo>
                    <a:pt x="3633" y="803"/>
                    <a:pt x="3919" y="910"/>
                    <a:pt x="4186" y="1168"/>
                  </a:cubicBezTo>
                  <a:cubicBezTo>
                    <a:pt x="4267" y="1238"/>
                    <a:pt x="4315" y="1356"/>
                    <a:pt x="4315" y="1462"/>
                  </a:cubicBezTo>
                  <a:lnTo>
                    <a:pt x="4315" y="4980"/>
                  </a:lnTo>
                  <a:cubicBezTo>
                    <a:pt x="3976" y="4725"/>
                    <a:pt x="3559" y="4577"/>
                    <a:pt x="3101" y="4577"/>
                  </a:cubicBezTo>
                  <a:cubicBezTo>
                    <a:pt x="3054" y="4577"/>
                    <a:pt x="3007" y="4579"/>
                    <a:pt x="2960" y="4582"/>
                  </a:cubicBezTo>
                  <a:cubicBezTo>
                    <a:pt x="2912" y="4582"/>
                    <a:pt x="2876" y="4604"/>
                    <a:pt x="2842" y="4641"/>
                  </a:cubicBezTo>
                  <a:cubicBezTo>
                    <a:pt x="2525" y="4991"/>
                    <a:pt x="2772" y="5390"/>
                    <a:pt x="3100" y="5390"/>
                  </a:cubicBezTo>
                  <a:cubicBezTo>
                    <a:pt x="3765" y="5390"/>
                    <a:pt x="4315" y="5925"/>
                    <a:pt x="4315" y="6604"/>
                  </a:cubicBezTo>
                  <a:lnTo>
                    <a:pt x="4315" y="8498"/>
                  </a:lnTo>
                  <a:cubicBezTo>
                    <a:pt x="4315" y="8602"/>
                    <a:pt x="4256" y="8731"/>
                    <a:pt x="4186" y="8801"/>
                  </a:cubicBezTo>
                  <a:cubicBezTo>
                    <a:pt x="3914" y="9054"/>
                    <a:pt x="3627" y="9160"/>
                    <a:pt x="3366" y="9160"/>
                  </a:cubicBezTo>
                  <a:cubicBezTo>
                    <a:pt x="2853" y="9160"/>
                    <a:pt x="2436" y="8751"/>
                    <a:pt x="2421" y="8240"/>
                  </a:cubicBezTo>
                  <a:cubicBezTo>
                    <a:pt x="2421" y="7959"/>
                    <a:pt x="2539" y="7679"/>
                    <a:pt x="2772" y="7494"/>
                  </a:cubicBezTo>
                  <a:cubicBezTo>
                    <a:pt x="2820" y="7446"/>
                    <a:pt x="2842" y="7398"/>
                    <a:pt x="2842" y="7339"/>
                  </a:cubicBezTo>
                  <a:cubicBezTo>
                    <a:pt x="2835" y="7020"/>
                    <a:pt x="2622" y="6862"/>
                    <a:pt x="2413" y="6862"/>
                  </a:cubicBezTo>
                  <a:cubicBezTo>
                    <a:pt x="2309" y="6862"/>
                    <a:pt x="2207" y="6900"/>
                    <a:pt x="2130" y="6977"/>
                  </a:cubicBezTo>
                  <a:cubicBezTo>
                    <a:pt x="1908" y="7199"/>
                    <a:pt x="1754" y="7468"/>
                    <a:pt x="1684" y="7749"/>
                  </a:cubicBezTo>
                  <a:cubicBezTo>
                    <a:pt x="1322" y="7609"/>
                    <a:pt x="1078" y="7269"/>
                    <a:pt x="1078" y="6874"/>
                  </a:cubicBezTo>
                  <a:cubicBezTo>
                    <a:pt x="1078" y="6663"/>
                    <a:pt x="1148" y="6475"/>
                    <a:pt x="1277" y="6301"/>
                  </a:cubicBezTo>
                  <a:cubicBezTo>
                    <a:pt x="1381" y="6147"/>
                    <a:pt x="1381" y="5925"/>
                    <a:pt x="1240" y="5774"/>
                  </a:cubicBezTo>
                  <a:cubicBezTo>
                    <a:pt x="1229" y="5763"/>
                    <a:pt x="1218" y="5751"/>
                    <a:pt x="1207" y="5751"/>
                  </a:cubicBezTo>
                  <a:cubicBezTo>
                    <a:pt x="949" y="5563"/>
                    <a:pt x="808" y="5283"/>
                    <a:pt x="808" y="4980"/>
                  </a:cubicBezTo>
                  <a:cubicBezTo>
                    <a:pt x="808" y="4688"/>
                    <a:pt x="982" y="4382"/>
                    <a:pt x="1229" y="4197"/>
                  </a:cubicBezTo>
                  <a:cubicBezTo>
                    <a:pt x="1379" y="4096"/>
                    <a:pt x="1555" y="4038"/>
                    <a:pt x="1751" y="4038"/>
                  </a:cubicBezTo>
                  <a:cubicBezTo>
                    <a:pt x="1783" y="4038"/>
                    <a:pt x="1816" y="4040"/>
                    <a:pt x="1849" y="4043"/>
                  </a:cubicBezTo>
                  <a:cubicBezTo>
                    <a:pt x="1908" y="4043"/>
                    <a:pt x="1953" y="4032"/>
                    <a:pt x="2001" y="3987"/>
                  </a:cubicBezTo>
                  <a:cubicBezTo>
                    <a:pt x="2329" y="3647"/>
                    <a:pt x="2093" y="3227"/>
                    <a:pt x="1754" y="3227"/>
                  </a:cubicBezTo>
                  <a:cubicBezTo>
                    <a:pt x="1521" y="3227"/>
                    <a:pt x="1310" y="3272"/>
                    <a:pt x="1111" y="3356"/>
                  </a:cubicBezTo>
                  <a:cubicBezTo>
                    <a:pt x="1089" y="3272"/>
                    <a:pt x="1078" y="3179"/>
                    <a:pt x="1078" y="3098"/>
                  </a:cubicBezTo>
                  <a:cubicBezTo>
                    <a:pt x="1078" y="2595"/>
                    <a:pt x="1473" y="2186"/>
                    <a:pt x="1964" y="2149"/>
                  </a:cubicBezTo>
                  <a:cubicBezTo>
                    <a:pt x="1977" y="2149"/>
                    <a:pt x="1990" y="2149"/>
                    <a:pt x="2003" y="2149"/>
                  </a:cubicBezTo>
                  <a:cubicBezTo>
                    <a:pt x="2284" y="2149"/>
                    <a:pt x="2559" y="2267"/>
                    <a:pt x="2750" y="2500"/>
                  </a:cubicBezTo>
                  <a:cubicBezTo>
                    <a:pt x="2783" y="2537"/>
                    <a:pt x="2842" y="2570"/>
                    <a:pt x="2901" y="2570"/>
                  </a:cubicBezTo>
                  <a:cubicBezTo>
                    <a:pt x="3381" y="2559"/>
                    <a:pt x="3496" y="2093"/>
                    <a:pt x="3263" y="1858"/>
                  </a:cubicBezTo>
                  <a:cubicBezTo>
                    <a:pt x="3041" y="1636"/>
                    <a:pt x="2772" y="1485"/>
                    <a:pt x="2492" y="1403"/>
                  </a:cubicBezTo>
                  <a:cubicBezTo>
                    <a:pt x="2626" y="1056"/>
                    <a:pt x="2970" y="803"/>
                    <a:pt x="3372" y="803"/>
                  </a:cubicBezTo>
                  <a:close/>
                  <a:moveTo>
                    <a:pt x="6063" y="803"/>
                  </a:moveTo>
                  <a:cubicBezTo>
                    <a:pt x="6465" y="803"/>
                    <a:pt x="6809" y="1056"/>
                    <a:pt x="6944" y="1403"/>
                  </a:cubicBezTo>
                  <a:cubicBezTo>
                    <a:pt x="6663" y="1485"/>
                    <a:pt x="6397" y="1636"/>
                    <a:pt x="6172" y="1858"/>
                  </a:cubicBezTo>
                  <a:cubicBezTo>
                    <a:pt x="6021" y="2009"/>
                    <a:pt x="6021" y="2267"/>
                    <a:pt x="6172" y="2430"/>
                  </a:cubicBezTo>
                  <a:cubicBezTo>
                    <a:pt x="6255" y="2507"/>
                    <a:pt x="6357" y="2546"/>
                    <a:pt x="6460" y="2546"/>
                  </a:cubicBezTo>
                  <a:cubicBezTo>
                    <a:pt x="6562" y="2546"/>
                    <a:pt x="6664" y="2507"/>
                    <a:pt x="6747" y="2430"/>
                  </a:cubicBezTo>
                  <a:cubicBezTo>
                    <a:pt x="6933" y="2244"/>
                    <a:pt x="7185" y="2149"/>
                    <a:pt x="7430" y="2149"/>
                  </a:cubicBezTo>
                  <a:cubicBezTo>
                    <a:pt x="7444" y="2149"/>
                    <a:pt x="7457" y="2149"/>
                    <a:pt x="7471" y="2149"/>
                  </a:cubicBezTo>
                  <a:cubicBezTo>
                    <a:pt x="7962" y="2186"/>
                    <a:pt x="8360" y="2595"/>
                    <a:pt x="8360" y="3098"/>
                  </a:cubicBezTo>
                  <a:cubicBezTo>
                    <a:pt x="8360" y="3179"/>
                    <a:pt x="8346" y="3272"/>
                    <a:pt x="8324" y="3356"/>
                  </a:cubicBezTo>
                  <a:cubicBezTo>
                    <a:pt x="8121" y="3277"/>
                    <a:pt x="7909" y="3232"/>
                    <a:pt x="7683" y="3232"/>
                  </a:cubicBezTo>
                  <a:cubicBezTo>
                    <a:pt x="7636" y="3232"/>
                    <a:pt x="7589" y="3234"/>
                    <a:pt x="7541" y="3238"/>
                  </a:cubicBezTo>
                  <a:cubicBezTo>
                    <a:pt x="7493" y="3238"/>
                    <a:pt x="7449" y="3260"/>
                    <a:pt x="7423" y="3297"/>
                  </a:cubicBezTo>
                  <a:cubicBezTo>
                    <a:pt x="7109" y="3636"/>
                    <a:pt x="7353" y="4043"/>
                    <a:pt x="7681" y="4043"/>
                  </a:cubicBezTo>
                  <a:cubicBezTo>
                    <a:pt x="7881" y="4043"/>
                    <a:pt x="8054" y="4102"/>
                    <a:pt x="8206" y="4197"/>
                  </a:cubicBezTo>
                  <a:cubicBezTo>
                    <a:pt x="8453" y="4382"/>
                    <a:pt x="8627" y="4688"/>
                    <a:pt x="8627" y="4980"/>
                  </a:cubicBezTo>
                  <a:cubicBezTo>
                    <a:pt x="8627" y="5283"/>
                    <a:pt x="8475" y="5563"/>
                    <a:pt x="8231" y="5751"/>
                  </a:cubicBezTo>
                  <a:cubicBezTo>
                    <a:pt x="8220" y="5751"/>
                    <a:pt x="8206" y="5763"/>
                    <a:pt x="8195" y="5774"/>
                  </a:cubicBezTo>
                  <a:cubicBezTo>
                    <a:pt x="8043" y="5925"/>
                    <a:pt x="8043" y="6147"/>
                    <a:pt x="8161" y="6301"/>
                  </a:cubicBezTo>
                  <a:cubicBezTo>
                    <a:pt x="8290" y="6475"/>
                    <a:pt x="8360" y="6663"/>
                    <a:pt x="8360" y="6874"/>
                  </a:cubicBezTo>
                  <a:cubicBezTo>
                    <a:pt x="8360" y="7269"/>
                    <a:pt x="8102" y="7609"/>
                    <a:pt x="7751" y="7749"/>
                  </a:cubicBezTo>
                  <a:cubicBezTo>
                    <a:pt x="7670" y="7423"/>
                    <a:pt x="7482" y="7118"/>
                    <a:pt x="7202" y="6885"/>
                  </a:cubicBezTo>
                  <a:cubicBezTo>
                    <a:pt x="7168" y="6862"/>
                    <a:pt x="7109" y="6837"/>
                    <a:pt x="7073" y="6837"/>
                  </a:cubicBezTo>
                  <a:cubicBezTo>
                    <a:pt x="6607" y="6862"/>
                    <a:pt x="6500" y="7317"/>
                    <a:pt x="6733" y="7550"/>
                  </a:cubicBezTo>
                  <a:cubicBezTo>
                    <a:pt x="6921" y="7738"/>
                    <a:pt x="7014" y="7996"/>
                    <a:pt x="7002" y="8240"/>
                  </a:cubicBezTo>
                  <a:cubicBezTo>
                    <a:pt x="6995" y="8751"/>
                    <a:pt x="6583" y="9160"/>
                    <a:pt x="6070" y="9160"/>
                  </a:cubicBezTo>
                  <a:cubicBezTo>
                    <a:pt x="5809" y="9160"/>
                    <a:pt x="5522" y="9054"/>
                    <a:pt x="5249" y="8801"/>
                  </a:cubicBezTo>
                  <a:cubicBezTo>
                    <a:pt x="5179" y="8731"/>
                    <a:pt x="5120" y="8602"/>
                    <a:pt x="5120" y="8498"/>
                  </a:cubicBezTo>
                  <a:lnTo>
                    <a:pt x="5120" y="6604"/>
                  </a:lnTo>
                  <a:cubicBezTo>
                    <a:pt x="5120" y="5926"/>
                    <a:pt x="5661" y="5385"/>
                    <a:pt x="6337" y="5385"/>
                  </a:cubicBezTo>
                  <a:cubicBezTo>
                    <a:pt x="6372" y="5385"/>
                    <a:pt x="6406" y="5387"/>
                    <a:pt x="6441" y="5390"/>
                  </a:cubicBezTo>
                  <a:cubicBezTo>
                    <a:pt x="6449" y="5391"/>
                    <a:pt x="6457" y="5392"/>
                    <a:pt x="6466" y="5392"/>
                  </a:cubicBezTo>
                  <a:cubicBezTo>
                    <a:pt x="6508" y="5392"/>
                    <a:pt x="6554" y="5370"/>
                    <a:pt x="6582" y="5342"/>
                  </a:cubicBezTo>
                  <a:cubicBezTo>
                    <a:pt x="6910" y="4991"/>
                    <a:pt x="6677" y="4582"/>
                    <a:pt x="6338" y="4582"/>
                  </a:cubicBezTo>
                  <a:cubicBezTo>
                    <a:pt x="5880" y="4582"/>
                    <a:pt x="5460" y="4733"/>
                    <a:pt x="5120" y="4980"/>
                  </a:cubicBezTo>
                  <a:lnTo>
                    <a:pt x="5120" y="1462"/>
                  </a:lnTo>
                  <a:cubicBezTo>
                    <a:pt x="5120" y="1356"/>
                    <a:pt x="5168" y="1238"/>
                    <a:pt x="5249" y="1168"/>
                  </a:cubicBezTo>
                  <a:cubicBezTo>
                    <a:pt x="5517" y="910"/>
                    <a:pt x="5802" y="803"/>
                    <a:pt x="6063" y="803"/>
                  </a:cubicBezTo>
                  <a:close/>
                  <a:moveTo>
                    <a:pt x="4713" y="9339"/>
                  </a:moveTo>
                  <a:cubicBezTo>
                    <a:pt x="5039" y="9724"/>
                    <a:pt x="5518" y="9971"/>
                    <a:pt x="6068" y="9971"/>
                  </a:cubicBezTo>
                  <a:cubicBezTo>
                    <a:pt x="6116" y="9971"/>
                    <a:pt x="6150" y="9971"/>
                    <a:pt x="6197" y="9959"/>
                  </a:cubicBezTo>
                  <a:lnTo>
                    <a:pt x="6197" y="11233"/>
                  </a:lnTo>
                  <a:cubicBezTo>
                    <a:pt x="6197" y="11314"/>
                    <a:pt x="6138" y="11373"/>
                    <a:pt x="6068" y="11373"/>
                  </a:cubicBezTo>
                  <a:lnTo>
                    <a:pt x="3367" y="11373"/>
                  </a:lnTo>
                  <a:cubicBezTo>
                    <a:pt x="3297" y="11373"/>
                    <a:pt x="3241" y="11314"/>
                    <a:pt x="3241" y="11233"/>
                  </a:cubicBezTo>
                  <a:lnTo>
                    <a:pt x="3241" y="9959"/>
                  </a:lnTo>
                  <a:cubicBezTo>
                    <a:pt x="3274" y="9971"/>
                    <a:pt x="3322" y="9971"/>
                    <a:pt x="3367" y="9971"/>
                  </a:cubicBezTo>
                  <a:cubicBezTo>
                    <a:pt x="3905" y="9971"/>
                    <a:pt x="4396" y="9724"/>
                    <a:pt x="4713" y="9339"/>
                  </a:cubicBezTo>
                  <a:close/>
                  <a:moveTo>
                    <a:pt x="5659" y="12178"/>
                  </a:moveTo>
                  <a:lnTo>
                    <a:pt x="5659" y="12588"/>
                  </a:lnTo>
                  <a:cubicBezTo>
                    <a:pt x="5659" y="12810"/>
                    <a:pt x="5485" y="12986"/>
                    <a:pt x="5260" y="12986"/>
                  </a:cubicBezTo>
                  <a:lnTo>
                    <a:pt x="4175" y="12986"/>
                  </a:lnTo>
                  <a:cubicBezTo>
                    <a:pt x="3953" y="12986"/>
                    <a:pt x="3776" y="12810"/>
                    <a:pt x="3776" y="12588"/>
                  </a:cubicBezTo>
                  <a:lnTo>
                    <a:pt x="3776" y="12178"/>
                  </a:lnTo>
                  <a:close/>
                  <a:moveTo>
                    <a:pt x="3367" y="1"/>
                  </a:moveTo>
                  <a:cubicBezTo>
                    <a:pt x="2525" y="1"/>
                    <a:pt x="1824" y="584"/>
                    <a:pt x="1650" y="1378"/>
                  </a:cubicBezTo>
                  <a:cubicBezTo>
                    <a:pt x="867" y="1555"/>
                    <a:pt x="270" y="2256"/>
                    <a:pt x="270" y="3098"/>
                  </a:cubicBezTo>
                  <a:cubicBezTo>
                    <a:pt x="270" y="3356"/>
                    <a:pt x="329" y="3600"/>
                    <a:pt x="435" y="3833"/>
                  </a:cubicBezTo>
                  <a:cubicBezTo>
                    <a:pt x="155" y="4150"/>
                    <a:pt x="0" y="4548"/>
                    <a:pt x="0" y="4980"/>
                  </a:cubicBezTo>
                  <a:cubicBezTo>
                    <a:pt x="0" y="5412"/>
                    <a:pt x="155" y="5822"/>
                    <a:pt x="435" y="6136"/>
                  </a:cubicBezTo>
                  <a:cubicBezTo>
                    <a:pt x="329" y="6357"/>
                    <a:pt x="270" y="6615"/>
                    <a:pt x="270" y="6874"/>
                  </a:cubicBezTo>
                  <a:cubicBezTo>
                    <a:pt x="270" y="7715"/>
                    <a:pt x="867" y="8416"/>
                    <a:pt x="1650" y="8579"/>
                  </a:cubicBezTo>
                  <a:cubicBezTo>
                    <a:pt x="1754" y="9048"/>
                    <a:pt x="2034" y="9443"/>
                    <a:pt x="2421" y="9690"/>
                  </a:cubicBezTo>
                  <a:lnTo>
                    <a:pt x="2421" y="11233"/>
                  </a:lnTo>
                  <a:cubicBezTo>
                    <a:pt x="2421" y="11617"/>
                    <a:pt x="2643" y="11934"/>
                    <a:pt x="2960" y="12086"/>
                  </a:cubicBezTo>
                  <a:lnTo>
                    <a:pt x="2960" y="12588"/>
                  </a:lnTo>
                  <a:cubicBezTo>
                    <a:pt x="2960" y="13256"/>
                    <a:pt x="3507" y="13791"/>
                    <a:pt x="4175" y="13791"/>
                  </a:cubicBezTo>
                  <a:lnTo>
                    <a:pt x="5260" y="13791"/>
                  </a:lnTo>
                  <a:cubicBezTo>
                    <a:pt x="5928" y="13791"/>
                    <a:pt x="6467" y="13256"/>
                    <a:pt x="6467" y="12588"/>
                  </a:cubicBezTo>
                  <a:lnTo>
                    <a:pt x="6467" y="12086"/>
                  </a:lnTo>
                  <a:cubicBezTo>
                    <a:pt x="6792" y="11934"/>
                    <a:pt x="7002" y="11617"/>
                    <a:pt x="7002" y="11233"/>
                  </a:cubicBezTo>
                  <a:lnTo>
                    <a:pt x="7002" y="9690"/>
                  </a:lnTo>
                  <a:cubicBezTo>
                    <a:pt x="7401" y="9443"/>
                    <a:pt x="7681" y="9048"/>
                    <a:pt x="7774" y="8579"/>
                  </a:cubicBezTo>
                  <a:cubicBezTo>
                    <a:pt x="8571" y="8416"/>
                    <a:pt x="9165" y="7715"/>
                    <a:pt x="9165" y="6874"/>
                  </a:cubicBezTo>
                  <a:cubicBezTo>
                    <a:pt x="9165" y="6615"/>
                    <a:pt x="9106" y="6357"/>
                    <a:pt x="9003" y="6136"/>
                  </a:cubicBezTo>
                  <a:cubicBezTo>
                    <a:pt x="9283" y="5822"/>
                    <a:pt x="9435" y="5412"/>
                    <a:pt x="9435" y="4980"/>
                  </a:cubicBezTo>
                  <a:cubicBezTo>
                    <a:pt x="9435" y="4548"/>
                    <a:pt x="9283" y="4150"/>
                    <a:pt x="9003" y="3833"/>
                  </a:cubicBezTo>
                  <a:cubicBezTo>
                    <a:pt x="9106" y="3600"/>
                    <a:pt x="9165" y="3356"/>
                    <a:pt x="9165" y="3098"/>
                  </a:cubicBezTo>
                  <a:cubicBezTo>
                    <a:pt x="9165" y="2256"/>
                    <a:pt x="8571" y="1555"/>
                    <a:pt x="7774" y="1378"/>
                  </a:cubicBezTo>
                  <a:cubicBezTo>
                    <a:pt x="7611" y="584"/>
                    <a:pt x="6910" y="1"/>
                    <a:pt x="6068" y="1"/>
                  </a:cubicBezTo>
                  <a:cubicBezTo>
                    <a:pt x="5518" y="1"/>
                    <a:pt x="5039" y="245"/>
                    <a:pt x="4713" y="632"/>
                  </a:cubicBezTo>
                  <a:cubicBezTo>
                    <a:pt x="4396" y="245"/>
                    <a:pt x="3905" y="1"/>
                    <a:pt x="33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 name="Google Shape;1373;p48">
              <a:extLst>
                <a:ext uri="{FF2B5EF4-FFF2-40B4-BE49-F238E27FC236}">
                  <a16:creationId xmlns:a16="http://schemas.microsoft.com/office/drawing/2014/main" id="{24A0E796-8DF6-DCA6-4848-7517F022B968}"/>
                </a:ext>
              </a:extLst>
            </p:cNvPr>
            <p:cNvSpPr/>
            <p:nvPr/>
          </p:nvSpPr>
          <p:spPr>
            <a:xfrm>
              <a:off x="8088263" y="2795675"/>
              <a:ext cx="40650" cy="20225"/>
            </a:xfrm>
            <a:custGeom>
              <a:avLst/>
              <a:gdLst/>
              <a:ahLst/>
              <a:cxnLst/>
              <a:rect l="l" t="t" r="r" b="b"/>
              <a:pathLst>
                <a:path w="1626" h="809" extrusionOk="0">
                  <a:moveTo>
                    <a:pt x="411" y="1"/>
                  </a:moveTo>
                  <a:cubicBezTo>
                    <a:pt x="189" y="1"/>
                    <a:pt x="1" y="177"/>
                    <a:pt x="1" y="399"/>
                  </a:cubicBezTo>
                  <a:cubicBezTo>
                    <a:pt x="1" y="621"/>
                    <a:pt x="189" y="809"/>
                    <a:pt x="411" y="809"/>
                  </a:cubicBezTo>
                  <a:lnTo>
                    <a:pt x="1216" y="809"/>
                  </a:lnTo>
                  <a:cubicBezTo>
                    <a:pt x="1440" y="809"/>
                    <a:pt x="1625" y="621"/>
                    <a:pt x="1625" y="399"/>
                  </a:cubicBezTo>
                  <a:cubicBezTo>
                    <a:pt x="1625" y="177"/>
                    <a:pt x="1440" y="1"/>
                    <a:pt x="12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5" name="Google Shape;1374;p48">
              <a:extLst>
                <a:ext uri="{FF2B5EF4-FFF2-40B4-BE49-F238E27FC236}">
                  <a16:creationId xmlns:a16="http://schemas.microsoft.com/office/drawing/2014/main" id="{C1792007-7CD8-1AA2-FD79-21C52B4D51E4}"/>
                </a:ext>
              </a:extLst>
            </p:cNvPr>
            <p:cNvSpPr/>
            <p:nvPr/>
          </p:nvSpPr>
          <p:spPr>
            <a:xfrm>
              <a:off x="8080063" y="2728225"/>
              <a:ext cx="40700" cy="30350"/>
            </a:xfrm>
            <a:custGeom>
              <a:avLst/>
              <a:gdLst/>
              <a:ahLst/>
              <a:cxnLst/>
              <a:rect l="l" t="t" r="r" b="b"/>
              <a:pathLst>
                <a:path w="1628" h="1214" extrusionOk="0">
                  <a:moveTo>
                    <a:pt x="1167" y="0"/>
                  </a:moveTo>
                  <a:cubicBezTo>
                    <a:pt x="1097" y="0"/>
                    <a:pt x="1026" y="18"/>
                    <a:pt x="960" y="56"/>
                  </a:cubicBezTo>
                  <a:lnTo>
                    <a:pt x="259" y="454"/>
                  </a:lnTo>
                  <a:cubicBezTo>
                    <a:pt x="71" y="572"/>
                    <a:pt x="1" y="816"/>
                    <a:pt x="119" y="1004"/>
                  </a:cubicBezTo>
                  <a:cubicBezTo>
                    <a:pt x="190" y="1138"/>
                    <a:pt x="323" y="1213"/>
                    <a:pt x="463" y="1213"/>
                  </a:cubicBezTo>
                  <a:cubicBezTo>
                    <a:pt x="532" y="1213"/>
                    <a:pt x="603" y="1195"/>
                    <a:pt x="668" y="1156"/>
                  </a:cubicBezTo>
                  <a:lnTo>
                    <a:pt x="1370" y="757"/>
                  </a:lnTo>
                  <a:cubicBezTo>
                    <a:pt x="1569" y="642"/>
                    <a:pt x="1628" y="395"/>
                    <a:pt x="1521" y="196"/>
                  </a:cubicBezTo>
                  <a:cubicBezTo>
                    <a:pt x="1442" y="72"/>
                    <a:pt x="1307" y="0"/>
                    <a:pt x="11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 name="Google Shape;1375;p48">
              <a:extLst>
                <a:ext uri="{FF2B5EF4-FFF2-40B4-BE49-F238E27FC236}">
                  <a16:creationId xmlns:a16="http://schemas.microsoft.com/office/drawing/2014/main" id="{3664EA87-6467-0176-13EE-9100FB8CCC72}"/>
                </a:ext>
              </a:extLst>
            </p:cNvPr>
            <p:cNvSpPr/>
            <p:nvPr/>
          </p:nvSpPr>
          <p:spPr>
            <a:xfrm>
              <a:off x="8080063" y="2852850"/>
              <a:ext cx="40700" cy="30350"/>
            </a:xfrm>
            <a:custGeom>
              <a:avLst/>
              <a:gdLst/>
              <a:ahLst/>
              <a:cxnLst/>
              <a:rect l="l" t="t" r="r" b="b"/>
              <a:pathLst>
                <a:path w="1628" h="1214" extrusionOk="0">
                  <a:moveTo>
                    <a:pt x="465" y="0"/>
                  </a:moveTo>
                  <a:cubicBezTo>
                    <a:pt x="325" y="0"/>
                    <a:pt x="190" y="71"/>
                    <a:pt x="119" y="205"/>
                  </a:cubicBezTo>
                  <a:cubicBezTo>
                    <a:pt x="1" y="401"/>
                    <a:pt x="71" y="648"/>
                    <a:pt x="259" y="752"/>
                  </a:cubicBezTo>
                  <a:lnTo>
                    <a:pt x="960" y="1161"/>
                  </a:lnTo>
                  <a:cubicBezTo>
                    <a:pt x="1026" y="1197"/>
                    <a:pt x="1097" y="1214"/>
                    <a:pt x="1166" y="1214"/>
                  </a:cubicBezTo>
                  <a:cubicBezTo>
                    <a:pt x="1307" y="1214"/>
                    <a:pt x="1442" y="1143"/>
                    <a:pt x="1521" y="1010"/>
                  </a:cubicBezTo>
                  <a:cubicBezTo>
                    <a:pt x="1628" y="822"/>
                    <a:pt x="1569" y="567"/>
                    <a:pt x="1370" y="460"/>
                  </a:cubicBezTo>
                  <a:lnTo>
                    <a:pt x="668" y="50"/>
                  </a:lnTo>
                  <a:cubicBezTo>
                    <a:pt x="603" y="17"/>
                    <a:pt x="534" y="0"/>
                    <a:pt x="4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 name="Google Shape;1376;p48">
              <a:extLst>
                <a:ext uri="{FF2B5EF4-FFF2-40B4-BE49-F238E27FC236}">
                  <a16:creationId xmlns:a16="http://schemas.microsoft.com/office/drawing/2014/main" id="{47913B10-F7C8-1ED3-E406-4A3D773B28D6}"/>
                </a:ext>
              </a:extLst>
            </p:cNvPr>
            <p:cNvSpPr/>
            <p:nvPr/>
          </p:nvSpPr>
          <p:spPr>
            <a:xfrm>
              <a:off x="7783763" y="2795675"/>
              <a:ext cx="40350" cy="20225"/>
            </a:xfrm>
            <a:custGeom>
              <a:avLst/>
              <a:gdLst/>
              <a:ahLst/>
              <a:cxnLst/>
              <a:rect l="l" t="t" r="r" b="b"/>
              <a:pathLst>
                <a:path w="1614" h="809" extrusionOk="0">
                  <a:moveTo>
                    <a:pt x="399" y="1"/>
                  </a:moveTo>
                  <a:cubicBezTo>
                    <a:pt x="177" y="1"/>
                    <a:pt x="0" y="177"/>
                    <a:pt x="0" y="399"/>
                  </a:cubicBezTo>
                  <a:cubicBezTo>
                    <a:pt x="0" y="621"/>
                    <a:pt x="177" y="809"/>
                    <a:pt x="399" y="809"/>
                  </a:cubicBezTo>
                  <a:lnTo>
                    <a:pt x="1207" y="809"/>
                  </a:lnTo>
                  <a:cubicBezTo>
                    <a:pt x="1439" y="809"/>
                    <a:pt x="1613" y="621"/>
                    <a:pt x="1613" y="399"/>
                  </a:cubicBezTo>
                  <a:cubicBezTo>
                    <a:pt x="1613" y="177"/>
                    <a:pt x="1439" y="1"/>
                    <a:pt x="12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8" name="Google Shape;1377;p48">
              <a:extLst>
                <a:ext uri="{FF2B5EF4-FFF2-40B4-BE49-F238E27FC236}">
                  <a16:creationId xmlns:a16="http://schemas.microsoft.com/office/drawing/2014/main" id="{427BD894-043A-2188-CB1D-03E45BE8907E}"/>
                </a:ext>
              </a:extLst>
            </p:cNvPr>
            <p:cNvSpPr/>
            <p:nvPr/>
          </p:nvSpPr>
          <p:spPr>
            <a:xfrm>
              <a:off x="7791688" y="2728225"/>
              <a:ext cx="40625" cy="30350"/>
            </a:xfrm>
            <a:custGeom>
              <a:avLst/>
              <a:gdLst/>
              <a:ahLst/>
              <a:cxnLst/>
              <a:rect l="l" t="t" r="r" b="b"/>
              <a:pathLst>
                <a:path w="1625" h="1214" extrusionOk="0">
                  <a:moveTo>
                    <a:pt x="460" y="0"/>
                  </a:moveTo>
                  <a:cubicBezTo>
                    <a:pt x="321" y="0"/>
                    <a:pt x="187" y="72"/>
                    <a:pt x="118" y="196"/>
                  </a:cubicBezTo>
                  <a:cubicBezTo>
                    <a:pt x="0" y="395"/>
                    <a:pt x="70" y="642"/>
                    <a:pt x="258" y="757"/>
                  </a:cubicBezTo>
                  <a:lnTo>
                    <a:pt x="960" y="1156"/>
                  </a:lnTo>
                  <a:cubicBezTo>
                    <a:pt x="1025" y="1195"/>
                    <a:pt x="1095" y="1213"/>
                    <a:pt x="1164" y="1213"/>
                  </a:cubicBezTo>
                  <a:cubicBezTo>
                    <a:pt x="1304" y="1213"/>
                    <a:pt x="1437" y="1138"/>
                    <a:pt x="1507" y="1004"/>
                  </a:cubicBezTo>
                  <a:cubicBezTo>
                    <a:pt x="1625" y="816"/>
                    <a:pt x="1554" y="572"/>
                    <a:pt x="1366" y="454"/>
                  </a:cubicBezTo>
                  <a:lnTo>
                    <a:pt x="665" y="56"/>
                  </a:lnTo>
                  <a:cubicBezTo>
                    <a:pt x="600" y="18"/>
                    <a:pt x="529" y="0"/>
                    <a:pt x="4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9" name="Google Shape;1378;p48">
              <a:extLst>
                <a:ext uri="{FF2B5EF4-FFF2-40B4-BE49-F238E27FC236}">
                  <a16:creationId xmlns:a16="http://schemas.microsoft.com/office/drawing/2014/main" id="{90CAE514-8614-5662-EEE4-A2BE8098591E}"/>
                </a:ext>
              </a:extLst>
            </p:cNvPr>
            <p:cNvSpPr/>
            <p:nvPr/>
          </p:nvSpPr>
          <p:spPr>
            <a:xfrm>
              <a:off x="7791688" y="2852850"/>
              <a:ext cx="40625" cy="30350"/>
            </a:xfrm>
            <a:custGeom>
              <a:avLst/>
              <a:gdLst/>
              <a:ahLst/>
              <a:cxnLst/>
              <a:rect l="l" t="t" r="r" b="b"/>
              <a:pathLst>
                <a:path w="1625" h="1214" extrusionOk="0">
                  <a:moveTo>
                    <a:pt x="1161" y="0"/>
                  </a:moveTo>
                  <a:cubicBezTo>
                    <a:pt x="1093" y="0"/>
                    <a:pt x="1024" y="17"/>
                    <a:pt x="960" y="50"/>
                  </a:cubicBezTo>
                  <a:lnTo>
                    <a:pt x="258" y="460"/>
                  </a:lnTo>
                  <a:cubicBezTo>
                    <a:pt x="70" y="567"/>
                    <a:pt x="0" y="822"/>
                    <a:pt x="118" y="1010"/>
                  </a:cubicBezTo>
                  <a:cubicBezTo>
                    <a:pt x="188" y="1143"/>
                    <a:pt x="321" y="1214"/>
                    <a:pt x="461" y="1214"/>
                  </a:cubicBezTo>
                  <a:cubicBezTo>
                    <a:pt x="530" y="1214"/>
                    <a:pt x="600" y="1197"/>
                    <a:pt x="665" y="1161"/>
                  </a:cubicBezTo>
                  <a:lnTo>
                    <a:pt x="1366" y="752"/>
                  </a:lnTo>
                  <a:cubicBezTo>
                    <a:pt x="1554" y="648"/>
                    <a:pt x="1625" y="401"/>
                    <a:pt x="1507" y="205"/>
                  </a:cubicBezTo>
                  <a:cubicBezTo>
                    <a:pt x="1437" y="71"/>
                    <a:pt x="1302" y="0"/>
                    <a:pt x="11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
        <p:nvSpPr>
          <p:cNvPr id="11" name="Google Shape;1430;p48">
            <a:extLst>
              <a:ext uri="{FF2B5EF4-FFF2-40B4-BE49-F238E27FC236}">
                <a16:creationId xmlns:a16="http://schemas.microsoft.com/office/drawing/2014/main" id="{DE6C3531-9870-F0F5-39ED-A9B3306B04A5}"/>
              </a:ext>
            </a:extLst>
          </p:cNvPr>
          <p:cNvSpPr/>
          <p:nvPr/>
        </p:nvSpPr>
        <p:spPr>
          <a:xfrm>
            <a:off x="4628575" y="1431056"/>
            <a:ext cx="345150" cy="345125"/>
          </a:xfrm>
          <a:custGeom>
            <a:avLst/>
            <a:gdLst/>
            <a:ahLst/>
            <a:cxnLst/>
            <a:rect l="l" t="t" r="r" b="b"/>
            <a:pathLst>
              <a:path w="13806" h="13805" extrusionOk="0">
                <a:moveTo>
                  <a:pt x="2547" y="808"/>
                </a:moveTo>
                <a:cubicBezTo>
                  <a:pt x="2991" y="808"/>
                  <a:pt x="3355" y="1170"/>
                  <a:pt x="3355" y="1616"/>
                </a:cubicBezTo>
                <a:cubicBezTo>
                  <a:pt x="3355" y="2059"/>
                  <a:pt x="2991" y="2421"/>
                  <a:pt x="2547" y="2421"/>
                </a:cubicBezTo>
                <a:cubicBezTo>
                  <a:pt x="2104" y="2421"/>
                  <a:pt x="1742" y="2059"/>
                  <a:pt x="1742" y="1616"/>
                </a:cubicBezTo>
                <a:cubicBezTo>
                  <a:pt x="1742" y="1170"/>
                  <a:pt x="2104" y="808"/>
                  <a:pt x="2547" y="808"/>
                </a:cubicBezTo>
                <a:close/>
                <a:moveTo>
                  <a:pt x="11233" y="808"/>
                </a:moveTo>
                <a:cubicBezTo>
                  <a:pt x="11676" y="808"/>
                  <a:pt x="12038" y="1170"/>
                  <a:pt x="12038" y="1616"/>
                </a:cubicBezTo>
                <a:cubicBezTo>
                  <a:pt x="12038" y="2059"/>
                  <a:pt x="11676" y="2421"/>
                  <a:pt x="11233" y="2421"/>
                </a:cubicBezTo>
                <a:cubicBezTo>
                  <a:pt x="10789" y="2421"/>
                  <a:pt x="10425" y="2059"/>
                  <a:pt x="10425" y="1616"/>
                </a:cubicBezTo>
                <a:cubicBezTo>
                  <a:pt x="10425" y="1170"/>
                  <a:pt x="10789" y="808"/>
                  <a:pt x="11233" y="808"/>
                </a:cubicBezTo>
                <a:close/>
                <a:moveTo>
                  <a:pt x="3097" y="3229"/>
                </a:moveTo>
                <a:cubicBezTo>
                  <a:pt x="3762" y="3229"/>
                  <a:pt x="4312" y="3776"/>
                  <a:pt x="4312" y="4444"/>
                </a:cubicBezTo>
                <a:lnTo>
                  <a:pt x="4312" y="4853"/>
                </a:lnTo>
                <a:lnTo>
                  <a:pt x="805" y="4853"/>
                </a:lnTo>
                <a:lnTo>
                  <a:pt x="805" y="4444"/>
                </a:lnTo>
                <a:cubicBezTo>
                  <a:pt x="805" y="3776"/>
                  <a:pt x="1355" y="3229"/>
                  <a:pt x="2023" y="3229"/>
                </a:cubicBezTo>
                <a:close/>
                <a:moveTo>
                  <a:pt x="11782" y="3229"/>
                </a:moveTo>
                <a:cubicBezTo>
                  <a:pt x="12447" y="3229"/>
                  <a:pt x="12997" y="3776"/>
                  <a:pt x="12997" y="4444"/>
                </a:cubicBezTo>
                <a:lnTo>
                  <a:pt x="12997" y="4853"/>
                </a:lnTo>
                <a:lnTo>
                  <a:pt x="9491" y="4853"/>
                </a:lnTo>
                <a:lnTo>
                  <a:pt x="9491" y="4444"/>
                </a:lnTo>
                <a:cubicBezTo>
                  <a:pt x="9491" y="3776"/>
                  <a:pt x="10029" y="3229"/>
                  <a:pt x="10705" y="3229"/>
                </a:cubicBezTo>
                <a:close/>
                <a:moveTo>
                  <a:pt x="6497" y="3229"/>
                </a:moveTo>
                <a:lnTo>
                  <a:pt x="6497" y="5473"/>
                </a:lnTo>
                <a:cubicBezTo>
                  <a:pt x="6006" y="5613"/>
                  <a:pt x="5611" y="5998"/>
                  <a:pt x="5470" y="6500"/>
                </a:cubicBezTo>
                <a:lnTo>
                  <a:pt x="2968" y="6500"/>
                </a:lnTo>
                <a:lnTo>
                  <a:pt x="2968" y="5658"/>
                </a:lnTo>
                <a:lnTo>
                  <a:pt x="4721" y="5658"/>
                </a:lnTo>
                <a:cubicBezTo>
                  <a:pt x="4943" y="5658"/>
                  <a:pt x="5120" y="5484"/>
                  <a:pt x="5120" y="5249"/>
                </a:cubicBezTo>
                <a:lnTo>
                  <a:pt x="5120" y="4444"/>
                </a:lnTo>
                <a:cubicBezTo>
                  <a:pt x="5120" y="3986"/>
                  <a:pt x="4968" y="3565"/>
                  <a:pt x="4710" y="3229"/>
                </a:cubicBezTo>
                <a:close/>
                <a:moveTo>
                  <a:pt x="9081" y="3229"/>
                </a:moveTo>
                <a:cubicBezTo>
                  <a:pt x="8837" y="3565"/>
                  <a:pt x="8685" y="3986"/>
                  <a:pt x="8685" y="4444"/>
                </a:cubicBezTo>
                <a:lnTo>
                  <a:pt x="8685" y="5249"/>
                </a:lnTo>
                <a:cubicBezTo>
                  <a:pt x="8685" y="5484"/>
                  <a:pt x="8859" y="5658"/>
                  <a:pt x="9081" y="5658"/>
                </a:cubicBezTo>
                <a:lnTo>
                  <a:pt x="10834" y="5658"/>
                </a:lnTo>
                <a:lnTo>
                  <a:pt x="10834" y="6500"/>
                </a:lnTo>
                <a:lnTo>
                  <a:pt x="8321" y="6500"/>
                </a:lnTo>
                <a:cubicBezTo>
                  <a:pt x="8180" y="5998"/>
                  <a:pt x="7796" y="5613"/>
                  <a:pt x="7305" y="5473"/>
                </a:cubicBezTo>
                <a:lnTo>
                  <a:pt x="7305" y="3229"/>
                </a:lnTo>
                <a:close/>
                <a:moveTo>
                  <a:pt x="6884" y="6231"/>
                </a:moveTo>
                <a:cubicBezTo>
                  <a:pt x="7257" y="6231"/>
                  <a:pt x="7563" y="6525"/>
                  <a:pt x="7563" y="6898"/>
                </a:cubicBezTo>
                <a:cubicBezTo>
                  <a:pt x="7563" y="7271"/>
                  <a:pt x="7257" y="7577"/>
                  <a:pt x="6884" y="7577"/>
                </a:cubicBezTo>
                <a:cubicBezTo>
                  <a:pt x="6522" y="7577"/>
                  <a:pt x="6217" y="7271"/>
                  <a:pt x="6217" y="6898"/>
                </a:cubicBezTo>
                <a:cubicBezTo>
                  <a:pt x="6217" y="6525"/>
                  <a:pt x="6522" y="6231"/>
                  <a:pt x="6884" y="6231"/>
                </a:cubicBezTo>
                <a:close/>
                <a:moveTo>
                  <a:pt x="2547" y="8943"/>
                </a:moveTo>
                <a:cubicBezTo>
                  <a:pt x="2991" y="8943"/>
                  <a:pt x="3355" y="9316"/>
                  <a:pt x="3355" y="9762"/>
                </a:cubicBezTo>
                <a:cubicBezTo>
                  <a:pt x="3355" y="10206"/>
                  <a:pt x="2991" y="10568"/>
                  <a:pt x="2547" y="10568"/>
                </a:cubicBezTo>
                <a:cubicBezTo>
                  <a:pt x="2104" y="10568"/>
                  <a:pt x="1742" y="10206"/>
                  <a:pt x="1742" y="9762"/>
                </a:cubicBezTo>
                <a:cubicBezTo>
                  <a:pt x="1742" y="9316"/>
                  <a:pt x="2104" y="8943"/>
                  <a:pt x="2547" y="8943"/>
                </a:cubicBezTo>
                <a:close/>
                <a:moveTo>
                  <a:pt x="5470" y="7308"/>
                </a:moveTo>
                <a:cubicBezTo>
                  <a:pt x="5611" y="7799"/>
                  <a:pt x="6006" y="8183"/>
                  <a:pt x="6497" y="8323"/>
                </a:cubicBezTo>
                <a:lnTo>
                  <a:pt x="6497" y="10568"/>
                </a:lnTo>
                <a:lnTo>
                  <a:pt x="3961" y="10568"/>
                </a:lnTo>
                <a:cubicBezTo>
                  <a:pt x="4101" y="10323"/>
                  <a:pt x="4172" y="10054"/>
                  <a:pt x="4172" y="9762"/>
                </a:cubicBezTo>
                <a:cubicBezTo>
                  <a:pt x="4172" y="9002"/>
                  <a:pt x="3658" y="8371"/>
                  <a:pt x="2968" y="8194"/>
                </a:cubicBezTo>
                <a:lnTo>
                  <a:pt x="2968" y="7308"/>
                </a:lnTo>
                <a:close/>
                <a:moveTo>
                  <a:pt x="10834" y="7308"/>
                </a:moveTo>
                <a:lnTo>
                  <a:pt x="10834" y="8194"/>
                </a:lnTo>
                <a:cubicBezTo>
                  <a:pt x="10133" y="8371"/>
                  <a:pt x="9620" y="9002"/>
                  <a:pt x="9620" y="9762"/>
                </a:cubicBezTo>
                <a:cubicBezTo>
                  <a:pt x="9620" y="10054"/>
                  <a:pt x="9701" y="10323"/>
                  <a:pt x="9841" y="10568"/>
                </a:cubicBezTo>
                <a:lnTo>
                  <a:pt x="7305" y="10568"/>
                </a:lnTo>
                <a:lnTo>
                  <a:pt x="7305" y="8323"/>
                </a:lnTo>
                <a:cubicBezTo>
                  <a:pt x="7796" y="8183"/>
                  <a:pt x="8180" y="7799"/>
                  <a:pt x="8321" y="7308"/>
                </a:cubicBezTo>
                <a:close/>
                <a:moveTo>
                  <a:pt x="11233" y="8943"/>
                </a:moveTo>
                <a:cubicBezTo>
                  <a:pt x="11676" y="8943"/>
                  <a:pt x="12038" y="9316"/>
                  <a:pt x="12038" y="9762"/>
                </a:cubicBezTo>
                <a:cubicBezTo>
                  <a:pt x="12038" y="10206"/>
                  <a:pt x="11676" y="10568"/>
                  <a:pt x="11233" y="10568"/>
                </a:cubicBezTo>
                <a:cubicBezTo>
                  <a:pt x="10789" y="10568"/>
                  <a:pt x="10425" y="10206"/>
                  <a:pt x="10425" y="9762"/>
                </a:cubicBezTo>
                <a:cubicBezTo>
                  <a:pt x="10425" y="9316"/>
                  <a:pt x="10789" y="8943"/>
                  <a:pt x="11233" y="8943"/>
                </a:cubicBezTo>
                <a:close/>
                <a:moveTo>
                  <a:pt x="3097" y="11375"/>
                </a:moveTo>
                <a:cubicBezTo>
                  <a:pt x="3762" y="11375"/>
                  <a:pt x="4312" y="11925"/>
                  <a:pt x="4312" y="12590"/>
                </a:cubicBezTo>
                <a:lnTo>
                  <a:pt x="4312" y="12989"/>
                </a:lnTo>
                <a:lnTo>
                  <a:pt x="805" y="12989"/>
                </a:lnTo>
                <a:lnTo>
                  <a:pt x="805" y="12590"/>
                </a:lnTo>
                <a:cubicBezTo>
                  <a:pt x="805" y="11925"/>
                  <a:pt x="1355" y="11375"/>
                  <a:pt x="2023" y="11375"/>
                </a:cubicBezTo>
                <a:close/>
                <a:moveTo>
                  <a:pt x="11782" y="11375"/>
                </a:moveTo>
                <a:cubicBezTo>
                  <a:pt x="12447" y="11375"/>
                  <a:pt x="12997" y="11925"/>
                  <a:pt x="12997" y="12590"/>
                </a:cubicBezTo>
                <a:lnTo>
                  <a:pt x="12997" y="12989"/>
                </a:lnTo>
                <a:lnTo>
                  <a:pt x="9491" y="12989"/>
                </a:lnTo>
                <a:lnTo>
                  <a:pt x="9491" y="12590"/>
                </a:lnTo>
                <a:cubicBezTo>
                  <a:pt x="9491" y="11925"/>
                  <a:pt x="10029" y="11375"/>
                  <a:pt x="10705" y="11375"/>
                </a:cubicBezTo>
                <a:close/>
                <a:moveTo>
                  <a:pt x="2545" y="1"/>
                </a:moveTo>
                <a:cubicBezTo>
                  <a:pt x="1660" y="1"/>
                  <a:pt x="945" y="732"/>
                  <a:pt x="945" y="1616"/>
                </a:cubicBezTo>
                <a:cubicBezTo>
                  <a:pt x="945" y="1978"/>
                  <a:pt x="1063" y="2303"/>
                  <a:pt x="1263" y="2572"/>
                </a:cubicBezTo>
                <a:cubicBezTo>
                  <a:pt x="513" y="2878"/>
                  <a:pt x="0" y="3602"/>
                  <a:pt x="0" y="4444"/>
                </a:cubicBezTo>
                <a:lnTo>
                  <a:pt x="0" y="5249"/>
                </a:lnTo>
                <a:cubicBezTo>
                  <a:pt x="0" y="5484"/>
                  <a:pt x="174" y="5658"/>
                  <a:pt x="396" y="5658"/>
                </a:cubicBezTo>
                <a:lnTo>
                  <a:pt x="2149" y="5658"/>
                </a:lnTo>
                <a:lnTo>
                  <a:pt x="2149" y="8194"/>
                </a:lnTo>
                <a:cubicBezTo>
                  <a:pt x="1462" y="8371"/>
                  <a:pt x="945" y="9002"/>
                  <a:pt x="945" y="9762"/>
                </a:cubicBezTo>
                <a:cubicBezTo>
                  <a:pt x="945" y="10113"/>
                  <a:pt x="1063" y="10453"/>
                  <a:pt x="1263" y="10719"/>
                </a:cubicBezTo>
                <a:cubicBezTo>
                  <a:pt x="513" y="11025"/>
                  <a:pt x="0" y="11749"/>
                  <a:pt x="0" y="12590"/>
                </a:cubicBezTo>
                <a:lnTo>
                  <a:pt x="0" y="13398"/>
                </a:lnTo>
                <a:cubicBezTo>
                  <a:pt x="0" y="13620"/>
                  <a:pt x="174" y="13805"/>
                  <a:pt x="396" y="13805"/>
                </a:cubicBezTo>
                <a:lnTo>
                  <a:pt x="4721" y="13805"/>
                </a:lnTo>
                <a:cubicBezTo>
                  <a:pt x="4943" y="13805"/>
                  <a:pt x="5120" y="13620"/>
                  <a:pt x="5120" y="13398"/>
                </a:cubicBezTo>
                <a:lnTo>
                  <a:pt x="5120" y="12590"/>
                </a:lnTo>
                <a:cubicBezTo>
                  <a:pt x="5120" y="12136"/>
                  <a:pt x="4968" y="11715"/>
                  <a:pt x="4710" y="11375"/>
                </a:cubicBezTo>
                <a:lnTo>
                  <a:pt x="9081" y="11375"/>
                </a:lnTo>
                <a:cubicBezTo>
                  <a:pt x="8837" y="11715"/>
                  <a:pt x="8685" y="12136"/>
                  <a:pt x="8685" y="12590"/>
                </a:cubicBezTo>
                <a:lnTo>
                  <a:pt x="8685" y="13398"/>
                </a:lnTo>
                <a:cubicBezTo>
                  <a:pt x="8685" y="13620"/>
                  <a:pt x="8859" y="13805"/>
                  <a:pt x="9081" y="13805"/>
                </a:cubicBezTo>
                <a:lnTo>
                  <a:pt x="13396" y="13805"/>
                </a:lnTo>
                <a:cubicBezTo>
                  <a:pt x="13617" y="13805"/>
                  <a:pt x="13805" y="13620"/>
                  <a:pt x="13805" y="13398"/>
                </a:cubicBezTo>
                <a:lnTo>
                  <a:pt x="13805" y="12590"/>
                </a:lnTo>
                <a:cubicBezTo>
                  <a:pt x="13805" y="11749"/>
                  <a:pt x="13278" y="11025"/>
                  <a:pt x="12543" y="10719"/>
                </a:cubicBezTo>
                <a:cubicBezTo>
                  <a:pt x="12739" y="10453"/>
                  <a:pt x="12857" y="10113"/>
                  <a:pt x="12857" y="9762"/>
                </a:cubicBezTo>
                <a:cubicBezTo>
                  <a:pt x="12857" y="9002"/>
                  <a:pt x="12344" y="8371"/>
                  <a:pt x="11642" y="8194"/>
                </a:cubicBezTo>
                <a:lnTo>
                  <a:pt x="11642" y="5658"/>
                </a:lnTo>
                <a:lnTo>
                  <a:pt x="13396" y="5658"/>
                </a:lnTo>
                <a:cubicBezTo>
                  <a:pt x="13617" y="5658"/>
                  <a:pt x="13805" y="5484"/>
                  <a:pt x="13805" y="5249"/>
                </a:cubicBezTo>
                <a:lnTo>
                  <a:pt x="13805" y="4444"/>
                </a:lnTo>
                <a:cubicBezTo>
                  <a:pt x="13805" y="3602"/>
                  <a:pt x="13278" y="2878"/>
                  <a:pt x="12543" y="2572"/>
                </a:cubicBezTo>
                <a:cubicBezTo>
                  <a:pt x="12753" y="2281"/>
                  <a:pt x="12879" y="1919"/>
                  <a:pt x="12857" y="1532"/>
                </a:cubicBezTo>
                <a:cubicBezTo>
                  <a:pt x="12809" y="679"/>
                  <a:pt x="12108" y="14"/>
                  <a:pt x="11266" y="3"/>
                </a:cubicBezTo>
                <a:cubicBezTo>
                  <a:pt x="11258" y="3"/>
                  <a:pt x="11249" y="3"/>
                  <a:pt x="11240" y="3"/>
                </a:cubicBezTo>
                <a:cubicBezTo>
                  <a:pt x="10341" y="3"/>
                  <a:pt x="9620" y="724"/>
                  <a:pt x="9620" y="1616"/>
                </a:cubicBezTo>
                <a:cubicBezTo>
                  <a:pt x="9620" y="1908"/>
                  <a:pt x="9701" y="2188"/>
                  <a:pt x="9841" y="2421"/>
                </a:cubicBezTo>
                <a:lnTo>
                  <a:pt x="3961" y="2421"/>
                </a:lnTo>
                <a:cubicBezTo>
                  <a:pt x="4113" y="2163"/>
                  <a:pt x="4183" y="1860"/>
                  <a:pt x="4172" y="1546"/>
                </a:cubicBezTo>
                <a:cubicBezTo>
                  <a:pt x="4138" y="715"/>
                  <a:pt x="3459" y="36"/>
                  <a:pt x="2629" y="3"/>
                </a:cubicBezTo>
                <a:cubicBezTo>
                  <a:pt x="2601" y="1"/>
                  <a:pt x="2573" y="1"/>
                  <a:pt x="25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nvGrpSpPr>
          <p:cNvPr id="12" name="Google Shape;787;p34">
            <a:extLst>
              <a:ext uri="{FF2B5EF4-FFF2-40B4-BE49-F238E27FC236}">
                <a16:creationId xmlns:a16="http://schemas.microsoft.com/office/drawing/2014/main" id="{D917A767-63C4-C8BD-E9DF-61CC8669B542}"/>
              </a:ext>
            </a:extLst>
          </p:cNvPr>
          <p:cNvGrpSpPr/>
          <p:nvPr/>
        </p:nvGrpSpPr>
        <p:grpSpPr>
          <a:xfrm>
            <a:off x="816068" y="2909663"/>
            <a:ext cx="346325" cy="345000"/>
            <a:chOff x="1725463" y="2681050"/>
            <a:chExt cx="346325" cy="345000"/>
          </a:xfrm>
        </p:grpSpPr>
        <p:sp>
          <p:nvSpPr>
            <p:cNvPr id="13" name="Google Shape;788;p34">
              <a:extLst>
                <a:ext uri="{FF2B5EF4-FFF2-40B4-BE49-F238E27FC236}">
                  <a16:creationId xmlns:a16="http://schemas.microsoft.com/office/drawing/2014/main" id="{285C941A-119A-C173-782B-F0B55D564B95}"/>
                </a:ext>
              </a:extLst>
            </p:cNvPr>
            <p:cNvSpPr/>
            <p:nvPr/>
          </p:nvSpPr>
          <p:spPr>
            <a:xfrm>
              <a:off x="1807588" y="2762650"/>
              <a:ext cx="181800" cy="181800"/>
            </a:xfrm>
            <a:custGeom>
              <a:avLst/>
              <a:gdLst/>
              <a:ahLst/>
              <a:cxnLst/>
              <a:rect l="l" t="t" r="r" b="b"/>
              <a:pathLst>
                <a:path w="7272" h="7272" extrusionOk="0">
                  <a:moveTo>
                    <a:pt x="6032" y="808"/>
                  </a:moveTo>
                  <a:lnTo>
                    <a:pt x="6464" y="1240"/>
                  </a:lnTo>
                  <a:lnTo>
                    <a:pt x="6464" y="1613"/>
                  </a:lnTo>
                  <a:lnTo>
                    <a:pt x="2418" y="1613"/>
                  </a:lnTo>
                  <a:lnTo>
                    <a:pt x="2418" y="808"/>
                  </a:lnTo>
                  <a:close/>
                  <a:moveTo>
                    <a:pt x="1613" y="808"/>
                  </a:moveTo>
                  <a:lnTo>
                    <a:pt x="1613" y="4851"/>
                  </a:lnTo>
                  <a:lnTo>
                    <a:pt x="805" y="4851"/>
                  </a:lnTo>
                  <a:lnTo>
                    <a:pt x="805" y="1240"/>
                  </a:lnTo>
                  <a:lnTo>
                    <a:pt x="1240" y="808"/>
                  </a:lnTo>
                  <a:close/>
                  <a:moveTo>
                    <a:pt x="4851" y="2421"/>
                  </a:moveTo>
                  <a:lnTo>
                    <a:pt x="4851" y="4851"/>
                  </a:lnTo>
                  <a:lnTo>
                    <a:pt x="2418" y="4851"/>
                  </a:lnTo>
                  <a:lnTo>
                    <a:pt x="2418" y="2421"/>
                  </a:lnTo>
                  <a:close/>
                  <a:moveTo>
                    <a:pt x="4851" y="5659"/>
                  </a:moveTo>
                  <a:lnTo>
                    <a:pt x="4851" y="6464"/>
                  </a:lnTo>
                  <a:lnTo>
                    <a:pt x="1240" y="6464"/>
                  </a:lnTo>
                  <a:lnTo>
                    <a:pt x="805" y="6032"/>
                  </a:lnTo>
                  <a:lnTo>
                    <a:pt x="805" y="5659"/>
                  </a:lnTo>
                  <a:close/>
                  <a:moveTo>
                    <a:pt x="6464" y="2421"/>
                  </a:moveTo>
                  <a:lnTo>
                    <a:pt x="6464" y="6032"/>
                  </a:lnTo>
                  <a:lnTo>
                    <a:pt x="6032" y="6464"/>
                  </a:lnTo>
                  <a:lnTo>
                    <a:pt x="5659" y="6464"/>
                  </a:lnTo>
                  <a:lnTo>
                    <a:pt x="5659" y="2421"/>
                  </a:lnTo>
                  <a:close/>
                  <a:moveTo>
                    <a:pt x="1075" y="0"/>
                  </a:moveTo>
                  <a:cubicBezTo>
                    <a:pt x="960" y="0"/>
                    <a:pt x="864" y="37"/>
                    <a:pt x="783" y="118"/>
                  </a:cubicBezTo>
                  <a:lnTo>
                    <a:pt x="118" y="783"/>
                  </a:lnTo>
                  <a:cubicBezTo>
                    <a:pt x="34" y="867"/>
                    <a:pt x="0" y="960"/>
                    <a:pt x="0" y="1078"/>
                  </a:cubicBezTo>
                  <a:lnTo>
                    <a:pt x="0" y="6197"/>
                  </a:lnTo>
                  <a:cubicBezTo>
                    <a:pt x="0" y="6312"/>
                    <a:pt x="34" y="6408"/>
                    <a:pt x="118" y="6489"/>
                  </a:cubicBezTo>
                  <a:lnTo>
                    <a:pt x="783" y="7154"/>
                  </a:lnTo>
                  <a:cubicBezTo>
                    <a:pt x="864" y="7235"/>
                    <a:pt x="960" y="7272"/>
                    <a:pt x="1075" y="7272"/>
                  </a:cubicBezTo>
                  <a:lnTo>
                    <a:pt x="6206" y="7272"/>
                  </a:lnTo>
                  <a:cubicBezTo>
                    <a:pt x="6312" y="7272"/>
                    <a:pt x="6416" y="7235"/>
                    <a:pt x="6486" y="7154"/>
                  </a:cubicBezTo>
                  <a:lnTo>
                    <a:pt x="7154" y="6489"/>
                  </a:lnTo>
                  <a:cubicBezTo>
                    <a:pt x="7235" y="6408"/>
                    <a:pt x="7272" y="6312"/>
                    <a:pt x="7272" y="6197"/>
                  </a:cubicBezTo>
                  <a:lnTo>
                    <a:pt x="7272" y="1078"/>
                  </a:lnTo>
                  <a:cubicBezTo>
                    <a:pt x="7272" y="960"/>
                    <a:pt x="7235" y="867"/>
                    <a:pt x="7154" y="783"/>
                  </a:cubicBezTo>
                  <a:lnTo>
                    <a:pt x="6486" y="118"/>
                  </a:lnTo>
                  <a:cubicBezTo>
                    <a:pt x="6416" y="37"/>
                    <a:pt x="6312" y="0"/>
                    <a:pt x="62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 name="Google Shape;789;p34">
              <a:extLst>
                <a:ext uri="{FF2B5EF4-FFF2-40B4-BE49-F238E27FC236}">
                  <a16:creationId xmlns:a16="http://schemas.microsoft.com/office/drawing/2014/main" id="{117B5CB2-38BF-D675-F827-53DD6FC699FA}"/>
                </a:ext>
              </a:extLst>
            </p:cNvPr>
            <p:cNvSpPr/>
            <p:nvPr/>
          </p:nvSpPr>
          <p:spPr>
            <a:xfrm>
              <a:off x="1725463" y="2681050"/>
              <a:ext cx="346325" cy="345000"/>
            </a:xfrm>
            <a:custGeom>
              <a:avLst/>
              <a:gdLst/>
              <a:ahLst/>
              <a:cxnLst/>
              <a:rect l="l" t="t" r="r" b="b"/>
              <a:pathLst>
                <a:path w="13853" h="13800" extrusionOk="0">
                  <a:moveTo>
                    <a:pt x="9996" y="2448"/>
                  </a:moveTo>
                  <a:lnTo>
                    <a:pt x="11373" y="3837"/>
                  </a:lnTo>
                  <a:lnTo>
                    <a:pt x="11373" y="9963"/>
                  </a:lnTo>
                  <a:lnTo>
                    <a:pt x="9996" y="11355"/>
                  </a:lnTo>
                  <a:lnTo>
                    <a:pt x="3858" y="11355"/>
                  </a:lnTo>
                  <a:lnTo>
                    <a:pt x="2466" y="9963"/>
                  </a:lnTo>
                  <a:lnTo>
                    <a:pt x="2466" y="3837"/>
                  </a:lnTo>
                  <a:lnTo>
                    <a:pt x="3858" y="2448"/>
                  </a:lnTo>
                  <a:close/>
                  <a:moveTo>
                    <a:pt x="3671" y="0"/>
                  </a:moveTo>
                  <a:cubicBezTo>
                    <a:pt x="3454" y="0"/>
                    <a:pt x="3285" y="186"/>
                    <a:pt x="3285" y="400"/>
                  </a:cubicBezTo>
                  <a:lnTo>
                    <a:pt x="3285" y="1873"/>
                  </a:lnTo>
                  <a:lnTo>
                    <a:pt x="1905" y="3264"/>
                  </a:lnTo>
                  <a:lnTo>
                    <a:pt x="432" y="3264"/>
                  </a:lnTo>
                  <a:cubicBezTo>
                    <a:pt x="222" y="3264"/>
                    <a:pt x="48" y="3416"/>
                    <a:pt x="23" y="3615"/>
                  </a:cubicBezTo>
                  <a:cubicBezTo>
                    <a:pt x="0" y="3862"/>
                    <a:pt x="188" y="4072"/>
                    <a:pt x="421" y="4072"/>
                  </a:cubicBezTo>
                  <a:lnTo>
                    <a:pt x="1661" y="4072"/>
                  </a:lnTo>
                  <a:lnTo>
                    <a:pt x="1661" y="4877"/>
                  </a:lnTo>
                  <a:lnTo>
                    <a:pt x="432" y="4877"/>
                  </a:lnTo>
                  <a:cubicBezTo>
                    <a:pt x="222" y="4877"/>
                    <a:pt x="48" y="5029"/>
                    <a:pt x="23" y="5239"/>
                  </a:cubicBezTo>
                  <a:cubicBezTo>
                    <a:pt x="0" y="5486"/>
                    <a:pt x="188" y="5685"/>
                    <a:pt x="421" y="5685"/>
                  </a:cubicBezTo>
                  <a:lnTo>
                    <a:pt x="1661" y="5685"/>
                  </a:lnTo>
                  <a:lnTo>
                    <a:pt x="1661" y="6490"/>
                  </a:lnTo>
                  <a:lnTo>
                    <a:pt x="432" y="6490"/>
                  </a:lnTo>
                  <a:cubicBezTo>
                    <a:pt x="222" y="6490"/>
                    <a:pt x="48" y="6642"/>
                    <a:pt x="23" y="6852"/>
                  </a:cubicBezTo>
                  <a:cubicBezTo>
                    <a:pt x="0" y="7099"/>
                    <a:pt x="188" y="7310"/>
                    <a:pt x="421" y="7310"/>
                  </a:cubicBezTo>
                  <a:lnTo>
                    <a:pt x="1661" y="7310"/>
                  </a:lnTo>
                  <a:lnTo>
                    <a:pt x="1661" y="8115"/>
                  </a:lnTo>
                  <a:lnTo>
                    <a:pt x="432" y="8115"/>
                  </a:lnTo>
                  <a:cubicBezTo>
                    <a:pt x="222" y="8115"/>
                    <a:pt x="48" y="8269"/>
                    <a:pt x="23" y="8465"/>
                  </a:cubicBezTo>
                  <a:cubicBezTo>
                    <a:pt x="0" y="8712"/>
                    <a:pt x="188" y="8923"/>
                    <a:pt x="421" y="8923"/>
                  </a:cubicBezTo>
                  <a:lnTo>
                    <a:pt x="1661" y="8923"/>
                  </a:lnTo>
                  <a:lnTo>
                    <a:pt x="1661" y="9728"/>
                  </a:lnTo>
                  <a:lnTo>
                    <a:pt x="432" y="9728"/>
                  </a:lnTo>
                  <a:cubicBezTo>
                    <a:pt x="222" y="9728"/>
                    <a:pt x="48" y="9882"/>
                    <a:pt x="23" y="10092"/>
                  </a:cubicBezTo>
                  <a:cubicBezTo>
                    <a:pt x="0" y="10337"/>
                    <a:pt x="188" y="10536"/>
                    <a:pt x="421" y="10536"/>
                  </a:cubicBezTo>
                  <a:lnTo>
                    <a:pt x="1905" y="10536"/>
                  </a:lnTo>
                  <a:lnTo>
                    <a:pt x="3285" y="11927"/>
                  </a:lnTo>
                  <a:lnTo>
                    <a:pt x="3285" y="13389"/>
                  </a:lnTo>
                  <a:cubicBezTo>
                    <a:pt x="3285" y="13599"/>
                    <a:pt x="3437" y="13773"/>
                    <a:pt x="3636" y="13795"/>
                  </a:cubicBezTo>
                  <a:cubicBezTo>
                    <a:pt x="3655" y="13798"/>
                    <a:pt x="3675" y="13800"/>
                    <a:pt x="3694" y="13800"/>
                  </a:cubicBezTo>
                  <a:cubicBezTo>
                    <a:pt x="3912" y="13800"/>
                    <a:pt x="4090" y="13614"/>
                    <a:pt x="4090" y="13400"/>
                  </a:cubicBezTo>
                  <a:lnTo>
                    <a:pt x="4090" y="12160"/>
                  </a:lnTo>
                  <a:lnTo>
                    <a:pt x="4898" y="12160"/>
                  </a:lnTo>
                  <a:lnTo>
                    <a:pt x="4898" y="13389"/>
                  </a:lnTo>
                  <a:cubicBezTo>
                    <a:pt x="4898" y="13599"/>
                    <a:pt x="5050" y="13773"/>
                    <a:pt x="5260" y="13795"/>
                  </a:cubicBezTo>
                  <a:cubicBezTo>
                    <a:pt x="5280" y="13798"/>
                    <a:pt x="5299" y="13800"/>
                    <a:pt x="5318" y="13800"/>
                  </a:cubicBezTo>
                  <a:cubicBezTo>
                    <a:pt x="5537" y="13800"/>
                    <a:pt x="5703" y="13614"/>
                    <a:pt x="5703" y="13400"/>
                  </a:cubicBezTo>
                  <a:lnTo>
                    <a:pt x="5703" y="12160"/>
                  </a:lnTo>
                  <a:lnTo>
                    <a:pt x="6511" y="12160"/>
                  </a:lnTo>
                  <a:lnTo>
                    <a:pt x="6511" y="13389"/>
                  </a:lnTo>
                  <a:cubicBezTo>
                    <a:pt x="6511" y="13599"/>
                    <a:pt x="6663" y="13773"/>
                    <a:pt x="6873" y="13795"/>
                  </a:cubicBezTo>
                  <a:cubicBezTo>
                    <a:pt x="6893" y="13798"/>
                    <a:pt x="6913" y="13800"/>
                    <a:pt x="6932" y="13800"/>
                  </a:cubicBezTo>
                  <a:cubicBezTo>
                    <a:pt x="7152" y="13800"/>
                    <a:pt x="7331" y="13614"/>
                    <a:pt x="7331" y="13400"/>
                  </a:cubicBezTo>
                  <a:lnTo>
                    <a:pt x="7331" y="12160"/>
                  </a:lnTo>
                  <a:lnTo>
                    <a:pt x="8136" y="12160"/>
                  </a:lnTo>
                  <a:lnTo>
                    <a:pt x="8136" y="13389"/>
                  </a:lnTo>
                  <a:cubicBezTo>
                    <a:pt x="8136" y="13599"/>
                    <a:pt x="8287" y="13773"/>
                    <a:pt x="8498" y="13795"/>
                  </a:cubicBezTo>
                  <a:cubicBezTo>
                    <a:pt x="8516" y="13798"/>
                    <a:pt x="8535" y="13800"/>
                    <a:pt x="8554" y="13800"/>
                  </a:cubicBezTo>
                  <a:cubicBezTo>
                    <a:pt x="8766" y="13800"/>
                    <a:pt x="8944" y="13614"/>
                    <a:pt x="8944" y="13400"/>
                  </a:cubicBezTo>
                  <a:lnTo>
                    <a:pt x="8944" y="12160"/>
                  </a:lnTo>
                  <a:lnTo>
                    <a:pt x="9749" y="12160"/>
                  </a:lnTo>
                  <a:lnTo>
                    <a:pt x="9749" y="13389"/>
                  </a:lnTo>
                  <a:cubicBezTo>
                    <a:pt x="9749" y="13599"/>
                    <a:pt x="9900" y="13773"/>
                    <a:pt x="10111" y="13795"/>
                  </a:cubicBezTo>
                  <a:cubicBezTo>
                    <a:pt x="10130" y="13798"/>
                    <a:pt x="10150" y="13800"/>
                    <a:pt x="10169" y="13800"/>
                  </a:cubicBezTo>
                  <a:cubicBezTo>
                    <a:pt x="10388" y="13800"/>
                    <a:pt x="10557" y="13614"/>
                    <a:pt x="10557" y="13400"/>
                  </a:cubicBezTo>
                  <a:lnTo>
                    <a:pt x="10557" y="11927"/>
                  </a:lnTo>
                  <a:lnTo>
                    <a:pt x="11945" y="10536"/>
                  </a:lnTo>
                  <a:lnTo>
                    <a:pt x="13407" y="10536"/>
                  </a:lnTo>
                  <a:cubicBezTo>
                    <a:pt x="13617" y="10536"/>
                    <a:pt x="13794" y="10384"/>
                    <a:pt x="13816" y="10185"/>
                  </a:cubicBezTo>
                  <a:cubicBezTo>
                    <a:pt x="13853" y="9938"/>
                    <a:pt x="13654" y="9728"/>
                    <a:pt x="13418" y="9728"/>
                  </a:cubicBezTo>
                  <a:lnTo>
                    <a:pt x="12181" y="9728"/>
                  </a:lnTo>
                  <a:lnTo>
                    <a:pt x="12181" y="8923"/>
                  </a:lnTo>
                  <a:lnTo>
                    <a:pt x="13407" y="8923"/>
                  </a:lnTo>
                  <a:cubicBezTo>
                    <a:pt x="13617" y="8923"/>
                    <a:pt x="13794" y="8771"/>
                    <a:pt x="13816" y="8561"/>
                  </a:cubicBezTo>
                  <a:cubicBezTo>
                    <a:pt x="13853" y="8314"/>
                    <a:pt x="13654" y="8115"/>
                    <a:pt x="13418" y="8115"/>
                  </a:cubicBezTo>
                  <a:lnTo>
                    <a:pt x="12181" y="8115"/>
                  </a:lnTo>
                  <a:lnTo>
                    <a:pt x="12181" y="7310"/>
                  </a:lnTo>
                  <a:lnTo>
                    <a:pt x="13407" y="7310"/>
                  </a:lnTo>
                  <a:cubicBezTo>
                    <a:pt x="13617" y="7310"/>
                    <a:pt x="13794" y="7158"/>
                    <a:pt x="13816" y="6948"/>
                  </a:cubicBezTo>
                  <a:cubicBezTo>
                    <a:pt x="13853" y="6701"/>
                    <a:pt x="13654" y="6490"/>
                    <a:pt x="13418" y="6490"/>
                  </a:cubicBezTo>
                  <a:lnTo>
                    <a:pt x="12181" y="6490"/>
                  </a:lnTo>
                  <a:lnTo>
                    <a:pt x="12181" y="5685"/>
                  </a:lnTo>
                  <a:lnTo>
                    <a:pt x="13407" y="5685"/>
                  </a:lnTo>
                  <a:cubicBezTo>
                    <a:pt x="13617" y="5685"/>
                    <a:pt x="13794" y="5534"/>
                    <a:pt x="13816" y="5335"/>
                  </a:cubicBezTo>
                  <a:cubicBezTo>
                    <a:pt x="13853" y="5088"/>
                    <a:pt x="13654" y="4877"/>
                    <a:pt x="13418" y="4877"/>
                  </a:cubicBezTo>
                  <a:lnTo>
                    <a:pt x="12181" y="4877"/>
                  </a:lnTo>
                  <a:lnTo>
                    <a:pt x="12181" y="4072"/>
                  </a:lnTo>
                  <a:lnTo>
                    <a:pt x="13407" y="4072"/>
                  </a:lnTo>
                  <a:cubicBezTo>
                    <a:pt x="13617" y="4072"/>
                    <a:pt x="13794" y="3921"/>
                    <a:pt x="13816" y="3710"/>
                  </a:cubicBezTo>
                  <a:cubicBezTo>
                    <a:pt x="13853" y="3463"/>
                    <a:pt x="13654" y="3264"/>
                    <a:pt x="13418" y="3264"/>
                  </a:cubicBezTo>
                  <a:lnTo>
                    <a:pt x="11945" y="3264"/>
                  </a:lnTo>
                  <a:lnTo>
                    <a:pt x="10557" y="1873"/>
                  </a:lnTo>
                  <a:lnTo>
                    <a:pt x="10557" y="414"/>
                  </a:lnTo>
                  <a:cubicBezTo>
                    <a:pt x="10557" y="204"/>
                    <a:pt x="10402" y="27"/>
                    <a:pt x="10206" y="5"/>
                  </a:cubicBezTo>
                  <a:cubicBezTo>
                    <a:pt x="10186" y="2"/>
                    <a:pt x="10167" y="0"/>
                    <a:pt x="10147" y="0"/>
                  </a:cubicBezTo>
                  <a:cubicBezTo>
                    <a:pt x="9927" y="0"/>
                    <a:pt x="9749" y="186"/>
                    <a:pt x="9749" y="400"/>
                  </a:cubicBezTo>
                  <a:lnTo>
                    <a:pt x="9749" y="1640"/>
                  </a:lnTo>
                  <a:lnTo>
                    <a:pt x="8944" y="1640"/>
                  </a:lnTo>
                  <a:lnTo>
                    <a:pt x="8944" y="414"/>
                  </a:lnTo>
                  <a:cubicBezTo>
                    <a:pt x="8944" y="204"/>
                    <a:pt x="8789" y="27"/>
                    <a:pt x="8579" y="5"/>
                  </a:cubicBezTo>
                  <a:cubicBezTo>
                    <a:pt x="8560" y="2"/>
                    <a:pt x="8542" y="0"/>
                    <a:pt x="8523" y="0"/>
                  </a:cubicBezTo>
                  <a:cubicBezTo>
                    <a:pt x="8314" y="0"/>
                    <a:pt x="8136" y="186"/>
                    <a:pt x="8136" y="400"/>
                  </a:cubicBezTo>
                  <a:lnTo>
                    <a:pt x="8136" y="1640"/>
                  </a:lnTo>
                  <a:lnTo>
                    <a:pt x="7331" y="1640"/>
                  </a:lnTo>
                  <a:lnTo>
                    <a:pt x="7331" y="414"/>
                  </a:lnTo>
                  <a:cubicBezTo>
                    <a:pt x="7331" y="204"/>
                    <a:pt x="7176" y="27"/>
                    <a:pt x="6966" y="5"/>
                  </a:cubicBezTo>
                  <a:cubicBezTo>
                    <a:pt x="6946" y="2"/>
                    <a:pt x="6927" y="0"/>
                    <a:pt x="6908" y="0"/>
                  </a:cubicBezTo>
                  <a:cubicBezTo>
                    <a:pt x="6689" y="0"/>
                    <a:pt x="6511" y="186"/>
                    <a:pt x="6511" y="400"/>
                  </a:cubicBezTo>
                  <a:lnTo>
                    <a:pt x="6511" y="1640"/>
                  </a:lnTo>
                  <a:lnTo>
                    <a:pt x="5703" y="1640"/>
                  </a:lnTo>
                  <a:lnTo>
                    <a:pt x="5703" y="414"/>
                  </a:lnTo>
                  <a:cubicBezTo>
                    <a:pt x="5703" y="204"/>
                    <a:pt x="5552" y="27"/>
                    <a:pt x="5353" y="5"/>
                  </a:cubicBezTo>
                  <a:cubicBezTo>
                    <a:pt x="5333" y="2"/>
                    <a:pt x="5314" y="0"/>
                    <a:pt x="5295" y="0"/>
                  </a:cubicBezTo>
                  <a:cubicBezTo>
                    <a:pt x="5076" y="0"/>
                    <a:pt x="4898" y="186"/>
                    <a:pt x="4898" y="400"/>
                  </a:cubicBezTo>
                  <a:lnTo>
                    <a:pt x="4898" y="1640"/>
                  </a:lnTo>
                  <a:lnTo>
                    <a:pt x="4090" y="1640"/>
                  </a:lnTo>
                  <a:lnTo>
                    <a:pt x="4090" y="414"/>
                  </a:lnTo>
                  <a:cubicBezTo>
                    <a:pt x="4090" y="204"/>
                    <a:pt x="3939" y="27"/>
                    <a:pt x="3728" y="5"/>
                  </a:cubicBezTo>
                  <a:cubicBezTo>
                    <a:pt x="3709" y="2"/>
                    <a:pt x="3690" y="0"/>
                    <a:pt x="36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32"/>
          <p:cNvSpPr txBox="1">
            <a:spLocks noGrp="1"/>
          </p:cNvSpPr>
          <p:nvPr>
            <p:ph type="title"/>
          </p:nvPr>
        </p:nvSpPr>
        <p:spPr>
          <a:xfrm>
            <a:off x="1136800" y="2292595"/>
            <a:ext cx="5873152" cy="1022530"/>
          </a:xfrm>
          <a:prstGeom prst="rect">
            <a:avLst/>
          </a:prstGeom>
        </p:spPr>
        <p:txBody>
          <a:bodyPr spcFirstLastPara="1" wrap="square" lIns="91425" tIns="91425" rIns="91425" bIns="91425" anchor="ctr" anchorCtr="0">
            <a:noAutofit/>
          </a:bodyPr>
          <a:lstStyle/>
          <a:p>
            <a:r>
              <a:rPr lang="en" dirty="0"/>
              <a:t>Lógica e Sintaxe</a:t>
            </a:r>
          </a:p>
        </p:txBody>
      </p:sp>
      <p:sp>
        <p:nvSpPr>
          <p:cNvPr id="741" name="Google Shape;741;p32"/>
          <p:cNvSpPr/>
          <p:nvPr/>
        </p:nvSpPr>
        <p:spPr>
          <a:xfrm rot="-5400000">
            <a:off x="689075" y="2684117"/>
            <a:ext cx="357300" cy="309016"/>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2"/>
          <p:cNvSpPr/>
          <p:nvPr/>
        </p:nvSpPr>
        <p:spPr>
          <a:xfrm>
            <a:off x="7016375" y="-1615175"/>
            <a:ext cx="1633483" cy="5920031"/>
          </a:xfrm>
          <a:custGeom>
            <a:avLst/>
            <a:gdLst/>
            <a:ahLst/>
            <a:cxnLst/>
            <a:rect l="l" t="t" r="r" b="b"/>
            <a:pathLst>
              <a:path w="18075" h="65507" extrusionOk="0">
                <a:moveTo>
                  <a:pt x="0" y="65507"/>
                </a:moveTo>
                <a:lnTo>
                  <a:pt x="18075" y="47432"/>
                </a:lnTo>
                <a:lnTo>
                  <a:pt x="18075" y="0"/>
                </a:lnTo>
              </a:path>
            </a:pathLst>
          </a:custGeom>
          <a:noFill/>
          <a:ln w="9525" cap="flat" cmpd="sng">
            <a:solidFill>
              <a:schemeClr val="accent1"/>
            </a:solidFill>
            <a:prstDash val="solid"/>
            <a:round/>
            <a:headEnd type="none" w="med" len="med"/>
            <a:tailEnd type="none" w="med" len="med"/>
          </a:ln>
        </p:spPr>
        <p:txBody>
          <a:bodyPr/>
          <a:lstStyle/>
          <a:p>
            <a:endParaRPr lang="pt-BR"/>
          </a:p>
        </p:txBody>
      </p:sp>
      <p:grpSp>
        <p:nvGrpSpPr>
          <p:cNvPr id="743" name="Google Shape;743;p32"/>
          <p:cNvGrpSpPr/>
          <p:nvPr/>
        </p:nvGrpSpPr>
        <p:grpSpPr>
          <a:xfrm rot="10800000" flipH="1">
            <a:off x="7968643" y="3562070"/>
            <a:ext cx="681217" cy="3360485"/>
            <a:chOff x="1337800" y="-2525590"/>
            <a:chExt cx="1498167" cy="7390555"/>
          </a:xfrm>
        </p:grpSpPr>
        <p:cxnSp>
          <p:nvCxnSpPr>
            <p:cNvPr id="744" name="Google Shape;744;p32"/>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745" name="Google Shape;745;p32"/>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746" name="Google Shape;746;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7" name="Google Shape;747;p32"/>
          <p:cNvGrpSpPr/>
          <p:nvPr/>
        </p:nvGrpSpPr>
        <p:grpSpPr>
          <a:xfrm rot="-5400000" flipH="1">
            <a:off x="70043" y="-592705"/>
            <a:ext cx="681217" cy="3360485"/>
            <a:chOff x="1337800" y="-2525590"/>
            <a:chExt cx="1498167" cy="7390555"/>
          </a:xfrm>
        </p:grpSpPr>
        <p:cxnSp>
          <p:nvCxnSpPr>
            <p:cNvPr id="748" name="Google Shape;748;p32"/>
            <p:cNvCxnSpPr/>
            <p:nvPr/>
          </p:nvCxnSpPr>
          <p:spPr>
            <a:xfrm rot="10800000">
              <a:off x="1337800" y="-2525590"/>
              <a:ext cx="0" cy="5870700"/>
            </a:xfrm>
            <a:prstGeom prst="straightConnector1">
              <a:avLst/>
            </a:prstGeom>
            <a:noFill/>
            <a:ln w="9525" cap="flat" cmpd="sng">
              <a:solidFill>
                <a:schemeClr val="lt1"/>
              </a:solidFill>
              <a:prstDash val="solid"/>
              <a:round/>
              <a:headEnd type="none" w="med" len="med"/>
              <a:tailEnd type="none" w="med" len="med"/>
            </a:ln>
          </p:spPr>
        </p:cxnSp>
        <p:cxnSp>
          <p:nvCxnSpPr>
            <p:cNvPr id="749" name="Google Shape;749;p32"/>
            <p:cNvCxnSpPr/>
            <p:nvPr/>
          </p:nvCxnSpPr>
          <p:spPr>
            <a:xfrm>
              <a:off x="1337800" y="3347125"/>
              <a:ext cx="1158600" cy="1141200"/>
            </a:xfrm>
            <a:prstGeom prst="straightConnector1">
              <a:avLst/>
            </a:prstGeom>
            <a:noFill/>
            <a:ln w="9525" cap="flat" cmpd="sng">
              <a:solidFill>
                <a:schemeClr val="lt1"/>
              </a:solidFill>
              <a:prstDash val="solid"/>
              <a:round/>
              <a:headEnd type="none" w="med" len="med"/>
              <a:tailEnd type="none" w="med" len="med"/>
            </a:ln>
          </p:spPr>
        </p:cxnSp>
        <p:sp>
          <p:nvSpPr>
            <p:cNvPr id="750" name="Google Shape;750;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1" name="Google Shape;751;p32"/>
          <p:cNvSpPr/>
          <p:nvPr/>
        </p:nvSpPr>
        <p:spPr>
          <a:xfrm rot="-5400000">
            <a:off x="5572485" y="-2452153"/>
            <a:ext cx="1971347" cy="6005438"/>
          </a:xfrm>
          <a:custGeom>
            <a:avLst/>
            <a:gdLst/>
            <a:ahLst/>
            <a:cxnLst/>
            <a:rect l="l" t="t" r="r" b="b"/>
            <a:pathLst>
              <a:path w="62917" h="191668" extrusionOk="0">
                <a:moveTo>
                  <a:pt x="0" y="0"/>
                </a:moveTo>
                <a:lnTo>
                  <a:pt x="0" y="21836"/>
                </a:lnTo>
                <a:lnTo>
                  <a:pt x="38334" y="60169"/>
                </a:lnTo>
                <a:lnTo>
                  <a:pt x="38334" y="81762"/>
                </a:lnTo>
                <a:lnTo>
                  <a:pt x="22442" y="97654"/>
                </a:lnTo>
                <a:lnTo>
                  <a:pt x="22442" y="116457"/>
                </a:lnTo>
                <a:lnTo>
                  <a:pt x="62917" y="139825"/>
                </a:lnTo>
                <a:lnTo>
                  <a:pt x="62917" y="191668"/>
                </a:lnTo>
              </a:path>
            </a:pathLst>
          </a:custGeom>
          <a:noFill/>
          <a:ln w="9525" cap="flat" cmpd="sng">
            <a:solidFill>
              <a:schemeClr val="accent1"/>
            </a:solidFill>
            <a:prstDash val="solid"/>
            <a:round/>
            <a:headEnd type="none" w="med" len="med"/>
            <a:tailEnd type="none" w="med" len="med"/>
          </a:ln>
        </p:spPr>
        <p:txBody>
          <a:bodyPr/>
          <a:lstStyle/>
          <a:p>
            <a:endParaRPr lang="pt-BR"/>
          </a:p>
        </p:txBody>
      </p:sp>
      <p:grpSp>
        <p:nvGrpSpPr>
          <p:cNvPr id="752" name="Google Shape;752;p32"/>
          <p:cNvGrpSpPr/>
          <p:nvPr/>
        </p:nvGrpSpPr>
        <p:grpSpPr>
          <a:xfrm>
            <a:off x="7221623" y="1260360"/>
            <a:ext cx="1160062" cy="523162"/>
            <a:chOff x="7221623" y="1260360"/>
            <a:chExt cx="1160062" cy="523162"/>
          </a:xfrm>
        </p:grpSpPr>
        <p:sp>
          <p:nvSpPr>
            <p:cNvPr id="753" name="Google Shape;753;p32"/>
            <p:cNvSpPr/>
            <p:nvPr/>
          </p:nvSpPr>
          <p:spPr>
            <a:xfrm rot="-5400000">
              <a:off x="8141200" y="1059948"/>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2"/>
            <p:cNvSpPr/>
            <p:nvPr/>
          </p:nvSpPr>
          <p:spPr>
            <a:xfrm rot="5400000">
              <a:off x="7437562" y="1320304"/>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2"/>
            <p:cNvSpPr/>
            <p:nvPr/>
          </p:nvSpPr>
          <p:spPr>
            <a:xfrm rot="-5400000">
              <a:off x="7930383" y="13322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687512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9D4F7905-1913-432F-1AF5-1A5872C6831D}"/>
              </a:ext>
            </a:extLst>
          </p:cNvPr>
          <p:cNvSpPr>
            <a:spLocks noGrp="1"/>
          </p:cNvSpPr>
          <p:nvPr>
            <p:ph type="title"/>
          </p:nvPr>
        </p:nvSpPr>
        <p:spPr>
          <a:xfrm>
            <a:off x="961725" y="478977"/>
            <a:ext cx="7704000" cy="572700"/>
          </a:xfrm>
        </p:spPr>
        <p:txBody>
          <a:bodyPr/>
          <a:lstStyle/>
          <a:p>
            <a:r>
              <a:rPr lang="pt-BR" dirty="0"/>
              <a:t>Logica e Sintaxe</a:t>
            </a:r>
          </a:p>
        </p:txBody>
      </p:sp>
      <p:sp>
        <p:nvSpPr>
          <p:cNvPr id="6" name="Google Shape;741;p32">
            <a:extLst>
              <a:ext uri="{FF2B5EF4-FFF2-40B4-BE49-F238E27FC236}">
                <a16:creationId xmlns:a16="http://schemas.microsoft.com/office/drawing/2014/main" id="{65884B89-87EB-9056-7CB1-F62B4A356789}"/>
              </a:ext>
            </a:extLst>
          </p:cNvPr>
          <p:cNvSpPr/>
          <p:nvPr/>
        </p:nvSpPr>
        <p:spPr>
          <a:xfrm rot="-5400000">
            <a:off x="529507" y="610819"/>
            <a:ext cx="357300" cy="309016"/>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CaixaDeTexto 10">
            <a:extLst>
              <a:ext uri="{FF2B5EF4-FFF2-40B4-BE49-F238E27FC236}">
                <a16:creationId xmlns:a16="http://schemas.microsoft.com/office/drawing/2014/main" id="{6A8EDBAE-3F7B-6C7B-F07C-A2728ABBEDD1}"/>
              </a:ext>
            </a:extLst>
          </p:cNvPr>
          <p:cNvSpPr txBox="1"/>
          <p:nvPr/>
        </p:nvSpPr>
        <p:spPr>
          <a:xfrm>
            <a:off x="1569720" y="1436892"/>
            <a:ext cx="2476500" cy="830997"/>
          </a:xfrm>
          <a:prstGeom prst="rect">
            <a:avLst/>
          </a:prstGeom>
          <a:noFill/>
        </p:spPr>
        <p:txBody>
          <a:bodyPr wrap="square" rtlCol="0">
            <a:spAutoFit/>
          </a:bodyPr>
          <a:lstStyle/>
          <a:p>
            <a:r>
              <a:rPr lang="pt-BR" sz="1200" dirty="0">
                <a:solidFill>
                  <a:schemeClr val="tx1"/>
                </a:solidFill>
                <a:latin typeface="Hanken Grotesk" pitchFamily="2" charset="0"/>
              </a:rPr>
              <a:t>A lógica de programação é a forma em que uma linguagem foi estruturada ,ou seja, como suas estruturas foram definidas</a:t>
            </a:r>
          </a:p>
        </p:txBody>
      </p:sp>
      <p:grpSp>
        <p:nvGrpSpPr>
          <p:cNvPr id="12" name="Google Shape;787;p34">
            <a:extLst>
              <a:ext uri="{FF2B5EF4-FFF2-40B4-BE49-F238E27FC236}">
                <a16:creationId xmlns:a16="http://schemas.microsoft.com/office/drawing/2014/main" id="{D25C47CB-3364-42C3-52C3-433041A62DE2}"/>
              </a:ext>
            </a:extLst>
          </p:cNvPr>
          <p:cNvGrpSpPr/>
          <p:nvPr/>
        </p:nvGrpSpPr>
        <p:grpSpPr>
          <a:xfrm>
            <a:off x="5454598" y="1554316"/>
            <a:ext cx="346325" cy="345000"/>
            <a:chOff x="1725463" y="2681050"/>
            <a:chExt cx="346325" cy="345000"/>
          </a:xfrm>
        </p:grpSpPr>
        <p:sp>
          <p:nvSpPr>
            <p:cNvPr id="13" name="Google Shape;788;p34">
              <a:extLst>
                <a:ext uri="{FF2B5EF4-FFF2-40B4-BE49-F238E27FC236}">
                  <a16:creationId xmlns:a16="http://schemas.microsoft.com/office/drawing/2014/main" id="{7E8CBE6A-6814-20ED-0FDA-D1196A92CD7D}"/>
                </a:ext>
              </a:extLst>
            </p:cNvPr>
            <p:cNvSpPr/>
            <p:nvPr/>
          </p:nvSpPr>
          <p:spPr>
            <a:xfrm>
              <a:off x="1807588" y="2762650"/>
              <a:ext cx="181800" cy="181800"/>
            </a:xfrm>
            <a:custGeom>
              <a:avLst/>
              <a:gdLst/>
              <a:ahLst/>
              <a:cxnLst/>
              <a:rect l="l" t="t" r="r" b="b"/>
              <a:pathLst>
                <a:path w="7272" h="7272" extrusionOk="0">
                  <a:moveTo>
                    <a:pt x="6032" y="808"/>
                  </a:moveTo>
                  <a:lnTo>
                    <a:pt x="6464" y="1240"/>
                  </a:lnTo>
                  <a:lnTo>
                    <a:pt x="6464" y="1613"/>
                  </a:lnTo>
                  <a:lnTo>
                    <a:pt x="2418" y="1613"/>
                  </a:lnTo>
                  <a:lnTo>
                    <a:pt x="2418" y="808"/>
                  </a:lnTo>
                  <a:close/>
                  <a:moveTo>
                    <a:pt x="1613" y="808"/>
                  </a:moveTo>
                  <a:lnTo>
                    <a:pt x="1613" y="4851"/>
                  </a:lnTo>
                  <a:lnTo>
                    <a:pt x="805" y="4851"/>
                  </a:lnTo>
                  <a:lnTo>
                    <a:pt x="805" y="1240"/>
                  </a:lnTo>
                  <a:lnTo>
                    <a:pt x="1240" y="808"/>
                  </a:lnTo>
                  <a:close/>
                  <a:moveTo>
                    <a:pt x="4851" y="2421"/>
                  </a:moveTo>
                  <a:lnTo>
                    <a:pt x="4851" y="4851"/>
                  </a:lnTo>
                  <a:lnTo>
                    <a:pt x="2418" y="4851"/>
                  </a:lnTo>
                  <a:lnTo>
                    <a:pt x="2418" y="2421"/>
                  </a:lnTo>
                  <a:close/>
                  <a:moveTo>
                    <a:pt x="4851" y="5659"/>
                  </a:moveTo>
                  <a:lnTo>
                    <a:pt x="4851" y="6464"/>
                  </a:lnTo>
                  <a:lnTo>
                    <a:pt x="1240" y="6464"/>
                  </a:lnTo>
                  <a:lnTo>
                    <a:pt x="805" y="6032"/>
                  </a:lnTo>
                  <a:lnTo>
                    <a:pt x="805" y="5659"/>
                  </a:lnTo>
                  <a:close/>
                  <a:moveTo>
                    <a:pt x="6464" y="2421"/>
                  </a:moveTo>
                  <a:lnTo>
                    <a:pt x="6464" y="6032"/>
                  </a:lnTo>
                  <a:lnTo>
                    <a:pt x="6032" y="6464"/>
                  </a:lnTo>
                  <a:lnTo>
                    <a:pt x="5659" y="6464"/>
                  </a:lnTo>
                  <a:lnTo>
                    <a:pt x="5659" y="2421"/>
                  </a:lnTo>
                  <a:close/>
                  <a:moveTo>
                    <a:pt x="1075" y="0"/>
                  </a:moveTo>
                  <a:cubicBezTo>
                    <a:pt x="960" y="0"/>
                    <a:pt x="864" y="37"/>
                    <a:pt x="783" y="118"/>
                  </a:cubicBezTo>
                  <a:lnTo>
                    <a:pt x="118" y="783"/>
                  </a:lnTo>
                  <a:cubicBezTo>
                    <a:pt x="34" y="867"/>
                    <a:pt x="0" y="960"/>
                    <a:pt x="0" y="1078"/>
                  </a:cubicBezTo>
                  <a:lnTo>
                    <a:pt x="0" y="6197"/>
                  </a:lnTo>
                  <a:cubicBezTo>
                    <a:pt x="0" y="6312"/>
                    <a:pt x="34" y="6408"/>
                    <a:pt x="118" y="6489"/>
                  </a:cubicBezTo>
                  <a:lnTo>
                    <a:pt x="783" y="7154"/>
                  </a:lnTo>
                  <a:cubicBezTo>
                    <a:pt x="864" y="7235"/>
                    <a:pt x="960" y="7272"/>
                    <a:pt x="1075" y="7272"/>
                  </a:cubicBezTo>
                  <a:lnTo>
                    <a:pt x="6206" y="7272"/>
                  </a:lnTo>
                  <a:cubicBezTo>
                    <a:pt x="6312" y="7272"/>
                    <a:pt x="6416" y="7235"/>
                    <a:pt x="6486" y="7154"/>
                  </a:cubicBezTo>
                  <a:lnTo>
                    <a:pt x="7154" y="6489"/>
                  </a:lnTo>
                  <a:cubicBezTo>
                    <a:pt x="7235" y="6408"/>
                    <a:pt x="7272" y="6312"/>
                    <a:pt x="7272" y="6197"/>
                  </a:cubicBezTo>
                  <a:lnTo>
                    <a:pt x="7272" y="1078"/>
                  </a:lnTo>
                  <a:cubicBezTo>
                    <a:pt x="7272" y="960"/>
                    <a:pt x="7235" y="867"/>
                    <a:pt x="7154" y="783"/>
                  </a:cubicBezTo>
                  <a:lnTo>
                    <a:pt x="6486" y="118"/>
                  </a:lnTo>
                  <a:cubicBezTo>
                    <a:pt x="6416" y="37"/>
                    <a:pt x="6312" y="0"/>
                    <a:pt x="62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 name="Google Shape;789;p34">
              <a:extLst>
                <a:ext uri="{FF2B5EF4-FFF2-40B4-BE49-F238E27FC236}">
                  <a16:creationId xmlns:a16="http://schemas.microsoft.com/office/drawing/2014/main" id="{8355F9D4-365A-D7E7-D400-5B1912A993B1}"/>
                </a:ext>
              </a:extLst>
            </p:cNvPr>
            <p:cNvSpPr/>
            <p:nvPr/>
          </p:nvSpPr>
          <p:spPr>
            <a:xfrm>
              <a:off x="1725463" y="2681050"/>
              <a:ext cx="346325" cy="345000"/>
            </a:xfrm>
            <a:custGeom>
              <a:avLst/>
              <a:gdLst/>
              <a:ahLst/>
              <a:cxnLst/>
              <a:rect l="l" t="t" r="r" b="b"/>
              <a:pathLst>
                <a:path w="13853" h="13800" extrusionOk="0">
                  <a:moveTo>
                    <a:pt x="9996" y="2448"/>
                  </a:moveTo>
                  <a:lnTo>
                    <a:pt x="11373" y="3837"/>
                  </a:lnTo>
                  <a:lnTo>
                    <a:pt x="11373" y="9963"/>
                  </a:lnTo>
                  <a:lnTo>
                    <a:pt x="9996" y="11355"/>
                  </a:lnTo>
                  <a:lnTo>
                    <a:pt x="3858" y="11355"/>
                  </a:lnTo>
                  <a:lnTo>
                    <a:pt x="2466" y="9963"/>
                  </a:lnTo>
                  <a:lnTo>
                    <a:pt x="2466" y="3837"/>
                  </a:lnTo>
                  <a:lnTo>
                    <a:pt x="3858" y="2448"/>
                  </a:lnTo>
                  <a:close/>
                  <a:moveTo>
                    <a:pt x="3671" y="0"/>
                  </a:moveTo>
                  <a:cubicBezTo>
                    <a:pt x="3454" y="0"/>
                    <a:pt x="3285" y="186"/>
                    <a:pt x="3285" y="400"/>
                  </a:cubicBezTo>
                  <a:lnTo>
                    <a:pt x="3285" y="1873"/>
                  </a:lnTo>
                  <a:lnTo>
                    <a:pt x="1905" y="3264"/>
                  </a:lnTo>
                  <a:lnTo>
                    <a:pt x="432" y="3264"/>
                  </a:lnTo>
                  <a:cubicBezTo>
                    <a:pt x="222" y="3264"/>
                    <a:pt x="48" y="3416"/>
                    <a:pt x="23" y="3615"/>
                  </a:cubicBezTo>
                  <a:cubicBezTo>
                    <a:pt x="0" y="3862"/>
                    <a:pt x="188" y="4072"/>
                    <a:pt x="421" y="4072"/>
                  </a:cubicBezTo>
                  <a:lnTo>
                    <a:pt x="1661" y="4072"/>
                  </a:lnTo>
                  <a:lnTo>
                    <a:pt x="1661" y="4877"/>
                  </a:lnTo>
                  <a:lnTo>
                    <a:pt x="432" y="4877"/>
                  </a:lnTo>
                  <a:cubicBezTo>
                    <a:pt x="222" y="4877"/>
                    <a:pt x="48" y="5029"/>
                    <a:pt x="23" y="5239"/>
                  </a:cubicBezTo>
                  <a:cubicBezTo>
                    <a:pt x="0" y="5486"/>
                    <a:pt x="188" y="5685"/>
                    <a:pt x="421" y="5685"/>
                  </a:cubicBezTo>
                  <a:lnTo>
                    <a:pt x="1661" y="5685"/>
                  </a:lnTo>
                  <a:lnTo>
                    <a:pt x="1661" y="6490"/>
                  </a:lnTo>
                  <a:lnTo>
                    <a:pt x="432" y="6490"/>
                  </a:lnTo>
                  <a:cubicBezTo>
                    <a:pt x="222" y="6490"/>
                    <a:pt x="48" y="6642"/>
                    <a:pt x="23" y="6852"/>
                  </a:cubicBezTo>
                  <a:cubicBezTo>
                    <a:pt x="0" y="7099"/>
                    <a:pt x="188" y="7310"/>
                    <a:pt x="421" y="7310"/>
                  </a:cubicBezTo>
                  <a:lnTo>
                    <a:pt x="1661" y="7310"/>
                  </a:lnTo>
                  <a:lnTo>
                    <a:pt x="1661" y="8115"/>
                  </a:lnTo>
                  <a:lnTo>
                    <a:pt x="432" y="8115"/>
                  </a:lnTo>
                  <a:cubicBezTo>
                    <a:pt x="222" y="8115"/>
                    <a:pt x="48" y="8269"/>
                    <a:pt x="23" y="8465"/>
                  </a:cubicBezTo>
                  <a:cubicBezTo>
                    <a:pt x="0" y="8712"/>
                    <a:pt x="188" y="8923"/>
                    <a:pt x="421" y="8923"/>
                  </a:cubicBezTo>
                  <a:lnTo>
                    <a:pt x="1661" y="8923"/>
                  </a:lnTo>
                  <a:lnTo>
                    <a:pt x="1661" y="9728"/>
                  </a:lnTo>
                  <a:lnTo>
                    <a:pt x="432" y="9728"/>
                  </a:lnTo>
                  <a:cubicBezTo>
                    <a:pt x="222" y="9728"/>
                    <a:pt x="48" y="9882"/>
                    <a:pt x="23" y="10092"/>
                  </a:cubicBezTo>
                  <a:cubicBezTo>
                    <a:pt x="0" y="10337"/>
                    <a:pt x="188" y="10536"/>
                    <a:pt x="421" y="10536"/>
                  </a:cubicBezTo>
                  <a:lnTo>
                    <a:pt x="1905" y="10536"/>
                  </a:lnTo>
                  <a:lnTo>
                    <a:pt x="3285" y="11927"/>
                  </a:lnTo>
                  <a:lnTo>
                    <a:pt x="3285" y="13389"/>
                  </a:lnTo>
                  <a:cubicBezTo>
                    <a:pt x="3285" y="13599"/>
                    <a:pt x="3437" y="13773"/>
                    <a:pt x="3636" y="13795"/>
                  </a:cubicBezTo>
                  <a:cubicBezTo>
                    <a:pt x="3655" y="13798"/>
                    <a:pt x="3675" y="13800"/>
                    <a:pt x="3694" y="13800"/>
                  </a:cubicBezTo>
                  <a:cubicBezTo>
                    <a:pt x="3912" y="13800"/>
                    <a:pt x="4090" y="13614"/>
                    <a:pt x="4090" y="13400"/>
                  </a:cubicBezTo>
                  <a:lnTo>
                    <a:pt x="4090" y="12160"/>
                  </a:lnTo>
                  <a:lnTo>
                    <a:pt x="4898" y="12160"/>
                  </a:lnTo>
                  <a:lnTo>
                    <a:pt x="4898" y="13389"/>
                  </a:lnTo>
                  <a:cubicBezTo>
                    <a:pt x="4898" y="13599"/>
                    <a:pt x="5050" y="13773"/>
                    <a:pt x="5260" y="13795"/>
                  </a:cubicBezTo>
                  <a:cubicBezTo>
                    <a:pt x="5280" y="13798"/>
                    <a:pt x="5299" y="13800"/>
                    <a:pt x="5318" y="13800"/>
                  </a:cubicBezTo>
                  <a:cubicBezTo>
                    <a:pt x="5537" y="13800"/>
                    <a:pt x="5703" y="13614"/>
                    <a:pt x="5703" y="13400"/>
                  </a:cubicBezTo>
                  <a:lnTo>
                    <a:pt x="5703" y="12160"/>
                  </a:lnTo>
                  <a:lnTo>
                    <a:pt x="6511" y="12160"/>
                  </a:lnTo>
                  <a:lnTo>
                    <a:pt x="6511" y="13389"/>
                  </a:lnTo>
                  <a:cubicBezTo>
                    <a:pt x="6511" y="13599"/>
                    <a:pt x="6663" y="13773"/>
                    <a:pt x="6873" y="13795"/>
                  </a:cubicBezTo>
                  <a:cubicBezTo>
                    <a:pt x="6893" y="13798"/>
                    <a:pt x="6913" y="13800"/>
                    <a:pt x="6932" y="13800"/>
                  </a:cubicBezTo>
                  <a:cubicBezTo>
                    <a:pt x="7152" y="13800"/>
                    <a:pt x="7331" y="13614"/>
                    <a:pt x="7331" y="13400"/>
                  </a:cubicBezTo>
                  <a:lnTo>
                    <a:pt x="7331" y="12160"/>
                  </a:lnTo>
                  <a:lnTo>
                    <a:pt x="8136" y="12160"/>
                  </a:lnTo>
                  <a:lnTo>
                    <a:pt x="8136" y="13389"/>
                  </a:lnTo>
                  <a:cubicBezTo>
                    <a:pt x="8136" y="13599"/>
                    <a:pt x="8287" y="13773"/>
                    <a:pt x="8498" y="13795"/>
                  </a:cubicBezTo>
                  <a:cubicBezTo>
                    <a:pt x="8516" y="13798"/>
                    <a:pt x="8535" y="13800"/>
                    <a:pt x="8554" y="13800"/>
                  </a:cubicBezTo>
                  <a:cubicBezTo>
                    <a:pt x="8766" y="13800"/>
                    <a:pt x="8944" y="13614"/>
                    <a:pt x="8944" y="13400"/>
                  </a:cubicBezTo>
                  <a:lnTo>
                    <a:pt x="8944" y="12160"/>
                  </a:lnTo>
                  <a:lnTo>
                    <a:pt x="9749" y="12160"/>
                  </a:lnTo>
                  <a:lnTo>
                    <a:pt x="9749" y="13389"/>
                  </a:lnTo>
                  <a:cubicBezTo>
                    <a:pt x="9749" y="13599"/>
                    <a:pt x="9900" y="13773"/>
                    <a:pt x="10111" y="13795"/>
                  </a:cubicBezTo>
                  <a:cubicBezTo>
                    <a:pt x="10130" y="13798"/>
                    <a:pt x="10150" y="13800"/>
                    <a:pt x="10169" y="13800"/>
                  </a:cubicBezTo>
                  <a:cubicBezTo>
                    <a:pt x="10388" y="13800"/>
                    <a:pt x="10557" y="13614"/>
                    <a:pt x="10557" y="13400"/>
                  </a:cubicBezTo>
                  <a:lnTo>
                    <a:pt x="10557" y="11927"/>
                  </a:lnTo>
                  <a:lnTo>
                    <a:pt x="11945" y="10536"/>
                  </a:lnTo>
                  <a:lnTo>
                    <a:pt x="13407" y="10536"/>
                  </a:lnTo>
                  <a:cubicBezTo>
                    <a:pt x="13617" y="10536"/>
                    <a:pt x="13794" y="10384"/>
                    <a:pt x="13816" y="10185"/>
                  </a:cubicBezTo>
                  <a:cubicBezTo>
                    <a:pt x="13853" y="9938"/>
                    <a:pt x="13654" y="9728"/>
                    <a:pt x="13418" y="9728"/>
                  </a:cubicBezTo>
                  <a:lnTo>
                    <a:pt x="12181" y="9728"/>
                  </a:lnTo>
                  <a:lnTo>
                    <a:pt x="12181" y="8923"/>
                  </a:lnTo>
                  <a:lnTo>
                    <a:pt x="13407" y="8923"/>
                  </a:lnTo>
                  <a:cubicBezTo>
                    <a:pt x="13617" y="8923"/>
                    <a:pt x="13794" y="8771"/>
                    <a:pt x="13816" y="8561"/>
                  </a:cubicBezTo>
                  <a:cubicBezTo>
                    <a:pt x="13853" y="8314"/>
                    <a:pt x="13654" y="8115"/>
                    <a:pt x="13418" y="8115"/>
                  </a:cubicBezTo>
                  <a:lnTo>
                    <a:pt x="12181" y="8115"/>
                  </a:lnTo>
                  <a:lnTo>
                    <a:pt x="12181" y="7310"/>
                  </a:lnTo>
                  <a:lnTo>
                    <a:pt x="13407" y="7310"/>
                  </a:lnTo>
                  <a:cubicBezTo>
                    <a:pt x="13617" y="7310"/>
                    <a:pt x="13794" y="7158"/>
                    <a:pt x="13816" y="6948"/>
                  </a:cubicBezTo>
                  <a:cubicBezTo>
                    <a:pt x="13853" y="6701"/>
                    <a:pt x="13654" y="6490"/>
                    <a:pt x="13418" y="6490"/>
                  </a:cubicBezTo>
                  <a:lnTo>
                    <a:pt x="12181" y="6490"/>
                  </a:lnTo>
                  <a:lnTo>
                    <a:pt x="12181" y="5685"/>
                  </a:lnTo>
                  <a:lnTo>
                    <a:pt x="13407" y="5685"/>
                  </a:lnTo>
                  <a:cubicBezTo>
                    <a:pt x="13617" y="5685"/>
                    <a:pt x="13794" y="5534"/>
                    <a:pt x="13816" y="5335"/>
                  </a:cubicBezTo>
                  <a:cubicBezTo>
                    <a:pt x="13853" y="5088"/>
                    <a:pt x="13654" y="4877"/>
                    <a:pt x="13418" y="4877"/>
                  </a:cubicBezTo>
                  <a:lnTo>
                    <a:pt x="12181" y="4877"/>
                  </a:lnTo>
                  <a:lnTo>
                    <a:pt x="12181" y="4072"/>
                  </a:lnTo>
                  <a:lnTo>
                    <a:pt x="13407" y="4072"/>
                  </a:lnTo>
                  <a:cubicBezTo>
                    <a:pt x="13617" y="4072"/>
                    <a:pt x="13794" y="3921"/>
                    <a:pt x="13816" y="3710"/>
                  </a:cubicBezTo>
                  <a:cubicBezTo>
                    <a:pt x="13853" y="3463"/>
                    <a:pt x="13654" y="3264"/>
                    <a:pt x="13418" y="3264"/>
                  </a:cubicBezTo>
                  <a:lnTo>
                    <a:pt x="11945" y="3264"/>
                  </a:lnTo>
                  <a:lnTo>
                    <a:pt x="10557" y="1873"/>
                  </a:lnTo>
                  <a:lnTo>
                    <a:pt x="10557" y="414"/>
                  </a:lnTo>
                  <a:cubicBezTo>
                    <a:pt x="10557" y="204"/>
                    <a:pt x="10402" y="27"/>
                    <a:pt x="10206" y="5"/>
                  </a:cubicBezTo>
                  <a:cubicBezTo>
                    <a:pt x="10186" y="2"/>
                    <a:pt x="10167" y="0"/>
                    <a:pt x="10147" y="0"/>
                  </a:cubicBezTo>
                  <a:cubicBezTo>
                    <a:pt x="9927" y="0"/>
                    <a:pt x="9749" y="186"/>
                    <a:pt x="9749" y="400"/>
                  </a:cubicBezTo>
                  <a:lnTo>
                    <a:pt x="9749" y="1640"/>
                  </a:lnTo>
                  <a:lnTo>
                    <a:pt x="8944" y="1640"/>
                  </a:lnTo>
                  <a:lnTo>
                    <a:pt x="8944" y="414"/>
                  </a:lnTo>
                  <a:cubicBezTo>
                    <a:pt x="8944" y="204"/>
                    <a:pt x="8789" y="27"/>
                    <a:pt x="8579" y="5"/>
                  </a:cubicBezTo>
                  <a:cubicBezTo>
                    <a:pt x="8560" y="2"/>
                    <a:pt x="8542" y="0"/>
                    <a:pt x="8523" y="0"/>
                  </a:cubicBezTo>
                  <a:cubicBezTo>
                    <a:pt x="8314" y="0"/>
                    <a:pt x="8136" y="186"/>
                    <a:pt x="8136" y="400"/>
                  </a:cubicBezTo>
                  <a:lnTo>
                    <a:pt x="8136" y="1640"/>
                  </a:lnTo>
                  <a:lnTo>
                    <a:pt x="7331" y="1640"/>
                  </a:lnTo>
                  <a:lnTo>
                    <a:pt x="7331" y="414"/>
                  </a:lnTo>
                  <a:cubicBezTo>
                    <a:pt x="7331" y="204"/>
                    <a:pt x="7176" y="27"/>
                    <a:pt x="6966" y="5"/>
                  </a:cubicBezTo>
                  <a:cubicBezTo>
                    <a:pt x="6946" y="2"/>
                    <a:pt x="6927" y="0"/>
                    <a:pt x="6908" y="0"/>
                  </a:cubicBezTo>
                  <a:cubicBezTo>
                    <a:pt x="6689" y="0"/>
                    <a:pt x="6511" y="186"/>
                    <a:pt x="6511" y="400"/>
                  </a:cubicBezTo>
                  <a:lnTo>
                    <a:pt x="6511" y="1640"/>
                  </a:lnTo>
                  <a:lnTo>
                    <a:pt x="5703" y="1640"/>
                  </a:lnTo>
                  <a:lnTo>
                    <a:pt x="5703" y="414"/>
                  </a:lnTo>
                  <a:cubicBezTo>
                    <a:pt x="5703" y="204"/>
                    <a:pt x="5552" y="27"/>
                    <a:pt x="5353" y="5"/>
                  </a:cubicBezTo>
                  <a:cubicBezTo>
                    <a:pt x="5333" y="2"/>
                    <a:pt x="5314" y="0"/>
                    <a:pt x="5295" y="0"/>
                  </a:cubicBezTo>
                  <a:cubicBezTo>
                    <a:pt x="5076" y="0"/>
                    <a:pt x="4898" y="186"/>
                    <a:pt x="4898" y="400"/>
                  </a:cubicBezTo>
                  <a:lnTo>
                    <a:pt x="4898" y="1640"/>
                  </a:lnTo>
                  <a:lnTo>
                    <a:pt x="4090" y="1640"/>
                  </a:lnTo>
                  <a:lnTo>
                    <a:pt x="4090" y="414"/>
                  </a:lnTo>
                  <a:cubicBezTo>
                    <a:pt x="4090" y="204"/>
                    <a:pt x="3939" y="27"/>
                    <a:pt x="3728" y="5"/>
                  </a:cubicBezTo>
                  <a:cubicBezTo>
                    <a:pt x="3709" y="2"/>
                    <a:pt x="3690" y="0"/>
                    <a:pt x="36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15" name="Google Shape;1340;p48">
            <a:extLst>
              <a:ext uri="{FF2B5EF4-FFF2-40B4-BE49-F238E27FC236}">
                <a16:creationId xmlns:a16="http://schemas.microsoft.com/office/drawing/2014/main" id="{58F816AA-69AD-EDE0-FC6C-163AB5355890}"/>
              </a:ext>
            </a:extLst>
          </p:cNvPr>
          <p:cNvGrpSpPr/>
          <p:nvPr/>
        </p:nvGrpSpPr>
        <p:grpSpPr>
          <a:xfrm>
            <a:off x="961725" y="1554316"/>
            <a:ext cx="347475" cy="345150"/>
            <a:chOff x="4744113" y="3243975"/>
            <a:chExt cx="347475" cy="345150"/>
          </a:xfrm>
        </p:grpSpPr>
        <p:sp>
          <p:nvSpPr>
            <p:cNvPr id="16" name="Google Shape;1341;p48">
              <a:extLst>
                <a:ext uri="{FF2B5EF4-FFF2-40B4-BE49-F238E27FC236}">
                  <a16:creationId xmlns:a16="http://schemas.microsoft.com/office/drawing/2014/main" id="{902CAC4F-6AA7-D50B-6320-A557ACC0438A}"/>
                </a:ext>
              </a:extLst>
            </p:cNvPr>
            <p:cNvSpPr/>
            <p:nvPr/>
          </p:nvSpPr>
          <p:spPr>
            <a:xfrm>
              <a:off x="4744113" y="3339725"/>
              <a:ext cx="182950" cy="249400"/>
            </a:xfrm>
            <a:custGeom>
              <a:avLst/>
              <a:gdLst/>
              <a:ahLst/>
              <a:cxnLst/>
              <a:rect l="l" t="t" r="r" b="b"/>
              <a:pathLst>
                <a:path w="7318" h="9976" extrusionOk="0">
                  <a:moveTo>
                    <a:pt x="3697" y="810"/>
                  </a:moveTo>
                  <a:cubicBezTo>
                    <a:pt x="3704" y="810"/>
                    <a:pt x="3711" y="810"/>
                    <a:pt x="3718" y="810"/>
                  </a:cubicBezTo>
                  <a:cubicBezTo>
                    <a:pt x="5272" y="833"/>
                    <a:pt x="6523" y="2095"/>
                    <a:pt x="6523" y="3638"/>
                  </a:cubicBezTo>
                  <a:cubicBezTo>
                    <a:pt x="6523" y="4398"/>
                    <a:pt x="6217" y="5111"/>
                    <a:pt x="5682" y="5649"/>
                  </a:cubicBezTo>
                  <a:cubicBezTo>
                    <a:pt x="5154" y="6174"/>
                    <a:pt x="4815" y="6842"/>
                    <a:pt x="4722" y="7554"/>
                  </a:cubicBezTo>
                  <a:lnTo>
                    <a:pt x="4091" y="7554"/>
                  </a:lnTo>
                  <a:lnTo>
                    <a:pt x="4091" y="4889"/>
                  </a:lnTo>
                  <a:lnTo>
                    <a:pt x="5050" y="3930"/>
                  </a:lnTo>
                  <a:cubicBezTo>
                    <a:pt x="5191" y="3789"/>
                    <a:pt x="5213" y="3557"/>
                    <a:pt x="5084" y="3394"/>
                  </a:cubicBezTo>
                  <a:cubicBezTo>
                    <a:pt x="5003" y="3288"/>
                    <a:pt x="4886" y="3235"/>
                    <a:pt x="4768" y="3235"/>
                  </a:cubicBezTo>
                  <a:cubicBezTo>
                    <a:pt x="4664" y="3235"/>
                    <a:pt x="4560" y="3276"/>
                    <a:pt x="4478" y="3357"/>
                  </a:cubicBezTo>
                  <a:lnTo>
                    <a:pt x="3693" y="4154"/>
                  </a:lnTo>
                  <a:lnTo>
                    <a:pt x="2899" y="3357"/>
                  </a:lnTo>
                  <a:cubicBezTo>
                    <a:pt x="2817" y="3276"/>
                    <a:pt x="2713" y="3235"/>
                    <a:pt x="2608" y="3235"/>
                  </a:cubicBezTo>
                  <a:cubicBezTo>
                    <a:pt x="2490" y="3235"/>
                    <a:pt x="2372" y="3288"/>
                    <a:pt x="2290" y="3394"/>
                  </a:cubicBezTo>
                  <a:cubicBezTo>
                    <a:pt x="2164" y="3557"/>
                    <a:pt x="2186" y="3789"/>
                    <a:pt x="2338" y="3930"/>
                  </a:cubicBezTo>
                  <a:lnTo>
                    <a:pt x="3286" y="4889"/>
                  </a:lnTo>
                  <a:lnTo>
                    <a:pt x="3286" y="7554"/>
                  </a:lnTo>
                  <a:lnTo>
                    <a:pt x="2655" y="7554"/>
                  </a:lnTo>
                  <a:cubicBezTo>
                    <a:pt x="2559" y="6842"/>
                    <a:pt x="2234" y="6174"/>
                    <a:pt x="1695" y="5649"/>
                  </a:cubicBezTo>
                  <a:cubicBezTo>
                    <a:pt x="1145" y="5099"/>
                    <a:pt x="854" y="4376"/>
                    <a:pt x="854" y="3615"/>
                  </a:cubicBezTo>
                  <a:cubicBezTo>
                    <a:pt x="876" y="2057"/>
                    <a:pt x="2152" y="810"/>
                    <a:pt x="3697" y="810"/>
                  </a:cubicBezTo>
                  <a:close/>
                  <a:moveTo>
                    <a:pt x="4689" y="8362"/>
                  </a:moveTo>
                  <a:lnTo>
                    <a:pt x="4689" y="8769"/>
                  </a:lnTo>
                  <a:cubicBezTo>
                    <a:pt x="4689" y="8993"/>
                    <a:pt x="4501" y="9167"/>
                    <a:pt x="4279" y="9167"/>
                  </a:cubicBezTo>
                  <a:lnTo>
                    <a:pt x="3075" y="9167"/>
                  </a:lnTo>
                  <a:cubicBezTo>
                    <a:pt x="2840" y="9167"/>
                    <a:pt x="2666" y="8993"/>
                    <a:pt x="2666" y="8769"/>
                  </a:cubicBezTo>
                  <a:lnTo>
                    <a:pt x="2666" y="8362"/>
                  </a:lnTo>
                  <a:close/>
                  <a:moveTo>
                    <a:pt x="3679" y="1"/>
                  </a:moveTo>
                  <a:cubicBezTo>
                    <a:pt x="3645" y="1"/>
                    <a:pt x="3611" y="1"/>
                    <a:pt x="3578" y="2"/>
                  </a:cubicBezTo>
                  <a:cubicBezTo>
                    <a:pt x="1659" y="50"/>
                    <a:pt x="105" y="1604"/>
                    <a:pt x="35" y="3509"/>
                  </a:cubicBezTo>
                  <a:cubicBezTo>
                    <a:pt x="1" y="4538"/>
                    <a:pt x="385" y="5498"/>
                    <a:pt x="1112" y="6222"/>
                  </a:cubicBezTo>
                  <a:cubicBezTo>
                    <a:pt x="1589" y="6701"/>
                    <a:pt x="1858" y="7321"/>
                    <a:pt x="1858" y="7952"/>
                  </a:cubicBezTo>
                  <a:lnTo>
                    <a:pt x="1858" y="8769"/>
                  </a:lnTo>
                  <a:cubicBezTo>
                    <a:pt x="1858" y="9436"/>
                    <a:pt x="2397" y="9975"/>
                    <a:pt x="3075" y="9975"/>
                  </a:cubicBezTo>
                  <a:lnTo>
                    <a:pt x="4279" y="9975"/>
                  </a:lnTo>
                  <a:cubicBezTo>
                    <a:pt x="4955" y="9975"/>
                    <a:pt x="5494" y="9436"/>
                    <a:pt x="5494" y="8769"/>
                  </a:cubicBezTo>
                  <a:lnTo>
                    <a:pt x="5494" y="7952"/>
                  </a:lnTo>
                  <a:cubicBezTo>
                    <a:pt x="5494" y="7321"/>
                    <a:pt x="5763" y="6701"/>
                    <a:pt x="6243" y="6222"/>
                  </a:cubicBezTo>
                  <a:cubicBezTo>
                    <a:pt x="6933" y="5531"/>
                    <a:pt x="7317" y="4620"/>
                    <a:pt x="7317" y="3638"/>
                  </a:cubicBezTo>
                  <a:cubicBezTo>
                    <a:pt x="7317" y="1638"/>
                    <a:pt x="5689" y="1"/>
                    <a:pt x="36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7" name="Google Shape;1342;p48">
              <a:extLst>
                <a:ext uri="{FF2B5EF4-FFF2-40B4-BE49-F238E27FC236}">
                  <a16:creationId xmlns:a16="http://schemas.microsoft.com/office/drawing/2014/main" id="{1326743A-B7D0-6B7A-987B-F775207B466B}"/>
                </a:ext>
              </a:extLst>
            </p:cNvPr>
            <p:cNvSpPr/>
            <p:nvPr/>
          </p:nvSpPr>
          <p:spPr>
            <a:xfrm>
              <a:off x="4935238" y="3434175"/>
              <a:ext cx="156350" cy="154950"/>
            </a:xfrm>
            <a:custGeom>
              <a:avLst/>
              <a:gdLst/>
              <a:ahLst/>
              <a:cxnLst/>
              <a:rect l="l" t="t" r="r" b="b"/>
              <a:pathLst>
                <a:path w="6254" h="6198" extrusionOk="0">
                  <a:moveTo>
                    <a:pt x="3412" y="808"/>
                  </a:moveTo>
                  <a:lnTo>
                    <a:pt x="3426" y="1089"/>
                  </a:lnTo>
                  <a:cubicBezTo>
                    <a:pt x="3437" y="1251"/>
                    <a:pt x="3541" y="1392"/>
                    <a:pt x="3706" y="1450"/>
                  </a:cubicBezTo>
                  <a:cubicBezTo>
                    <a:pt x="3917" y="1521"/>
                    <a:pt x="4102" y="1624"/>
                    <a:pt x="4267" y="1779"/>
                  </a:cubicBezTo>
                  <a:cubicBezTo>
                    <a:pt x="4342" y="1840"/>
                    <a:pt x="4434" y="1873"/>
                    <a:pt x="4528" y="1873"/>
                  </a:cubicBezTo>
                  <a:cubicBezTo>
                    <a:pt x="4593" y="1873"/>
                    <a:pt x="4660" y="1857"/>
                    <a:pt x="4722" y="1824"/>
                  </a:cubicBezTo>
                  <a:lnTo>
                    <a:pt x="4969" y="1709"/>
                  </a:lnTo>
                  <a:lnTo>
                    <a:pt x="5260" y="2200"/>
                  </a:lnTo>
                  <a:lnTo>
                    <a:pt x="5025" y="2351"/>
                  </a:lnTo>
                  <a:cubicBezTo>
                    <a:pt x="4884" y="2444"/>
                    <a:pt x="4814" y="2606"/>
                    <a:pt x="4851" y="2772"/>
                  </a:cubicBezTo>
                  <a:cubicBezTo>
                    <a:pt x="4873" y="2876"/>
                    <a:pt x="4873" y="2993"/>
                    <a:pt x="4873" y="3097"/>
                  </a:cubicBezTo>
                  <a:cubicBezTo>
                    <a:pt x="4873" y="3204"/>
                    <a:pt x="4873" y="3322"/>
                    <a:pt x="4851" y="3425"/>
                  </a:cubicBezTo>
                  <a:cubicBezTo>
                    <a:pt x="4814" y="3588"/>
                    <a:pt x="4884" y="3754"/>
                    <a:pt x="5025" y="3846"/>
                  </a:cubicBezTo>
                  <a:lnTo>
                    <a:pt x="5260" y="3998"/>
                  </a:lnTo>
                  <a:lnTo>
                    <a:pt x="4969" y="4500"/>
                  </a:lnTo>
                  <a:lnTo>
                    <a:pt x="4722" y="4374"/>
                  </a:lnTo>
                  <a:cubicBezTo>
                    <a:pt x="4660" y="4339"/>
                    <a:pt x="4594" y="4323"/>
                    <a:pt x="4529" y="4323"/>
                  </a:cubicBezTo>
                  <a:cubicBezTo>
                    <a:pt x="4434" y="4323"/>
                    <a:pt x="4342" y="4357"/>
                    <a:pt x="4267" y="4419"/>
                  </a:cubicBezTo>
                  <a:cubicBezTo>
                    <a:pt x="4102" y="4570"/>
                    <a:pt x="3917" y="4677"/>
                    <a:pt x="3706" y="4758"/>
                  </a:cubicBezTo>
                  <a:cubicBezTo>
                    <a:pt x="3541" y="4806"/>
                    <a:pt x="3437" y="4946"/>
                    <a:pt x="3426" y="5120"/>
                  </a:cubicBezTo>
                  <a:lnTo>
                    <a:pt x="3412" y="5389"/>
                  </a:lnTo>
                  <a:lnTo>
                    <a:pt x="2839" y="5389"/>
                  </a:lnTo>
                  <a:lnTo>
                    <a:pt x="2828" y="5120"/>
                  </a:lnTo>
                  <a:cubicBezTo>
                    <a:pt x="2817" y="4946"/>
                    <a:pt x="2710" y="4806"/>
                    <a:pt x="2548" y="4758"/>
                  </a:cubicBezTo>
                  <a:cubicBezTo>
                    <a:pt x="2337" y="4677"/>
                    <a:pt x="2149" y="4570"/>
                    <a:pt x="1987" y="4419"/>
                  </a:cubicBezTo>
                  <a:cubicBezTo>
                    <a:pt x="1910" y="4357"/>
                    <a:pt x="1818" y="4323"/>
                    <a:pt x="1724" y="4323"/>
                  </a:cubicBezTo>
                  <a:cubicBezTo>
                    <a:pt x="1659" y="4323"/>
                    <a:pt x="1594" y="4339"/>
                    <a:pt x="1532" y="4374"/>
                  </a:cubicBezTo>
                  <a:lnTo>
                    <a:pt x="1285" y="4500"/>
                  </a:lnTo>
                  <a:lnTo>
                    <a:pt x="993" y="3998"/>
                  </a:lnTo>
                  <a:lnTo>
                    <a:pt x="1226" y="3846"/>
                  </a:lnTo>
                  <a:cubicBezTo>
                    <a:pt x="1367" y="3754"/>
                    <a:pt x="1437" y="3588"/>
                    <a:pt x="1403" y="3425"/>
                  </a:cubicBezTo>
                  <a:cubicBezTo>
                    <a:pt x="1392" y="3322"/>
                    <a:pt x="1378" y="3204"/>
                    <a:pt x="1378" y="3097"/>
                  </a:cubicBezTo>
                  <a:cubicBezTo>
                    <a:pt x="1378" y="2993"/>
                    <a:pt x="1392" y="2876"/>
                    <a:pt x="1403" y="2772"/>
                  </a:cubicBezTo>
                  <a:cubicBezTo>
                    <a:pt x="1437" y="2606"/>
                    <a:pt x="1367" y="2444"/>
                    <a:pt x="1226" y="2351"/>
                  </a:cubicBezTo>
                  <a:lnTo>
                    <a:pt x="993" y="2200"/>
                  </a:lnTo>
                  <a:lnTo>
                    <a:pt x="1285" y="1709"/>
                  </a:lnTo>
                  <a:lnTo>
                    <a:pt x="1532" y="1824"/>
                  </a:lnTo>
                  <a:cubicBezTo>
                    <a:pt x="1594" y="1857"/>
                    <a:pt x="1660" y="1873"/>
                    <a:pt x="1725" y="1873"/>
                  </a:cubicBezTo>
                  <a:cubicBezTo>
                    <a:pt x="1819" y="1873"/>
                    <a:pt x="1910" y="1840"/>
                    <a:pt x="1987" y="1779"/>
                  </a:cubicBezTo>
                  <a:cubicBezTo>
                    <a:pt x="2149" y="1624"/>
                    <a:pt x="2337" y="1521"/>
                    <a:pt x="2548" y="1450"/>
                  </a:cubicBezTo>
                  <a:cubicBezTo>
                    <a:pt x="2710" y="1392"/>
                    <a:pt x="2817" y="1251"/>
                    <a:pt x="2828" y="1089"/>
                  </a:cubicBezTo>
                  <a:lnTo>
                    <a:pt x="2839" y="808"/>
                  </a:lnTo>
                  <a:close/>
                  <a:moveTo>
                    <a:pt x="2455" y="0"/>
                  </a:moveTo>
                  <a:cubicBezTo>
                    <a:pt x="2233" y="0"/>
                    <a:pt x="2057" y="166"/>
                    <a:pt x="2045" y="387"/>
                  </a:cubicBezTo>
                  <a:lnTo>
                    <a:pt x="2034" y="783"/>
                  </a:lnTo>
                  <a:cubicBezTo>
                    <a:pt x="1905" y="842"/>
                    <a:pt x="1787" y="912"/>
                    <a:pt x="1672" y="993"/>
                  </a:cubicBezTo>
                  <a:lnTo>
                    <a:pt x="1308" y="808"/>
                  </a:lnTo>
                  <a:cubicBezTo>
                    <a:pt x="1251" y="779"/>
                    <a:pt x="1190" y="765"/>
                    <a:pt x="1129" y="765"/>
                  </a:cubicBezTo>
                  <a:cubicBezTo>
                    <a:pt x="991" y="765"/>
                    <a:pt x="855" y="837"/>
                    <a:pt x="783" y="960"/>
                  </a:cubicBezTo>
                  <a:lnTo>
                    <a:pt x="104" y="2129"/>
                  </a:lnTo>
                  <a:cubicBezTo>
                    <a:pt x="0" y="2315"/>
                    <a:pt x="59" y="2561"/>
                    <a:pt x="233" y="2676"/>
                  </a:cubicBezTo>
                  <a:lnTo>
                    <a:pt x="573" y="2887"/>
                  </a:lnTo>
                  <a:cubicBezTo>
                    <a:pt x="573" y="2957"/>
                    <a:pt x="561" y="3027"/>
                    <a:pt x="561" y="3097"/>
                  </a:cubicBezTo>
                  <a:cubicBezTo>
                    <a:pt x="561" y="3167"/>
                    <a:pt x="573" y="3237"/>
                    <a:pt x="573" y="3308"/>
                  </a:cubicBezTo>
                  <a:lnTo>
                    <a:pt x="233" y="3518"/>
                  </a:lnTo>
                  <a:cubicBezTo>
                    <a:pt x="59" y="3636"/>
                    <a:pt x="0" y="3883"/>
                    <a:pt x="104" y="4068"/>
                  </a:cubicBezTo>
                  <a:lnTo>
                    <a:pt x="783" y="5238"/>
                  </a:lnTo>
                  <a:cubicBezTo>
                    <a:pt x="854" y="5366"/>
                    <a:pt x="986" y="5439"/>
                    <a:pt x="1121" y="5439"/>
                  </a:cubicBezTo>
                  <a:cubicBezTo>
                    <a:pt x="1185" y="5439"/>
                    <a:pt x="1249" y="5423"/>
                    <a:pt x="1308" y="5389"/>
                  </a:cubicBezTo>
                  <a:lnTo>
                    <a:pt x="1672" y="5201"/>
                  </a:lnTo>
                  <a:cubicBezTo>
                    <a:pt x="1787" y="5285"/>
                    <a:pt x="1905" y="5355"/>
                    <a:pt x="2034" y="5412"/>
                  </a:cubicBezTo>
                  <a:lnTo>
                    <a:pt x="2045" y="5810"/>
                  </a:lnTo>
                  <a:cubicBezTo>
                    <a:pt x="2057" y="6032"/>
                    <a:pt x="2233" y="6197"/>
                    <a:pt x="2455" y="6197"/>
                  </a:cubicBezTo>
                  <a:lnTo>
                    <a:pt x="3799" y="6197"/>
                  </a:lnTo>
                  <a:cubicBezTo>
                    <a:pt x="4020" y="6197"/>
                    <a:pt x="4197" y="6032"/>
                    <a:pt x="4208" y="5810"/>
                  </a:cubicBezTo>
                  <a:lnTo>
                    <a:pt x="4220" y="5412"/>
                  </a:lnTo>
                  <a:cubicBezTo>
                    <a:pt x="4349" y="5355"/>
                    <a:pt x="4464" y="5285"/>
                    <a:pt x="4581" y="5201"/>
                  </a:cubicBezTo>
                  <a:lnTo>
                    <a:pt x="4943" y="5389"/>
                  </a:lnTo>
                  <a:cubicBezTo>
                    <a:pt x="5003" y="5423"/>
                    <a:pt x="5068" y="5439"/>
                    <a:pt x="5131" y="5439"/>
                  </a:cubicBezTo>
                  <a:cubicBezTo>
                    <a:pt x="5267" y="5439"/>
                    <a:pt x="5398" y="5366"/>
                    <a:pt x="5471" y="5238"/>
                  </a:cubicBezTo>
                  <a:lnTo>
                    <a:pt x="6147" y="4068"/>
                  </a:lnTo>
                  <a:cubicBezTo>
                    <a:pt x="6253" y="3883"/>
                    <a:pt x="6194" y="3636"/>
                    <a:pt x="6021" y="3518"/>
                  </a:cubicBezTo>
                  <a:lnTo>
                    <a:pt x="5681" y="3308"/>
                  </a:lnTo>
                  <a:cubicBezTo>
                    <a:pt x="5681" y="3237"/>
                    <a:pt x="5692" y="3167"/>
                    <a:pt x="5692" y="3097"/>
                  </a:cubicBezTo>
                  <a:cubicBezTo>
                    <a:pt x="5692" y="3027"/>
                    <a:pt x="5681" y="2957"/>
                    <a:pt x="5681" y="2887"/>
                  </a:cubicBezTo>
                  <a:lnTo>
                    <a:pt x="6021" y="2676"/>
                  </a:lnTo>
                  <a:cubicBezTo>
                    <a:pt x="6194" y="2561"/>
                    <a:pt x="6253" y="2315"/>
                    <a:pt x="6147" y="2129"/>
                  </a:cubicBezTo>
                  <a:lnTo>
                    <a:pt x="5471" y="960"/>
                  </a:lnTo>
                  <a:cubicBezTo>
                    <a:pt x="5397" y="837"/>
                    <a:pt x="5261" y="765"/>
                    <a:pt x="5123" y="765"/>
                  </a:cubicBezTo>
                  <a:cubicBezTo>
                    <a:pt x="5062" y="765"/>
                    <a:pt x="5001" y="779"/>
                    <a:pt x="4943" y="808"/>
                  </a:cubicBezTo>
                  <a:lnTo>
                    <a:pt x="4581" y="993"/>
                  </a:lnTo>
                  <a:cubicBezTo>
                    <a:pt x="4464" y="912"/>
                    <a:pt x="4349" y="842"/>
                    <a:pt x="4220" y="783"/>
                  </a:cubicBezTo>
                  <a:lnTo>
                    <a:pt x="4208" y="387"/>
                  </a:lnTo>
                  <a:cubicBezTo>
                    <a:pt x="4197" y="166"/>
                    <a:pt x="4020" y="0"/>
                    <a:pt x="37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8" name="Google Shape;1343;p48">
              <a:extLst>
                <a:ext uri="{FF2B5EF4-FFF2-40B4-BE49-F238E27FC236}">
                  <a16:creationId xmlns:a16="http://schemas.microsoft.com/office/drawing/2014/main" id="{C3408B77-DD33-7E04-091C-66B51610D5DF}"/>
                </a:ext>
              </a:extLst>
            </p:cNvPr>
            <p:cNvSpPr/>
            <p:nvPr/>
          </p:nvSpPr>
          <p:spPr>
            <a:xfrm>
              <a:off x="4983138" y="3481225"/>
              <a:ext cx="60550" cy="60825"/>
            </a:xfrm>
            <a:custGeom>
              <a:avLst/>
              <a:gdLst/>
              <a:ahLst/>
              <a:cxnLst/>
              <a:rect l="l" t="t" r="r" b="b"/>
              <a:pathLst>
                <a:path w="2422" h="2433" extrusionOk="0">
                  <a:moveTo>
                    <a:pt x="1215" y="808"/>
                  </a:moveTo>
                  <a:cubicBezTo>
                    <a:pt x="1440" y="808"/>
                    <a:pt x="1613" y="994"/>
                    <a:pt x="1613" y="1215"/>
                  </a:cubicBezTo>
                  <a:cubicBezTo>
                    <a:pt x="1613" y="1440"/>
                    <a:pt x="1440" y="1625"/>
                    <a:pt x="1215" y="1625"/>
                  </a:cubicBezTo>
                  <a:cubicBezTo>
                    <a:pt x="982" y="1625"/>
                    <a:pt x="808" y="1440"/>
                    <a:pt x="808" y="1215"/>
                  </a:cubicBezTo>
                  <a:cubicBezTo>
                    <a:pt x="808" y="994"/>
                    <a:pt x="982" y="808"/>
                    <a:pt x="1215" y="808"/>
                  </a:cubicBezTo>
                  <a:close/>
                  <a:moveTo>
                    <a:pt x="1215" y="1"/>
                  </a:moveTo>
                  <a:cubicBezTo>
                    <a:pt x="539" y="1"/>
                    <a:pt x="0" y="550"/>
                    <a:pt x="0" y="1215"/>
                  </a:cubicBezTo>
                  <a:cubicBezTo>
                    <a:pt x="0" y="1883"/>
                    <a:pt x="539" y="2433"/>
                    <a:pt x="1215" y="2433"/>
                  </a:cubicBezTo>
                  <a:cubicBezTo>
                    <a:pt x="1883" y="2433"/>
                    <a:pt x="2421" y="1883"/>
                    <a:pt x="2421" y="1215"/>
                  </a:cubicBezTo>
                  <a:cubicBezTo>
                    <a:pt x="2421" y="550"/>
                    <a:pt x="1883" y="1"/>
                    <a:pt x="12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9" name="Google Shape;1344;p48">
              <a:extLst>
                <a:ext uri="{FF2B5EF4-FFF2-40B4-BE49-F238E27FC236}">
                  <a16:creationId xmlns:a16="http://schemas.microsoft.com/office/drawing/2014/main" id="{AEFB5E8C-A031-227E-2A57-167C96B1BB69}"/>
                </a:ext>
              </a:extLst>
            </p:cNvPr>
            <p:cNvSpPr/>
            <p:nvPr/>
          </p:nvSpPr>
          <p:spPr>
            <a:xfrm>
              <a:off x="4826238" y="3243975"/>
              <a:ext cx="231950" cy="173375"/>
            </a:xfrm>
            <a:custGeom>
              <a:avLst/>
              <a:gdLst/>
              <a:ahLst/>
              <a:cxnLst/>
              <a:rect l="l" t="t" r="r" b="b"/>
              <a:pathLst>
                <a:path w="9278" h="6935" extrusionOk="0">
                  <a:moveTo>
                    <a:pt x="924" y="0"/>
                  </a:moveTo>
                  <a:cubicBezTo>
                    <a:pt x="408" y="0"/>
                    <a:pt x="1" y="421"/>
                    <a:pt x="1" y="923"/>
                  </a:cubicBezTo>
                  <a:lnTo>
                    <a:pt x="1" y="2839"/>
                  </a:lnTo>
                  <a:cubicBezTo>
                    <a:pt x="1" y="2946"/>
                    <a:pt x="82" y="3027"/>
                    <a:pt x="186" y="3027"/>
                  </a:cubicBezTo>
                  <a:lnTo>
                    <a:pt x="618" y="3027"/>
                  </a:lnTo>
                  <a:cubicBezTo>
                    <a:pt x="725" y="3027"/>
                    <a:pt x="806" y="2946"/>
                    <a:pt x="806" y="2839"/>
                  </a:cubicBezTo>
                  <a:lnTo>
                    <a:pt x="806" y="1366"/>
                  </a:lnTo>
                  <a:cubicBezTo>
                    <a:pt x="806" y="1063"/>
                    <a:pt x="1053" y="816"/>
                    <a:pt x="1356" y="816"/>
                  </a:cubicBezTo>
                  <a:lnTo>
                    <a:pt x="6860" y="816"/>
                  </a:lnTo>
                  <a:cubicBezTo>
                    <a:pt x="6989" y="816"/>
                    <a:pt x="7096" y="912"/>
                    <a:pt x="7096" y="1041"/>
                  </a:cubicBezTo>
                  <a:lnTo>
                    <a:pt x="7096" y="5412"/>
                  </a:lnTo>
                  <a:lnTo>
                    <a:pt x="6313" y="4640"/>
                  </a:lnTo>
                  <a:cubicBezTo>
                    <a:pt x="6299" y="4629"/>
                    <a:pt x="6288" y="4618"/>
                    <a:pt x="6265" y="4618"/>
                  </a:cubicBezTo>
                  <a:cubicBezTo>
                    <a:pt x="6258" y="4617"/>
                    <a:pt x="6250" y="4617"/>
                    <a:pt x="6243" y="4617"/>
                  </a:cubicBezTo>
                  <a:cubicBezTo>
                    <a:pt x="5748" y="4617"/>
                    <a:pt x="5626" y="5087"/>
                    <a:pt x="5856" y="5330"/>
                  </a:cubicBezTo>
                  <a:lnTo>
                    <a:pt x="7446" y="6907"/>
                  </a:lnTo>
                  <a:cubicBezTo>
                    <a:pt x="7457" y="6925"/>
                    <a:pt x="7475" y="6934"/>
                    <a:pt x="7494" y="6934"/>
                  </a:cubicBezTo>
                  <a:cubicBezTo>
                    <a:pt x="7513" y="6934"/>
                    <a:pt x="7533" y="6925"/>
                    <a:pt x="7550" y="6907"/>
                  </a:cubicBezTo>
                  <a:lnTo>
                    <a:pt x="9244" y="5212"/>
                  </a:lnTo>
                  <a:cubicBezTo>
                    <a:pt x="9258" y="5201"/>
                    <a:pt x="9270" y="5179"/>
                    <a:pt x="9270" y="5165"/>
                  </a:cubicBezTo>
                  <a:cubicBezTo>
                    <a:pt x="9277" y="4816"/>
                    <a:pt x="9058" y="4639"/>
                    <a:pt x="8841" y="4639"/>
                  </a:cubicBezTo>
                  <a:cubicBezTo>
                    <a:pt x="8738" y="4639"/>
                    <a:pt x="8635" y="4679"/>
                    <a:pt x="8557" y="4758"/>
                  </a:cubicBezTo>
                  <a:lnTo>
                    <a:pt x="7901" y="5412"/>
                  </a:lnTo>
                  <a:lnTo>
                    <a:pt x="7901" y="384"/>
                  </a:lnTo>
                  <a:cubicBezTo>
                    <a:pt x="7901" y="174"/>
                    <a:pt x="7727" y="0"/>
                    <a:pt x="75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
        <p:nvSpPr>
          <p:cNvPr id="20" name="Google Shape;1399;p48">
            <a:extLst>
              <a:ext uri="{FF2B5EF4-FFF2-40B4-BE49-F238E27FC236}">
                <a16:creationId xmlns:a16="http://schemas.microsoft.com/office/drawing/2014/main" id="{0BD9D8AC-516C-2EEC-02E0-94EBE77F1E73}"/>
              </a:ext>
            </a:extLst>
          </p:cNvPr>
          <p:cNvSpPr/>
          <p:nvPr/>
        </p:nvSpPr>
        <p:spPr>
          <a:xfrm>
            <a:off x="987287" y="3243410"/>
            <a:ext cx="345075" cy="344800"/>
          </a:xfrm>
          <a:custGeom>
            <a:avLst/>
            <a:gdLst/>
            <a:ahLst/>
            <a:cxnLst/>
            <a:rect l="l" t="t" r="r" b="b"/>
            <a:pathLst>
              <a:path w="13803" h="13792" extrusionOk="0">
                <a:moveTo>
                  <a:pt x="11337" y="1344"/>
                </a:moveTo>
                <a:lnTo>
                  <a:pt x="11454" y="1998"/>
                </a:lnTo>
                <a:cubicBezTo>
                  <a:pt x="11488" y="2163"/>
                  <a:pt x="11617" y="2290"/>
                  <a:pt x="11783" y="2326"/>
                </a:cubicBezTo>
                <a:lnTo>
                  <a:pt x="12425" y="2444"/>
                </a:lnTo>
                <a:lnTo>
                  <a:pt x="11314" y="3566"/>
                </a:lnTo>
                <a:lnTo>
                  <a:pt x="10391" y="3389"/>
                </a:lnTo>
                <a:lnTo>
                  <a:pt x="10214" y="2466"/>
                </a:lnTo>
                <a:lnTo>
                  <a:pt x="11337" y="1344"/>
                </a:lnTo>
                <a:close/>
                <a:moveTo>
                  <a:pt x="6896" y="5670"/>
                </a:moveTo>
                <a:cubicBezTo>
                  <a:pt x="7084" y="5670"/>
                  <a:pt x="7258" y="5715"/>
                  <a:pt x="7420" y="5785"/>
                </a:cubicBezTo>
                <a:lnTo>
                  <a:pt x="6615" y="6593"/>
                </a:lnTo>
                <a:cubicBezTo>
                  <a:pt x="6452" y="6756"/>
                  <a:pt x="6452" y="7014"/>
                  <a:pt x="6615" y="7165"/>
                </a:cubicBezTo>
                <a:cubicBezTo>
                  <a:pt x="6691" y="7247"/>
                  <a:pt x="6793" y="7287"/>
                  <a:pt x="6896" y="7287"/>
                </a:cubicBezTo>
                <a:cubicBezTo>
                  <a:pt x="6998" y="7287"/>
                  <a:pt x="7100" y="7247"/>
                  <a:pt x="7176" y="7165"/>
                </a:cubicBezTo>
                <a:lnTo>
                  <a:pt x="7995" y="6357"/>
                </a:lnTo>
                <a:cubicBezTo>
                  <a:pt x="8066" y="6523"/>
                  <a:pt x="8110" y="6697"/>
                  <a:pt x="8110" y="6885"/>
                </a:cubicBezTo>
                <a:cubicBezTo>
                  <a:pt x="8110" y="7550"/>
                  <a:pt x="7561" y="8099"/>
                  <a:pt x="6896" y="8099"/>
                </a:cubicBezTo>
                <a:cubicBezTo>
                  <a:pt x="6228" y="8099"/>
                  <a:pt x="5681" y="7550"/>
                  <a:pt x="5681" y="6885"/>
                </a:cubicBezTo>
                <a:cubicBezTo>
                  <a:pt x="5681" y="6217"/>
                  <a:pt x="6228" y="5670"/>
                  <a:pt x="6896" y="5670"/>
                </a:cubicBezTo>
                <a:close/>
                <a:moveTo>
                  <a:pt x="6896" y="3788"/>
                </a:moveTo>
                <a:cubicBezTo>
                  <a:pt x="7608" y="3788"/>
                  <a:pt x="8262" y="4021"/>
                  <a:pt x="8778" y="4430"/>
                </a:cubicBezTo>
                <a:lnTo>
                  <a:pt x="8007" y="5202"/>
                </a:lnTo>
                <a:cubicBezTo>
                  <a:pt x="7690" y="4980"/>
                  <a:pt x="7305" y="4862"/>
                  <a:pt x="6896" y="4862"/>
                </a:cubicBezTo>
                <a:cubicBezTo>
                  <a:pt x="5785" y="4862"/>
                  <a:pt x="4873" y="5763"/>
                  <a:pt x="4873" y="6885"/>
                </a:cubicBezTo>
                <a:cubicBezTo>
                  <a:pt x="4873" y="7996"/>
                  <a:pt x="5785" y="8907"/>
                  <a:pt x="6896" y="8907"/>
                </a:cubicBezTo>
                <a:cubicBezTo>
                  <a:pt x="8007" y="8907"/>
                  <a:pt x="8918" y="7996"/>
                  <a:pt x="8918" y="6885"/>
                </a:cubicBezTo>
                <a:cubicBezTo>
                  <a:pt x="8918" y="6475"/>
                  <a:pt x="8789" y="6091"/>
                  <a:pt x="8579" y="5774"/>
                </a:cubicBezTo>
                <a:lnTo>
                  <a:pt x="9350" y="4991"/>
                </a:lnTo>
                <a:cubicBezTo>
                  <a:pt x="9760" y="5516"/>
                  <a:pt x="9993" y="6172"/>
                  <a:pt x="9993" y="6885"/>
                </a:cubicBezTo>
                <a:cubicBezTo>
                  <a:pt x="9993" y="8590"/>
                  <a:pt x="8601" y="9982"/>
                  <a:pt x="6896" y="9982"/>
                </a:cubicBezTo>
                <a:cubicBezTo>
                  <a:pt x="5190" y="9982"/>
                  <a:pt x="3799" y="8590"/>
                  <a:pt x="3799" y="6885"/>
                </a:cubicBezTo>
                <a:cubicBezTo>
                  <a:pt x="3799" y="5179"/>
                  <a:pt x="5190" y="3788"/>
                  <a:pt x="6896" y="3788"/>
                </a:cubicBezTo>
                <a:close/>
                <a:moveTo>
                  <a:pt x="7608" y="806"/>
                </a:moveTo>
                <a:lnTo>
                  <a:pt x="7678" y="1673"/>
                </a:lnTo>
                <a:cubicBezTo>
                  <a:pt x="7690" y="1846"/>
                  <a:pt x="7819" y="1987"/>
                  <a:pt x="7995" y="2034"/>
                </a:cubicBezTo>
                <a:cubicBezTo>
                  <a:pt x="8498" y="2138"/>
                  <a:pt x="8977" y="2326"/>
                  <a:pt x="9420" y="2595"/>
                </a:cubicBezTo>
                <a:lnTo>
                  <a:pt x="9608" y="3611"/>
                </a:lnTo>
                <a:lnTo>
                  <a:pt x="9362" y="3858"/>
                </a:lnTo>
                <a:cubicBezTo>
                  <a:pt x="8693" y="3312"/>
                  <a:pt x="7834" y="2989"/>
                  <a:pt x="6895" y="2989"/>
                </a:cubicBezTo>
                <a:cubicBezTo>
                  <a:pt x="6848" y="2989"/>
                  <a:pt x="6802" y="2989"/>
                  <a:pt x="6755" y="2991"/>
                </a:cubicBezTo>
                <a:cubicBezTo>
                  <a:pt x="4699" y="3061"/>
                  <a:pt x="3038" y="4744"/>
                  <a:pt x="2991" y="6803"/>
                </a:cubicBezTo>
                <a:cubicBezTo>
                  <a:pt x="2947" y="9001"/>
                  <a:pt x="4712" y="10802"/>
                  <a:pt x="6884" y="10802"/>
                </a:cubicBezTo>
                <a:cubicBezTo>
                  <a:pt x="6918" y="10802"/>
                  <a:pt x="6953" y="10802"/>
                  <a:pt x="6988" y="10801"/>
                </a:cubicBezTo>
                <a:cubicBezTo>
                  <a:pt x="9047" y="10765"/>
                  <a:pt x="10731" y="9107"/>
                  <a:pt x="10812" y="7047"/>
                </a:cubicBezTo>
                <a:cubicBezTo>
                  <a:pt x="10846" y="6054"/>
                  <a:pt x="10506" y="5143"/>
                  <a:pt x="9934" y="4430"/>
                </a:cubicBezTo>
                <a:lnTo>
                  <a:pt x="10181" y="4183"/>
                </a:lnTo>
                <a:lnTo>
                  <a:pt x="11207" y="4371"/>
                </a:lnTo>
                <a:cubicBezTo>
                  <a:pt x="11466" y="4814"/>
                  <a:pt x="11654" y="5294"/>
                  <a:pt x="11769" y="5810"/>
                </a:cubicBezTo>
                <a:cubicBezTo>
                  <a:pt x="11805" y="5973"/>
                  <a:pt x="11956" y="6102"/>
                  <a:pt x="12133" y="6125"/>
                </a:cubicBezTo>
                <a:lnTo>
                  <a:pt x="12997" y="6195"/>
                </a:lnTo>
                <a:lnTo>
                  <a:pt x="12997" y="7597"/>
                </a:lnTo>
                <a:lnTo>
                  <a:pt x="12133" y="7667"/>
                </a:lnTo>
                <a:cubicBezTo>
                  <a:pt x="11956" y="7690"/>
                  <a:pt x="11805" y="7819"/>
                  <a:pt x="11769" y="7996"/>
                </a:cubicBezTo>
                <a:cubicBezTo>
                  <a:pt x="11642" y="8557"/>
                  <a:pt x="11418" y="9081"/>
                  <a:pt x="11115" y="9561"/>
                </a:cubicBezTo>
                <a:cubicBezTo>
                  <a:pt x="11022" y="9713"/>
                  <a:pt x="11034" y="9912"/>
                  <a:pt x="11151" y="10041"/>
                </a:cubicBezTo>
                <a:lnTo>
                  <a:pt x="11712" y="10706"/>
                </a:lnTo>
                <a:lnTo>
                  <a:pt x="10705" y="11701"/>
                </a:lnTo>
                <a:lnTo>
                  <a:pt x="10052" y="11140"/>
                </a:lnTo>
                <a:cubicBezTo>
                  <a:pt x="9974" y="11075"/>
                  <a:pt x="9881" y="11042"/>
                  <a:pt x="9788" y="11042"/>
                </a:cubicBezTo>
                <a:cubicBezTo>
                  <a:pt x="9713" y="11042"/>
                  <a:pt x="9639" y="11063"/>
                  <a:pt x="9572" y="11104"/>
                </a:cubicBezTo>
                <a:cubicBezTo>
                  <a:pt x="9081" y="11421"/>
                  <a:pt x="8556" y="11643"/>
                  <a:pt x="7995" y="11758"/>
                </a:cubicBezTo>
                <a:cubicBezTo>
                  <a:pt x="7819" y="11805"/>
                  <a:pt x="7690" y="11946"/>
                  <a:pt x="7678" y="12122"/>
                </a:cubicBezTo>
                <a:lnTo>
                  <a:pt x="7608" y="12986"/>
                </a:lnTo>
                <a:lnTo>
                  <a:pt x="6194" y="12986"/>
                </a:lnTo>
                <a:lnTo>
                  <a:pt x="6124" y="12122"/>
                </a:lnTo>
                <a:cubicBezTo>
                  <a:pt x="6113" y="11946"/>
                  <a:pt x="5984" y="11805"/>
                  <a:pt x="5807" y="11758"/>
                </a:cubicBezTo>
                <a:cubicBezTo>
                  <a:pt x="5246" y="11643"/>
                  <a:pt x="4722" y="11421"/>
                  <a:pt x="4231" y="11104"/>
                </a:cubicBezTo>
                <a:cubicBezTo>
                  <a:pt x="4163" y="11063"/>
                  <a:pt x="4089" y="11042"/>
                  <a:pt x="4015" y="11042"/>
                </a:cubicBezTo>
                <a:cubicBezTo>
                  <a:pt x="3922" y="11042"/>
                  <a:pt x="3829" y="11075"/>
                  <a:pt x="3751" y="11140"/>
                </a:cubicBezTo>
                <a:lnTo>
                  <a:pt x="3097" y="11701"/>
                </a:lnTo>
                <a:lnTo>
                  <a:pt x="2090" y="10706"/>
                </a:lnTo>
                <a:lnTo>
                  <a:pt x="2651" y="10041"/>
                </a:lnTo>
                <a:cubicBezTo>
                  <a:pt x="2769" y="9912"/>
                  <a:pt x="2780" y="9713"/>
                  <a:pt x="2688" y="9561"/>
                </a:cubicBezTo>
                <a:cubicBezTo>
                  <a:pt x="2385" y="9081"/>
                  <a:pt x="2160" y="8546"/>
                  <a:pt x="2034" y="7984"/>
                </a:cubicBezTo>
                <a:cubicBezTo>
                  <a:pt x="1998" y="7819"/>
                  <a:pt x="1846" y="7690"/>
                  <a:pt x="1669" y="7667"/>
                </a:cubicBezTo>
                <a:lnTo>
                  <a:pt x="805" y="7597"/>
                </a:lnTo>
                <a:lnTo>
                  <a:pt x="805" y="6195"/>
                </a:lnTo>
                <a:lnTo>
                  <a:pt x="1669" y="6125"/>
                </a:lnTo>
                <a:cubicBezTo>
                  <a:pt x="1846" y="6102"/>
                  <a:pt x="1998" y="5984"/>
                  <a:pt x="2034" y="5810"/>
                </a:cubicBezTo>
                <a:cubicBezTo>
                  <a:pt x="2160" y="5249"/>
                  <a:pt x="2385" y="4711"/>
                  <a:pt x="2688" y="4220"/>
                </a:cubicBezTo>
                <a:cubicBezTo>
                  <a:pt x="2780" y="4079"/>
                  <a:pt x="2769" y="3880"/>
                  <a:pt x="2651" y="3751"/>
                </a:cubicBezTo>
                <a:lnTo>
                  <a:pt x="2090" y="3086"/>
                </a:lnTo>
                <a:lnTo>
                  <a:pt x="3097" y="2093"/>
                </a:lnTo>
                <a:lnTo>
                  <a:pt x="3751" y="2654"/>
                </a:lnTo>
                <a:cubicBezTo>
                  <a:pt x="3829" y="2718"/>
                  <a:pt x="3921" y="2750"/>
                  <a:pt x="4014" y="2750"/>
                </a:cubicBezTo>
                <a:cubicBezTo>
                  <a:pt x="4088" y="2750"/>
                  <a:pt x="4163" y="2729"/>
                  <a:pt x="4231" y="2688"/>
                </a:cubicBezTo>
                <a:cubicBezTo>
                  <a:pt x="4722" y="2374"/>
                  <a:pt x="5246" y="2149"/>
                  <a:pt x="5807" y="2034"/>
                </a:cubicBezTo>
                <a:cubicBezTo>
                  <a:pt x="5984" y="1987"/>
                  <a:pt x="6113" y="1846"/>
                  <a:pt x="6124" y="1673"/>
                </a:cubicBezTo>
                <a:lnTo>
                  <a:pt x="6194" y="806"/>
                </a:lnTo>
                <a:close/>
                <a:moveTo>
                  <a:pt x="5821" y="1"/>
                </a:moveTo>
                <a:cubicBezTo>
                  <a:pt x="5611" y="1"/>
                  <a:pt x="5434" y="152"/>
                  <a:pt x="5423" y="362"/>
                </a:cubicBezTo>
                <a:lnTo>
                  <a:pt x="5342" y="1308"/>
                </a:lnTo>
                <a:cubicBezTo>
                  <a:pt x="4895" y="1437"/>
                  <a:pt x="4463" y="1614"/>
                  <a:pt x="4054" y="1846"/>
                </a:cubicBezTo>
                <a:lnTo>
                  <a:pt x="3330" y="1226"/>
                </a:lnTo>
                <a:cubicBezTo>
                  <a:pt x="3252" y="1165"/>
                  <a:pt x="3158" y="1133"/>
                  <a:pt x="3064" y="1133"/>
                </a:cubicBezTo>
                <a:cubicBezTo>
                  <a:pt x="2961" y="1133"/>
                  <a:pt x="2859" y="1171"/>
                  <a:pt x="2780" y="1252"/>
                </a:cubicBezTo>
                <a:lnTo>
                  <a:pt x="1263" y="2781"/>
                </a:lnTo>
                <a:cubicBezTo>
                  <a:pt x="1108" y="2921"/>
                  <a:pt x="1097" y="3168"/>
                  <a:pt x="1237" y="3330"/>
                </a:cubicBezTo>
                <a:lnTo>
                  <a:pt x="1846" y="4057"/>
                </a:lnTo>
                <a:cubicBezTo>
                  <a:pt x="1624" y="4453"/>
                  <a:pt x="1437" y="4885"/>
                  <a:pt x="1319" y="5342"/>
                </a:cubicBezTo>
                <a:lnTo>
                  <a:pt x="373" y="5412"/>
                </a:lnTo>
                <a:cubicBezTo>
                  <a:pt x="163" y="5434"/>
                  <a:pt x="0" y="5611"/>
                  <a:pt x="0" y="5822"/>
                </a:cubicBezTo>
                <a:lnTo>
                  <a:pt x="0" y="7970"/>
                </a:lnTo>
                <a:cubicBezTo>
                  <a:pt x="0" y="8181"/>
                  <a:pt x="163" y="8358"/>
                  <a:pt x="373" y="8380"/>
                </a:cubicBezTo>
                <a:lnTo>
                  <a:pt x="1319" y="8450"/>
                </a:lnTo>
                <a:cubicBezTo>
                  <a:pt x="1437" y="8907"/>
                  <a:pt x="1624" y="9339"/>
                  <a:pt x="1846" y="9749"/>
                </a:cubicBezTo>
                <a:lnTo>
                  <a:pt x="1237" y="10462"/>
                </a:lnTo>
                <a:cubicBezTo>
                  <a:pt x="1097" y="10624"/>
                  <a:pt x="1108" y="10871"/>
                  <a:pt x="1263" y="11011"/>
                </a:cubicBezTo>
                <a:lnTo>
                  <a:pt x="2780" y="12543"/>
                </a:lnTo>
                <a:cubicBezTo>
                  <a:pt x="2859" y="12622"/>
                  <a:pt x="2961" y="12660"/>
                  <a:pt x="3063" y="12660"/>
                </a:cubicBezTo>
                <a:cubicBezTo>
                  <a:pt x="3157" y="12660"/>
                  <a:pt x="3252" y="12627"/>
                  <a:pt x="3330" y="12566"/>
                </a:cubicBezTo>
                <a:lnTo>
                  <a:pt x="4054" y="11946"/>
                </a:lnTo>
                <a:cubicBezTo>
                  <a:pt x="4463" y="12178"/>
                  <a:pt x="4895" y="12355"/>
                  <a:pt x="5342" y="12484"/>
                </a:cubicBezTo>
                <a:lnTo>
                  <a:pt x="5423" y="13430"/>
                </a:lnTo>
                <a:cubicBezTo>
                  <a:pt x="5434" y="13640"/>
                  <a:pt x="5611" y="13791"/>
                  <a:pt x="5821" y="13791"/>
                </a:cubicBezTo>
                <a:lnTo>
                  <a:pt x="7981" y="13791"/>
                </a:lnTo>
                <a:cubicBezTo>
                  <a:pt x="8192" y="13791"/>
                  <a:pt x="8368" y="13640"/>
                  <a:pt x="8380" y="13430"/>
                </a:cubicBezTo>
                <a:lnTo>
                  <a:pt x="8461" y="12484"/>
                </a:lnTo>
                <a:cubicBezTo>
                  <a:pt x="8907" y="12355"/>
                  <a:pt x="9339" y="12178"/>
                  <a:pt x="9749" y="11946"/>
                </a:cubicBezTo>
                <a:lnTo>
                  <a:pt x="10472" y="12566"/>
                </a:lnTo>
                <a:cubicBezTo>
                  <a:pt x="10551" y="12627"/>
                  <a:pt x="10645" y="12660"/>
                  <a:pt x="10740" y="12660"/>
                </a:cubicBezTo>
                <a:cubicBezTo>
                  <a:pt x="10842" y="12660"/>
                  <a:pt x="10944" y="12622"/>
                  <a:pt x="11022" y="12543"/>
                </a:cubicBezTo>
                <a:lnTo>
                  <a:pt x="12540" y="11011"/>
                </a:lnTo>
                <a:cubicBezTo>
                  <a:pt x="12694" y="10871"/>
                  <a:pt x="12706" y="10624"/>
                  <a:pt x="12565" y="10462"/>
                </a:cubicBezTo>
                <a:lnTo>
                  <a:pt x="11956" y="9749"/>
                </a:lnTo>
                <a:cubicBezTo>
                  <a:pt x="12178" y="9339"/>
                  <a:pt x="12366" y="8907"/>
                  <a:pt x="12484" y="8450"/>
                </a:cubicBezTo>
                <a:lnTo>
                  <a:pt x="13429" y="8380"/>
                </a:lnTo>
                <a:cubicBezTo>
                  <a:pt x="13640" y="8358"/>
                  <a:pt x="13802" y="8181"/>
                  <a:pt x="13802" y="7970"/>
                </a:cubicBezTo>
                <a:lnTo>
                  <a:pt x="13802" y="5822"/>
                </a:lnTo>
                <a:cubicBezTo>
                  <a:pt x="13802" y="5611"/>
                  <a:pt x="13640" y="5434"/>
                  <a:pt x="13429" y="5412"/>
                </a:cubicBezTo>
                <a:lnTo>
                  <a:pt x="12484" y="5342"/>
                </a:lnTo>
                <a:cubicBezTo>
                  <a:pt x="12366" y="4899"/>
                  <a:pt x="12189" y="4478"/>
                  <a:pt x="11968" y="4068"/>
                </a:cubicBezTo>
                <a:lnTo>
                  <a:pt x="13547" y="2489"/>
                </a:lnTo>
                <a:cubicBezTo>
                  <a:pt x="13780" y="2256"/>
                  <a:pt x="13662" y="1858"/>
                  <a:pt x="13337" y="1799"/>
                </a:cubicBezTo>
                <a:lnTo>
                  <a:pt x="12203" y="1588"/>
                </a:lnTo>
                <a:lnTo>
                  <a:pt x="11993" y="455"/>
                </a:lnTo>
                <a:cubicBezTo>
                  <a:pt x="11955" y="252"/>
                  <a:pt x="11774" y="131"/>
                  <a:pt x="11592" y="131"/>
                </a:cubicBezTo>
                <a:cubicBezTo>
                  <a:pt x="11492" y="131"/>
                  <a:pt x="11392" y="166"/>
                  <a:pt x="11314" y="245"/>
                </a:cubicBezTo>
                <a:lnTo>
                  <a:pt x="9723" y="1835"/>
                </a:lnTo>
                <a:cubicBezTo>
                  <a:pt x="9328" y="1614"/>
                  <a:pt x="8907" y="1437"/>
                  <a:pt x="8461" y="1308"/>
                </a:cubicBezTo>
                <a:lnTo>
                  <a:pt x="8380" y="362"/>
                </a:lnTo>
                <a:cubicBezTo>
                  <a:pt x="8368" y="152"/>
                  <a:pt x="8192" y="1"/>
                  <a:pt x="79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nvGrpSpPr>
          <p:cNvPr id="21" name="Google Shape;1294;p48">
            <a:extLst>
              <a:ext uri="{FF2B5EF4-FFF2-40B4-BE49-F238E27FC236}">
                <a16:creationId xmlns:a16="http://schemas.microsoft.com/office/drawing/2014/main" id="{9BE63542-1684-38D5-C45C-97662DD85089}"/>
              </a:ext>
            </a:extLst>
          </p:cNvPr>
          <p:cNvGrpSpPr/>
          <p:nvPr/>
        </p:nvGrpSpPr>
        <p:grpSpPr>
          <a:xfrm>
            <a:off x="5482823" y="3244185"/>
            <a:ext cx="289600" cy="345150"/>
            <a:chOff x="4801988" y="3797375"/>
            <a:chExt cx="289600" cy="345150"/>
          </a:xfrm>
        </p:grpSpPr>
        <p:sp>
          <p:nvSpPr>
            <p:cNvPr id="22" name="Google Shape;1295;p48">
              <a:extLst>
                <a:ext uri="{FF2B5EF4-FFF2-40B4-BE49-F238E27FC236}">
                  <a16:creationId xmlns:a16="http://schemas.microsoft.com/office/drawing/2014/main" id="{CB4EDA08-354A-5AC4-443D-D251558ABAAA}"/>
                </a:ext>
              </a:extLst>
            </p:cNvPr>
            <p:cNvSpPr/>
            <p:nvPr/>
          </p:nvSpPr>
          <p:spPr>
            <a:xfrm>
              <a:off x="4916238" y="3885675"/>
              <a:ext cx="60825" cy="60775"/>
            </a:xfrm>
            <a:custGeom>
              <a:avLst/>
              <a:gdLst/>
              <a:ahLst/>
              <a:cxnLst/>
              <a:rect l="l" t="t" r="r" b="b"/>
              <a:pathLst>
                <a:path w="2433" h="2431" extrusionOk="0">
                  <a:moveTo>
                    <a:pt x="1215" y="806"/>
                  </a:moveTo>
                  <a:cubicBezTo>
                    <a:pt x="1436" y="806"/>
                    <a:pt x="1613" y="994"/>
                    <a:pt x="1613" y="1215"/>
                  </a:cubicBezTo>
                  <a:cubicBezTo>
                    <a:pt x="1613" y="1437"/>
                    <a:pt x="1436" y="1614"/>
                    <a:pt x="1215" y="1614"/>
                  </a:cubicBezTo>
                  <a:cubicBezTo>
                    <a:pt x="993" y="1614"/>
                    <a:pt x="805" y="1437"/>
                    <a:pt x="805" y="1215"/>
                  </a:cubicBezTo>
                  <a:cubicBezTo>
                    <a:pt x="805" y="994"/>
                    <a:pt x="993" y="806"/>
                    <a:pt x="1215" y="806"/>
                  </a:cubicBezTo>
                  <a:close/>
                  <a:moveTo>
                    <a:pt x="1215" y="1"/>
                  </a:moveTo>
                  <a:cubicBezTo>
                    <a:pt x="539" y="1"/>
                    <a:pt x="0" y="551"/>
                    <a:pt x="0" y="1215"/>
                  </a:cubicBezTo>
                  <a:cubicBezTo>
                    <a:pt x="0" y="1883"/>
                    <a:pt x="539" y="2430"/>
                    <a:pt x="1215" y="2430"/>
                  </a:cubicBezTo>
                  <a:cubicBezTo>
                    <a:pt x="1882" y="2430"/>
                    <a:pt x="2432" y="1883"/>
                    <a:pt x="2432" y="1215"/>
                  </a:cubicBezTo>
                  <a:cubicBezTo>
                    <a:pt x="2432" y="551"/>
                    <a:pt x="1882" y="1"/>
                    <a:pt x="12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3" name="Google Shape;1296;p48">
              <a:extLst>
                <a:ext uri="{FF2B5EF4-FFF2-40B4-BE49-F238E27FC236}">
                  <a16:creationId xmlns:a16="http://schemas.microsoft.com/office/drawing/2014/main" id="{409AC36C-4681-9C15-3969-CDEAC7A83712}"/>
                </a:ext>
              </a:extLst>
            </p:cNvPr>
            <p:cNvSpPr/>
            <p:nvPr/>
          </p:nvSpPr>
          <p:spPr>
            <a:xfrm>
              <a:off x="4801988" y="3797375"/>
              <a:ext cx="289600" cy="345150"/>
            </a:xfrm>
            <a:custGeom>
              <a:avLst/>
              <a:gdLst/>
              <a:ahLst/>
              <a:cxnLst/>
              <a:rect l="l" t="t" r="r" b="b"/>
              <a:pathLst>
                <a:path w="11584" h="13806" extrusionOk="0">
                  <a:moveTo>
                    <a:pt x="10731" y="11643"/>
                  </a:moveTo>
                  <a:cubicBezTo>
                    <a:pt x="10579" y="12288"/>
                    <a:pt x="10074" y="12801"/>
                    <a:pt x="9432" y="12953"/>
                  </a:cubicBezTo>
                  <a:lnTo>
                    <a:pt x="9432" y="11643"/>
                  </a:lnTo>
                  <a:close/>
                  <a:moveTo>
                    <a:pt x="10111" y="809"/>
                  </a:moveTo>
                  <a:cubicBezTo>
                    <a:pt x="10472" y="809"/>
                    <a:pt x="10775" y="1112"/>
                    <a:pt x="10775" y="1488"/>
                  </a:cubicBezTo>
                  <a:lnTo>
                    <a:pt x="10775" y="10838"/>
                  </a:lnTo>
                  <a:lnTo>
                    <a:pt x="9022" y="10838"/>
                  </a:lnTo>
                  <a:cubicBezTo>
                    <a:pt x="8801" y="10838"/>
                    <a:pt x="8627" y="11026"/>
                    <a:pt x="8627" y="11247"/>
                  </a:cubicBezTo>
                  <a:lnTo>
                    <a:pt x="8627" y="13001"/>
                  </a:lnTo>
                  <a:lnTo>
                    <a:pt x="1473" y="13001"/>
                  </a:lnTo>
                  <a:cubicBezTo>
                    <a:pt x="1111" y="13001"/>
                    <a:pt x="805" y="12695"/>
                    <a:pt x="805" y="12322"/>
                  </a:cubicBezTo>
                  <a:lnTo>
                    <a:pt x="805" y="1488"/>
                  </a:lnTo>
                  <a:cubicBezTo>
                    <a:pt x="805" y="1112"/>
                    <a:pt x="1111" y="809"/>
                    <a:pt x="1473" y="809"/>
                  </a:cubicBezTo>
                  <a:close/>
                  <a:moveTo>
                    <a:pt x="1473" y="1"/>
                  </a:moveTo>
                  <a:cubicBezTo>
                    <a:pt x="654" y="1"/>
                    <a:pt x="0" y="669"/>
                    <a:pt x="0" y="1488"/>
                  </a:cubicBezTo>
                  <a:lnTo>
                    <a:pt x="0" y="12322"/>
                  </a:lnTo>
                  <a:cubicBezTo>
                    <a:pt x="0" y="13141"/>
                    <a:pt x="654" y="13806"/>
                    <a:pt x="1473" y="13806"/>
                  </a:cubicBezTo>
                  <a:lnTo>
                    <a:pt x="9022" y="13806"/>
                  </a:lnTo>
                  <a:cubicBezTo>
                    <a:pt x="10439" y="13806"/>
                    <a:pt x="11583" y="12661"/>
                    <a:pt x="11583" y="11247"/>
                  </a:cubicBezTo>
                  <a:lnTo>
                    <a:pt x="11583" y="1488"/>
                  </a:lnTo>
                  <a:cubicBezTo>
                    <a:pt x="11583" y="669"/>
                    <a:pt x="10930" y="1"/>
                    <a:pt x="101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4" name="Google Shape;1297;p48">
              <a:extLst>
                <a:ext uri="{FF2B5EF4-FFF2-40B4-BE49-F238E27FC236}">
                  <a16:creationId xmlns:a16="http://schemas.microsoft.com/office/drawing/2014/main" id="{7DC96DC4-3C4E-7536-7460-367FA562D8AD}"/>
                </a:ext>
              </a:extLst>
            </p:cNvPr>
            <p:cNvSpPr/>
            <p:nvPr/>
          </p:nvSpPr>
          <p:spPr>
            <a:xfrm>
              <a:off x="4841688" y="3838625"/>
              <a:ext cx="210125" cy="269500"/>
            </a:xfrm>
            <a:custGeom>
              <a:avLst/>
              <a:gdLst/>
              <a:ahLst/>
              <a:cxnLst/>
              <a:rect l="l" t="t" r="r" b="b"/>
              <a:pathLst>
                <a:path w="8405" h="10780" extrusionOk="0">
                  <a:moveTo>
                    <a:pt x="4477" y="805"/>
                  </a:moveTo>
                  <a:lnTo>
                    <a:pt x="4503" y="1122"/>
                  </a:lnTo>
                  <a:cubicBezTo>
                    <a:pt x="4503" y="1263"/>
                    <a:pt x="4606" y="1392"/>
                    <a:pt x="4735" y="1437"/>
                  </a:cubicBezTo>
                  <a:cubicBezTo>
                    <a:pt x="4957" y="1507"/>
                    <a:pt x="5167" y="1625"/>
                    <a:pt x="5344" y="1776"/>
                  </a:cubicBezTo>
                  <a:cubicBezTo>
                    <a:pt x="5412" y="1839"/>
                    <a:pt x="5506" y="1873"/>
                    <a:pt x="5600" y="1873"/>
                  </a:cubicBezTo>
                  <a:cubicBezTo>
                    <a:pt x="5665" y="1873"/>
                    <a:pt x="5730" y="1857"/>
                    <a:pt x="5787" y="1824"/>
                  </a:cubicBezTo>
                  <a:lnTo>
                    <a:pt x="6031" y="1695"/>
                  </a:lnTo>
                  <a:lnTo>
                    <a:pt x="6326" y="2197"/>
                  </a:lnTo>
                  <a:lnTo>
                    <a:pt x="6057" y="2374"/>
                  </a:lnTo>
                  <a:cubicBezTo>
                    <a:pt x="5939" y="2455"/>
                    <a:pt x="5880" y="2595"/>
                    <a:pt x="5905" y="2736"/>
                  </a:cubicBezTo>
                  <a:cubicBezTo>
                    <a:pt x="5939" y="2853"/>
                    <a:pt x="5950" y="2980"/>
                    <a:pt x="5950" y="3097"/>
                  </a:cubicBezTo>
                  <a:cubicBezTo>
                    <a:pt x="5950" y="3215"/>
                    <a:pt x="5939" y="3344"/>
                    <a:pt x="5905" y="3459"/>
                  </a:cubicBezTo>
                  <a:cubicBezTo>
                    <a:pt x="5880" y="3600"/>
                    <a:pt x="5939" y="3740"/>
                    <a:pt x="6057" y="3821"/>
                  </a:cubicBezTo>
                  <a:lnTo>
                    <a:pt x="6326" y="3998"/>
                  </a:lnTo>
                  <a:lnTo>
                    <a:pt x="6031" y="4489"/>
                  </a:lnTo>
                  <a:lnTo>
                    <a:pt x="5751" y="4349"/>
                  </a:lnTo>
                  <a:cubicBezTo>
                    <a:pt x="5701" y="4321"/>
                    <a:pt x="5647" y="4308"/>
                    <a:pt x="5593" y="4308"/>
                  </a:cubicBezTo>
                  <a:cubicBezTo>
                    <a:pt x="5511" y="4308"/>
                    <a:pt x="5429" y="4339"/>
                    <a:pt x="5367" y="4396"/>
                  </a:cubicBezTo>
                  <a:cubicBezTo>
                    <a:pt x="5190" y="4559"/>
                    <a:pt x="4994" y="4677"/>
                    <a:pt x="4769" y="4747"/>
                  </a:cubicBezTo>
                  <a:cubicBezTo>
                    <a:pt x="4618" y="4803"/>
                    <a:pt x="4503" y="4943"/>
                    <a:pt x="4503" y="5109"/>
                  </a:cubicBezTo>
                  <a:lnTo>
                    <a:pt x="4477" y="5389"/>
                  </a:lnTo>
                  <a:lnTo>
                    <a:pt x="3905" y="5389"/>
                  </a:lnTo>
                  <a:lnTo>
                    <a:pt x="3894" y="5061"/>
                  </a:lnTo>
                  <a:cubicBezTo>
                    <a:pt x="3883" y="4921"/>
                    <a:pt x="3787" y="4803"/>
                    <a:pt x="3647" y="4758"/>
                  </a:cubicBezTo>
                  <a:cubicBezTo>
                    <a:pt x="3425" y="4688"/>
                    <a:pt x="3226" y="4570"/>
                    <a:pt x="3052" y="4419"/>
                  </a:cubicBezTo>
                  <a:cubicBezTo>
                    <a:pt x="2976" y="4356"/>
                    <a:pt x="2884" y="4322"/>
                    <a:pt x="2789" y="4322"/>
                  </a:cubicBezTo>
                  <a:cubicBezTo>
                    <a:pt x="2724" y="4322"/>
                    <a:pt x="2658" y="4338"/>
                    <a:pt x="2595" y="4371"/>
                  </a:cubicBezTo>
                  <a:lnTo>
                    <a:pt x="2351" y="4489"/>
                  </a:lnTo>
                  <a:lnTo>
                    <a:pt x="2070" y="3998"/>
                  </a:lnTo>
                  <a:lnTo>
                    <a:pt x="2340" y="3821"/>
                  </a:lnTo>
                  <a:cubicBezTo>
                    <a:pt x="2455" y="3740"/>
                    <a:pt x="2514" y="3600"/>
                    <a:pt x="2480" y="3459"/>
                  </a:cubicBezTo>
                  <a:cubicBezTo>
                    <a:pt x="2455" y="3344"/>
                    <a:pt x="2443" y="3215"/>
                    <a:pt x="2443" y="3097"/>
                  </a:cubicBezTo>
                  <a:cubicBezTo>
                    <a:pt x="2443" y="2980"/>
                    <a:pt x="2455" y="2853"/>
                    <a:pt x="2480" y="2736"/>
                  </a:cubicBezTo>
                  <a:cubicBezTo>
                    <a:pt x="2514" y="2595"/>
                    <a:pt x="2455" y="2455"/>
                    <a:pt x="2340" y="2374"/>
                  </a:cubicBezTo>
                  <a:lnTo>
                    <a:pt x="2070" y="2197"/>
                  </a:lnTo>
                  <a:lnTo>
                    <a:pt x="2351" y="1695"/>
                  </a:lnTo>
                  <a:lnTo>
                    <a:pt x="2643" y="1846"/>
                  </a:lnTo>
                  <a:cubicBezTo>
                    <a:pt x="2694" y="1874"/>
                    <a:pt x="2749" y="1887"/>
                    <a:pt x="2803" y="1887"/>
                  </a:cubicBezTo>
                  <a:cubicBezTo>
                    <a:pt x="2885" y="1887"/>
                    <a:pt x="2966" y="1857"/>
                    <a:pt x="3030" y="1801"/>
                  </a:cubicBezTo>
                  <a:cubicBezTo>
                    <a:pt x="3204" y="1625"/>
                    <a:pt x="3414" y="1507"/>
                    <a:pt x="3647" y="1425"/>
                  </a:cubicBezTo>
                  <a:cubicBezTo>
                    <a:pt x="3787" y="1392"/>
                    <a:pt x="3883" y="1263"/>
                    <a:pt x="3894" y="1122"/>
                  </a:cubicBezTo>
                  <a:lnTo>
                    <a:pt x="3905" y="805"/>
                  </a:lnTo>
                  <a:close/>
                  <a:moveTo>
                    <a:pt x="1229" y="7002"/>
                  </a:moveTo>
                  <a:cubicBezTo>
                    <a:pt x="1450" y="7002"/>
                    <a:pt x="1638" y="7188"/>
                    <a:pt x="1638" y="7412"/>
                  </a:cubicBezTo>
                  <a:cubicBezTo>
                    <a:pt x="1638" y="7634"/>
                    <a:pt x="1450" y="7808"/>
                    <a:pt x="1229" y="7808"/>
                  </a:cubicBezTo>
                  <a:cubicBezTo>
                    <a:pt x="1007" y="7808"/>
                    <a:pt x="819" y="7634"/>
                    <a:pt x="819" y="7412"/>
                  </a:cubicBezTo>
                  <a:cubicBezTo>
                    <a:pt x="819" y="7188"/>
                    <a:pt x="1007" y="7002"/>
                    <a:pt x="1229" y="7002"/>
                  </a:cubicBezTo>
                  <a:close/>
                  <a:moveTo>
                    <a:pt x="7154" y="7002"/>
                  </a:moveTo>
                  <a:cubicBezTo>
                    <a:pt x="7389" y="7002"/>
                    <a:pt x="7563" y="7188"/>
                    <a:pt x="7563" y="7412"/>
                  </a:cubicBezTo>
                  <a:cubicBezTo>
                    <a:pt x="7563" y="7634"/>
                    <a:pt x="7389" y="7808"/>
                    <a:pt x="7154" y="7808"/>
                  </a:cubicBezTo>
                  <a:cubicBezTo>
                    <a:pt x="6932" y="7808"/>
                    <a:pt x="6758" y="7634"/>
                    <a:pt x="6758" y="7412"/>
                  </a:cubicBezTo>
                  <a:cubicBezTo>
                    <a:pt x="6758" y="7188"/>
                    <a:pt x="6932" y="7002"/>
                    <a:pt x="7154" y="7002"/>
                  </a:cubicBezTo>
                  <a:close/>
                  <a:moveTo>
                    <a:pt x="4197" y="9165"/>
                  </a:moveTo>
                  <a:cubicBezTo>
                    <a:pt x="4418" y="9165"/>
                    <a:pt x="4595" y="9339"/>
                    <a:pt x="4595" y="9561"/>
                  </a:cubicBezTo>
                  <a:cubicBezTo>
                    <a:pt x="4595" y="9782"/>
                    <a:pt x="4418" y="9970"/>
                    <a:pt x="4197" y="9970"/>
                  </a:cubicBezTo>
                  <a:cubicBezTo>
                    <a:pt x="3975" y="9970"/>
                    <a:pt x="3787" y="9782"/>
                    <a:pt x="3787" y="9561"/>
                  </a:cubicBezTo>
                  <a:cubicBezTo>
                    <a:pt x="3787" y="9339"/>
                    <a:pt x="3975" y="9165"/>
                    <a:pt x="4197" y="9165"/>
                  </a:cubicBezTo>
                  <a:close/>
                  <a:moveTo>
                    <a:pt x="3532" y="0"/>
                  </a:moveTo>
                  <a:cubicBezTo>
                    <a:pt x="3310" y="0"/>
                    <a:pt x="3134" y="163"/>
                    <a:pt x="3122" y="385"/>
                  </a:cubicBezTo>
                  <a:lnTo>
                    <a:pt x="3111" y="783"/>
                  </a:lnTo>
                  <a:cubicBezTo>
                    <a:pt x="2982" y="842"/>
                    <a:pt x="2864" y="912"/>
                    <a:pt x="2749" y="993"/>
                  </a:cubicBezTo>
                  <a:lnTo>
                    <a:pt x="2385" y="805"/>
                  </a:lnTo>
                  <a:cubicBezTo>
                    <a:pt x="2326" y="773"/>
                    <a:pt x="2263" y="757"/>
                    <a:pt x="2201" y="757"/>
                  </a:cubicBezTo>
                  <a:cubicBezTo>
                    <a:pt x="2064" y="757"/>
                    <a:pt x="1931" y="831"/>
                    <a:pt x="1860" y="960"/>
                  </a:cubicBezTo>
                  <a:lnTo>
                    <a:pt x="1181" y="2127"/>
                  </a:lnTo>
                  <a:cubicBezTo>
                    <a:pt x="1077" y="2315"/>
                    <a:pt x="1136" y="2559"/>
                    <a:pt x="1310" y="2677"/>
                  </a:cubicBezTo>
                  <a:lnTo>
                    <a:pt x="1650" y="2887"/>
                  </a:lnTo>
                  <a:cubicBezTo>
                    <a:pt x="1650" y="2957"/>
                    <a:pt x="1638" y="3027"/>
                    <a:pt x="1638" y="3097"/>
                  </a:cubicBezTo>
                  <a:cubicBezTo>
                    <a:pt x="1638" y="3168"/>
                    <a:pt x="1650" y="3238"/>
                    <a:pt x="1650" y="3308"/>
                  </a:cubicBezTo>
                  <a:lnTo>
                    <a:pt x="1310" y="3518"/>
                  </a:lnTo>
                  <a:cubicBezTo>
                    <a:pt x="1136" y="3636"/>
                    <a:pt x="1077" y="3880"/>
                    <a:pt x="1181" y="4068"/>
                  </a:cubicBezTo>
                  <a:lnTo>
                    <a:pt x="1860" y="5224"/>
                  </a:lnTo>
                  <a:cubicBezTo>
                    <a:pt x="1933" y="5356"/>
                    <a:pt x="2071" y="5430"/>
                    <a:pt x="2211" y="5430"/>
                  </a:cubicBezTo>
                  <a:cubicBezTo>
                    <a:pt x="2270" y="5430"/>
                    <a:pt x="2330" y="5417"/>
                    <a:pt x="2385" y="5389"/>
                  </a:cubicBezTo>
                  <a:lnTo>
                    <a:pt x="2749" y="5201"/>
                  </a:lnTo>
                  <a:cubicBezTo>
                    <a:pt x="2864" y="5283"/>
                    <a:pt x="2982" y="5353"/>
                    <a:pt x="3111" y="5412"/>
                  </a:cubicBezTo>
                  <a:lnTo>
                    <a:pt x="3122" y="5810"/>
                  </a:lnTo>
                  <a:cubicBezTo>
                    <a:pt x="3134" y="6032"/>
                    <a:pt x="3310" y="6194"/>
                    <a:pt x="3532" y="6194"/>
                  </a:cubicBezTo>
                  <a:lnTo>
                    <a:pt x="3801" y="6194"/>
                  </a:lnTo>
                  <a:lnTo>
                    <a:pt x="3801" y="7002"/>
                  </a:lnTo>
                  <a:lnTo>
                    <a:pt x="2385" y="7002"/>
                  </a:lnTo>
                  <a:cubicBezTo>
                    <a:pt x="2216" y="6527"/>
                    <a:pt x="1761" y="6193"/>
                    <a:pt x="1222" y="6193"/>
                  </a:cubicBezTo>
                  <a:cubicBezTo>
                    <a:pt x="1205" y="6193"/>
                    <a:pt x="1187" y="6194"/>
                    <a:pt x="1170" y="6194"/>
                  </a:cubicBezTo>
                  <a:cubicBezTo>
                    <a:pt x="550" y="6231"/>
                    <a:pt x="48" y="6744"/>
                    <a:pt x="25" y="7364"/>
                  </a:cubicBezTo>
                  <a:cubicBezTo>
                    <a:pt x="0" y="8054"/>
                    <a:pt x="550" y="8627"/>
                    <a:pt x="1240" y="8627"/>
                  </a:cubicBezTo>
                  <a:cubicBezTo>
                    <a:pt x="1767" y="8627"/>
                    <a:pt x="2211" y="8287"/>
                    <a:pt x="2385" y="7819"/>
                  </a:cubicBezTo>
                  <a:lnTo>
                    <a:pt x="3801" y="7819"/>
                  </a:lnTo>
                  <a:lnTo>
                    <a:pt x="3801" y="8428"/>
                  </a:lnTo>
                  <a:cubicBezTo>
                    <a:pt x="3310" y="8604"/>
                    <a:pt x="2960" y="9081"/>
                    <a:pt x="2993" y="9631"/>
                  </a:cubicBezTo>
                  <a:cubicBezTo>
                    <a:pt x="3030" y="10251"/>
                    <a:pt x="3532" y="10753"/>
                    <a:pt x="4152" y="10778"/>
                  </a:cubicBezTo>
                  <a:cubicBezTo>
                    <a:pt x="4172" y="10779"/>
                    <a:pt x="4191" y="10780"/>
                    <a:pt x="4211" y="10780"/>
                  </a:cubicBezTo>
                  <a:cubicBezTo>
                    <a:pt x="4872" y="10780"/>
                    <a:pt x="5414" y="10231"/>
                    <a:pt x="5414" y="9561"/>
                  </a:cubicBezTo>
                  <a:cubicBezTo>
                    <a:pt x="5414" y="9036"/>
                    <a:pt x="5075" y="8590"/>
                    <a:pt x="4606" y="8428"/>
                  </a:cubicBezTo>
                  <a:lnTo>
                    <a:pt x="4606" y="7819"/>
                  </a:lnTo>
                  <a:lnTo>
                    <a:pt x="6020" y="7819"/>
                  </a:lnTo>
                  <a:cubicBezTo>
                    <a:pt x="6191" y="8294"/>
                    <a:pt x="6658" y="8628"/>
                    <a:pt x="7186" y="8628"/>
                  </a:cubicBezTo>
                  <a:cubicBezTo>
                    <a:pt x="7203" y="8628"/>
                    <a:pt x="7221" y="8627"/>
                    <a:pt x="7238" y="8627"/>
                  </a:cubicBezTo>
                  <a:cubicBezTo>
                    <a:pt x="7855" y="8590"/>
                    <a:pt x="8360" y="8077"/>
                    <a:pt x="8382" y="7457"/>
                  </a:cubicBezTo>
                  <a:cubicBezTo>
                    <a:pt x="8405" y="6767"/>
                    <a:pt x="7855" y="6194"/>
                    <a:pt x="7168" y="6194"/>
                  </a:cubicBezTo>
                  <a:cubicBezTo>
                    <a:pt x="6640" y="6194"/>
                    <a:pt x="6197" y="6534"/>
                    <a:pt x="6020" y="7002"/>
                  </a:cubicBezTo>
                  <a:lnTo>
                    <a:pt x="4606" y="7002"/>
                  </a:lnTo>
                  <a:lnTo>
                    <a:pt x="4606" y="6194"/>
                  </a:lnTo>
                  <a:lnTo>
                    <a:pt x="4876" y="6194"/>
                  </a:lnTo>
                  <a:cubicBezTo>
                    <a:pt x="5097" y="6194"/>
                    <a:pt x="5274" y="6032"/>
                    <a:pt x="5285" y="5810"/>
                  </a:cubicBezTo>
                  <a:lnTo>
                    <a:pt x="5296" y="5412"/>
                  </a:lnTo>
                  <a:cubicBezTo>
                    <a:pt x="5426" y="5353"/>
                    <a:pt x="5541" y="5283"/>
                    <a:pt x="5658" y="5201"/>
                  </a:cubicBezTo>
                  <a:lnTo>
                    <a:pt x="6020" y="5389"/>
                  </a:lnTo>
                  <a:cubicBezTo>
                    <a:pt x="6076" y="5417"/>
                    <a:pt x="6136" y="5430"/>
                    <a:pt x="6195" y="5430"/>
                  </a:cubicBezTo>
                  <a:cubicBezTo>
                    <a:pt x="6335" y="5430"/>
                    <a:pt x="6473" y="5356"/>
                    <a:pt x="6548" y="5224"/>
                  </a:cubicBezTo>
                  <a:lnTo>
                    <a:pt x="7224" y="4068"/>
                  </a:lnTo>
                  <a:cubicBezTo>
                    <a:pt x="7330" y="3880"/>
                    <a:pt x="7271" y="3636"/>
                    <a:pt x="7098" y="3518"/>
                  </a:cubicBezTo>
                  <a:lnTo>
                    <a:pt x="6758" y="3308"/>
                  </a:lnTo>
                  <a:cubicBezTo>
                    <a:pt x="6758" y="3238"/>
                    <a:pt x="6769" y="3168"/>
                    <a:pt x="6769" y="3097"/>
                  </a:cubicBezTo>
                  <a:cubicBezTo>
                    <a:pt x="6769" y="3027"/>
                    <a:pt x="6758" y="2957"/>
                    <a:pt x="6758" y="2887"/>
                  </a:cubicBezTo>
                  <a:lnTo>
                    <a:pt x="7098" y="2677"/>
                  </a:lnTo>
                  <a:cubicBezTo>
                    <a:pt x="7271" y="2559"/>
                    <a:pt x="7330" y="2315"/>
                    <a:pt x="7224" y="2127"/>
                  </a:cubicBezTo>
                  <a:lnTo>
                    <a:pt x="6548" y="960"/>
                  </a:lnTo>
                  <a:cubicBezTo>
                    <a:pt x="6475" y="831"/>
                    <a:pt x="6342" y="757"/>
                    <a:pt x="6205" y="757"/>
                  </a:cubicBezTo>
                  <a:cubicBezTo>
                    <a:pt x="6143" y="757"/>
                    <a:pt x="6079" y="773"/>
                    <a:pt x="6020" y="805"/>
                  </a:cubicBezTo>
                  <a:lnTo>
                    <a:pt x="5658" y="993"/>
                  </a:lnTo>
                  <a:cubicBezTo>
                    <a:pt x="5541" y="912"/>
                    <a:pt x="5426" y="842"/>
                    <a:pt x="5296" y="783"/>
                  </a:cubicBezTo>
                  <a:lnTo>
                    <a:pt x="5285" y="385"/>
                  </a:lnTo>
                  <a:cubicBezTo>
                    <a:pt x="5274" y="163"/>
                    <a:pt x="5097" y="0"/>
                    <a:pt x="48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
        <p:nvSpPr>
          <p:cNvPr id="25" name="CaixaDeTexto 24">
            <a:extLst>
              <a:ext uri="{FF2B5EF4-FFF2-40B4-BE49-F238E27FC236}">
                <a16:creationId xmlns:a16="http://schemas.microsoft.com/office/drawing/2014/main" id="{5E0312A3-0B16-4822-D546-89EFE4A52991}"/>
              </a:ext>
            </a:extLst>
          </p:cNvPr>
          <p:cNvSpPr txBox="1"/>
          <p:nvPr/>
        </p:nvSpPr>
        <p:spPr>
          <a:xfrm>
            <a:off x="6065521" y="1436892"/>
            <a:ext cx="2446020" cy="646331"/>
          </a:xfrm>
          <a:prstGeom prst="rect">
            <a:avLst/>
          </a:prstGeom>
          <a:noFill/>
        </p:spPr>
        <p:txBody>
          <a:bodyPr wrap="square" rtlCol="0">
            <a:spAutoFit/>
          </a:bodyPr>
          <a:lstStyle/>
          <a:p>
            <a:r>
              <a:rPr lang="pt-BR" sz="1200" dirty="0">
                <a:solidFill>
                  <a:schemeClr val="tx1"/>
                </a:solidFill>
                <a:latin typeface="Hanken Grotesk" pitchFamily="2" charset="0"/>
              </a:rPr>
              <a:t>A lógica difere de linguagem para linguagem alterando também a sua sintaxe</a:t>
            </a:r>
          </a:p>
        </p:txBody>
      </p:sp>
      <p:sp>
        <p:nvSpPr>
          <p:cNvPr id="27" name="CaixaDeTexto 26">
            <a:extLst>
              <a:ext uri="{FF2B5EF4-FFF2-40B4-BE49-F238E27FC236}">
                <a16:creationId xmlns:a16="http://schemas.microsoft.com/office/drawing/2014/main" id="{7D572AC3-3586-0927-19CE-88BD4D1B3310}"/>
              </a:ext>
            </a:extLst>
          </p:cNvPr>
          <p:cNvSpPr txBox="1"/>
          <p:nvPr/>
        </p:nvSpPr>
        <p:spPr>
          <a:xfrm>
            <a:off x="1569720" y="3185160"/>
            <a:ext cx="2476500" cy="830997"/>
          </a:xfrm>
          <a:prstGeom prst="rect">
            <a:avLst/>
          </a:prstGeom>
          <a:noFill/>
        </p:spPr>
        <p:txBody>
          <a:bodyPr wrap="square" rtlCol="0">
            <a:spAutoFit/>
          </a:bodyPr>
          <a:lstStyle/>
          <a:p>
            <a:r>
              <a:rPr lang="pt-BR" sz="1200" dirty="0">
                <a:solidFill>
                  <a:schemeClr val="tx1"/>
                </a:solidFill>
                <a:latin typeface="Hanken Grotesk" pitchFamily="2" charset="0"/>
              </a:rPr>
              <a:t>Um algoritmo é a forma que é escolhida para resolver um problema, podendo ser  computacional ou não</a:t>
            </a:r>
          </a:p>
        </p:txBody>
      </p:sp>
      <p:sp>
        <p:nvSpPr>
          <p:cNvPr id="28" name="CaixaDeTexto 27">
            <a:extLst>
              <a:ext uri="{FF2B5EF4-FFF2-40B4-BE49-F238E27FC236}">
                <a16:creationId xmlns:a16="http://schemas.microsoft.com/office/drawing/2014/main" id="{9A284065-2B6B-94BE-D1CF-AB792337193A}"/>
              </a:ext>
            </a:extLst>
          </p:cNvPr>
          <p:cNvSpPr txBox="1"/>
          <p:nvPr/>
        </p:nvSpPr>
        <p:spPr>
          <a:xfrm>
            <a:off x="6179820" y="3116580"/>
            <a:ext cx="2331721" cy="1015663"/>
          </a:xfrm>
          <a:prstGeom prst="rect">
            <a:avLst/>
          </a:prstGeom>
          <a:noFill/>
        </p:spPr>
        <p:txBody>
          <a:bodyPr wrap="square" rtlCol="0">
            <a:spAutoFit/>
          </a:bodyPr>
          <a:lstStyle/>
          <a:p>
            <a:r>
              <a:rPr lang="pt-BR" sz="1200" dirty="0">
                <a:solidFill>
                  <a:schemeClr val="tx1"/>
                </a:solidFill>
                <a:latin typeface="Hanken Grotesk" pitchFamily="2" charset="0"/>
              </a:rPr>
              <a:t>A sintaxe de programação é o conjunto de normas que regulam e coordenam as diferentes variáveis e sua associação	</a:t>
            </a:r>
          </a:p>
        </p:txBody>
      </p:sp>
    </p:spTree>
    <p:extLst>
      <p:ext uri="{BB962C8B-B14F-4D97-AF65-F5344CB8AC3E}">
        <p14:creationId xmlns:p14="http://schemas.microsoft.com/office/powerpoint/2010/main" val="4109321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32"/>
          <p:cNvSpPr txBox="1">
            <a:spLocks noGrp="1"/>
          </p:cNvSpPr>
          <p:nvPr>
            <p:ph type="title"/>
          </p:nvPr>
        </p:nvSpPr>
        <p:spPr>
          <a:xfrm>
            <a:off x="1136800" y="2292595"/>
            <a:ext cx="5873152" cy="1022530"/>
          </a:xfrm>
          <a:prstGeom prst="rect">
            <a:avLst/>
          </a:prstGeom>
        </p:spPr>
        <p:txBody>
          <a:bodyPr spcFirstLastPara="1" wrap="square" lIns="91425" tIns="91425" rIns="91425" bIns="91425" anchor="ctr" anchorCtr="0">
            <a:noAutofit/>
          </a:bodyPr>
          <a:lstStyle/>
          <a:p>
            <a:r>
              <a:rPr lang="en" dirty="0"/>
              <a:t>Orientação a Objetos</a:t>
            </a:r>
          </a:p>
        </p:txBody>
      </p:sp>
      <p:sp>
        <p:nvSpPr>
          <p:cNvPr id="741" name="Google Shape;741;p32"/>
          <p:cNvSpPr/>
          <p:nvPr/>
        </p:nvSpPr>
        <p:spPr>
          <a:xfrm rot="-5400000">
            <a:off x="689075" y="2684117"/>
            <a:ext cx="357300" cy="309016"/>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2"/>
          <p:cNvSpPr/>
          <p:nvPr/>
        </p:nvSpPr>
        <p:spPr>
          <a:xfrm>
            <a:off x="7016375" y="-1615175"/>
            <a:ext cx="1633483" cy="5920031"/>
          </a:xfrm>
          <a:custGeom>
            <a:avLst/>
            <a:gdLst/>
            <a:ahLst/>
            <a:cxnLst/>
            <a:rect l="l" t="t" r="r" b="b"/>
            <a:pathLst>
              <a:path w="18075" h="65507" extrusionOk="0">
                <a:moveTo>
                  <a:pt x="0" y="65507"/>
                </a:moveTo>
                <a:lnTo>
                  <a:pt x="18075" y="47432"/>
                </a:lnTo>
                <a:lnTo>
                  <a:pt x="18075" y="0"/>
                </a:lnTo>
              </a:path>
            </a:pathLst>
          </a:custGeom>
          <a:noFill/>
          <a:ln w="9525" cap="flat" cmpd="sng">
            <a:solidFill>
              <a:schemeClr val="accent1"/>
            </a:solidFill>
            <a:prstDash val="solid"/>
            <a:round/>
            <a:headEnd type="none" w="med" len="med"/>
            <a:tailEnd type="none" w="med" len="med"/>
          </a:ln>
        </p:spPr>
        <p:txBody>
          <a:bodyPr/>
          <a:lstStyle/>
          <a:p>
            <a:endParaRPr lang="pt-BR"/>
          </a:p>
        </p:txBody>
      </p:sp>
      <p:grpSp>
        <p:nvGrpSpPr>
          <p:cNvPr id="743" name="Google Shape;743;p32"/>
          <p:cNvGrpSpPr/>
          <p:nvPr/>
        </p:nvGrpSpPr>
        <p:grpSpPr>
          <a:xfrm rot="10800000" flipH="1">
            <a:off x="7968643" y="3562070"/>
            <a:ext cx="681217" cy="3360485"/>
            <a:chOff x="1337800" y="-2525590"/>
            <a:chExt cx="1498167" cy="7390555"/>
          </a:xfrm>
        </p:grpSpPr>
        <p:cxnSp>
          <p:nvCxnSpPr>
            <p:cNvPr id="744" name="Google Shape;744;p32"/>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745" name="Google Shape;745;p32"/>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746" name="Google Shape;746;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7" name="Google Shape;747;p32"/>
          <p:cNvGrpSpPr/>
          <p:nvPr/>
        </p:nvGrpSpPr>
        <p:grpSpPr>
          <a:xfrm rot="-5400000" flipH="1">
            <a:off x="70043" y="-592705"/>
            <a:ext cx="681217" cy="3360485"/>
            <a:chOff x="1337800" y="-2525590"/>
            <a:chExt cx="1498167" cy="7390555"/>
          </a:xfrm>
        </p:grpSpPr>
        <p:cxnSp>
          <p:nvCxnSpPr>
            <p:cNvPr id="748" name="Google Shape;748;p32"/>
            <p:cNvCxnSpPr/>
            <p:nvPr/>
          </p:nvCxnSpPr>
          <p:spPr>
            <a:xfrm rot="10800000">
              <a:off x="1337800" y="-2525590"/>
              <a:ext cx="0" cy="5870700"/>
            </a:xfrm>
            <a:prstGeom prst="straightConnector1">
              <a:avLst/>
            </a:prstGeom>
            <a:noFill/>
            <a:ln w="9525" cap="flat" cmpd="sng">
              <a:solidFill>
                <a:schemeClr val="lt1"/>
              </a:solidFill>
              <a:prstDash val="solid"/>
              <a:round/>
              <a:headEnd type="none" w="med" len="med"/>
              <a:tailEnd type="none" w="med" len="med"/>
            </a:ln>
          </p:spPr>
        </p:cxnSp>
        <p:cxnSp>
          <p:nvCxnSpPr>
            <p:cNvPr id="749" name="Google Shape;749;p32"/>
            <p:cNvCxnSpPr/>
            <p:nvPr/>
          </p:nvCxnSpPr>
          <p:spPr>
            <a:xfrm>
              <a:off x="1337800" y="3347125"/>
              <a:ext cx="1158600" cy="1141200"/>
            </a:xfrm>
            <a:prstGeom prst="straightConnector1">
              <a:avLst/>
            </a:prstGeom>
            <a:noFill/>
            <a:ln w="9525" cap="flat" cmpd="sng">
              <a:solidFill>
                <a:schemeClr val="lt1"/>
              </a:solidFill>
              <a:prstDash val="solid"/>
              <a:round/>
              <a:headEnd type="none" w="med" len="med"/>
              <a:tailEnd type="none" w="med" len="med"/>
            </a:ln>
          </p:spPr>
        </p:cxnSp>
        <p:sp>
          <p:nvSpPr>
            <p:cNvPr id="750" name="Google Shape;750;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1" name="Google Shape;751;p32"/>
          <p:cNvSpPr/>
          <p:nvPr/>
        </p:nvSpPr>
        <p:spPr>
          <a:xfrm rot="-5400000">
            <a:off x="5572485" y="-2452153"/>
            <a:ext cx="1971347" cy="6005438"/>
          </a:xfrm>
          <a:custGeom>
            <a:avLst/>
            <a:gdLst/>
            <a:ahLst/>
            <a:cxnLst/>
            <a:rect l="l" t="t" r="r" b="b"/>
            <a:pathLst>
              <a:path w="62917" h="191668" extrusionOk="0">
                <a:moveTo>
                  <a:pt x="0" y="0"/>
                </a:moveTo>
                <a:lnTo>
                  <a:pt x="0" y="21836"/>
                </a:lnTo>
                <a:lnTo>
                  <a:pt x="38334" y="60169"/>
                </a:lnTo>
                <a:lnTo>
                  <a:pt x="38334" y="81762"/>
                </a:lnTo>
                <a:lnTo>
                  <a:pt x="22442" y="97654"/>
                </a:lnTo>
                <a:lnTo>
                  <a:pt x="22442" y="116457"/>
                </a:lnTo>
                <a:lnTo>
                  <a:pt x="62917" y="139825"/>
                </a:lnTo>
                <a:lnTo>
                  <a:pt x="62917" y="191668"/>
                </a:lnTo>
              </a:path>
            </a:pathLst>
          </a:custGeom>
          <a:noFill/>
          <a:ln w="9525" cap="flat" cmpd="sng">
            <a:solidFill>
              <a:schemeClr val="accent1"/>
            </a:solidFill>
            <a:prstDash val="solid"/>
            <a:round/>
            <a:headEnd type="none" w="med" len="med"/>
            <a:tailEnd type="none" w="med" len="med"/>
          </a:ln>
        </p:spPr>
        <p:txBody>
          <a:bodyPr/>
          <a:lstStyle/>
          <a:p>
            <a:endParaRPr lang="pt-BR"/>
          </a:p>
        </p:txBody>
      </p:sp>
      <p:grpSp>
        <p:nvGrpSpPr>
          <p:cNvPr id="752" name="Google Shape;752;p32"/>
          <p:cNvGrpSpPr/>
          <p:nvPr/>
        </p:nvGrpSpPr>
        <p:grpSpPr>
          <a:xfrm>
            <a:off x="7221623" y="1260360"/>
            <a:ext cx="1160062" cy="523162"/>
            <a:chOff x="7221623" y="1260360"/>
            <a:chExt cx="1160062" cy="523162"/>
          </a:xfrm>
        </p:grpSpPr>
        <p:sp>
          <p:nvSpPr>
            <p:cNvPr id="753" name="Google Shape;753;p32"/>
            <p:cNvSpPr/>
            <p:nvPr/>
          </p:nvSpPr>
          <p:spPr>
            <a:xfrm rot="-5400000">
              <a:off x="8141200" y="1059948"/>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2"/>
            <p:cNvSpPr/>
            <p:nvPr/>
          </p:nvSpPr>
          <p:spPr>
            <a:xfrm rot="5400000">
              <a:off x="7437562" y="1320304"/>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2"/>
            <p:cNvSpPr/>
            <p:nvPr/>
          </p:nvSpPr>
          <p:spPr>
            <a:xfrm rot="-5400000">
              <a:off x="7930383" y="13322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210421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9D4F7905-1913-432F-1AF5-1A5872C6831D}"/>
              </a:ext>
            </a:extLst>
          </p:cNvPr>
          <p:cNvSpPr>
            <a:spLocks noGrp="1"/>
          </p:cNvSpPr>
          <p:nvPr>
            <p:ph type="title"/>
          </p:nvPr>
        </p:nvSpPr>
        <p:spPr>
          <a:xfrm>
            <a:off x="961725" y="604581"/>
            <a:ext cx="7704000" cy="572700"/>
          </a:xfrm>
        </p:spPr>
        <p:txBody>
          <a:bodyPr/>
          <a:lstStyle/>
          <a:p>
            <a:r>
              <a:rPr lang="pt-BR" dirty="0"/>
              <a:t>Orientação a objetos</a:t>
            </a:r>
          </a:p>
        </p:txBody>
      </p:sp>
      <p:sp>
        <p:nvSpPr>
          <p:cNvPr id="6" name="Google Shape;741;p32">
            <a:extLst>
              <a:ext uri="{FF2B5EF4-FFF2-40B4-BE49-F238E27FC236}">
                <a16:creationId xmlns:a16="http://schemas.microsoft.com/office/drawing/2014/main" id="{65884B89-87EB-9056-7CB1-F62B4A356789}"/>
              </a:ext>
            </a:extLst>
          </p:cNvPr>
          <p:cNvSpPr/>
          <p:nvPr/>
        </p:nvSpPr>
        <p:spPr>
          <a:xfrm rot="-5400000">
            <a:off x="628567" y="736423"/>
            <a:ext cx="357300" cy="309016"/>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CaixaDeTexto 10">
            <a:extLst>
              <a:ext uri="{FF2B5EF4-FFF2-40B4-BE49-F238E27FC236}">
                <a16:creationId xmlns:a16="http://schemas.microsoft.com/office/drawing/2014/main" id="{6A8EDBAE-3F7B-6C7B-F07C-A2728ABBEDD1}"/>
              </a:ext>
            </a:extLst>
          </p:cNvPr>
          <p:cNvSpPr txBox="1"/>
          <p:nvPr/>
        </p:nvSpPr>
        <p:spPr>
          <a:xfrm>
            <a:off x="1392369" y="1667724"/>
            <a:ext cx="2653851" cy="830997"/>
          </a:xfrm>
          <a:prstGeom prst="rect">
            <a:avLst/>
          </a:prstGeom>
          <a:noFill/>
        </p:spPr>
        <p:txBody>
          <a:bodyPr wrap="square" rtlCol="0">
            <a:spAutoFit/>
          </a:bodyPr>
          <a:lstStyle/>
          <a:p>
            <a:r>
              <a:rPr lang="pt-BR" sz="1200" dirty="0">
                <a:solidFill>
                  <a:schemeClr val="tx1"/>
                </a:solidFill>
                <a:latin typeface="Hanken Grotesk" pitchFamily="2" charset="0"/>
              </a:rPr>
              <a:t>Paradigma que tenta representar os padrões do mundo real por meio de classes e objetos. Utilizado para sistemas comerciais e jogos.</a:t>
            </a:r>
          </a:p>
        </p:txBody>
      </p:sp>
      <p:grpSp>
        <p:nvGrpSpPr>
          <p:cNvPr id="12" name="Google Shape;787;p34">
            <a:extLst>
              <a:ext uri="{FF2B5EF4-FFF2-40B4-BE49-F238E27FC236}">
                <a16:creationId xmlns:a16="http://schemas.microsoft.com/office/drawing/2014/main" id="{D25C47CB-3364-42C3-52C3-433041A62DE2}"/>
              </a:ext>
            </a:extLst>
          </p:cNvPr>
          <p:cNvGrpSpPr/>
          <p:nvPr/>
        </p:nvGrpSpPr>
        <p:grpSpPr>
          <a:xfrm>
            <a:off x="4813725" y="1866605"/>
            <a:ext cx="346325" cy="345000"/>
            <a:chOff x="1725463" y="2681050"/>
            <a:chExt cx="346325" cy="345000"/>
          </a:xfrm>
        </p:grpSpPr>
        <p:sp>
          <p:nvSpPr>
            <p:cNvPr id="13" name="Google Shape;788;p34">
              <a:extLst>
                <a:ext uri="{FF2B5EF4-FFF2-40B4-BE49-F238E27FC236}">
                  <a16:creationId xmlns:a16="http://schemas.microsoft.com/office/drawing/2014/main" id="{7E8CBE6A-6814-20ED-0FDA-D1196A92CD7D}"/>
                </a:ext>
              </a:extLst>
            </p:cNvPr>
            <p:cNvSpPr/>
            <p:nvPr/>
          </p:nvSpPr>
          <p:spPr>
            <a:xfrm>
              <a:off x="1807588" y="2762650"/>
              <a:ext cx="181800" cy="181800"/>
            </a:xfrm>
            <a:custGeom>
              <a:avLst/>
              <a:gdLst/>
              <a:ahLst/>
              <a:cxnLst/>
              <a:rect l="l" t="t" r="r" b="b"/>
              <a:pathLst>
                <a:path w="7272" h="7272" extrusionOk="0">
                  <a:moveTo>
                    <a:pt x="6032" y="808"/>
                  </a:moveTo>
                  <a:lnTo>
                    <a:pt x="6464" y="1240"/>
                  </a:lnTo>
                  <a:lnTo>
                    <a:pt x="6464" y="1613"/>
                  </a:lnTo>
                  <a:lnTo>
                    <a:pt x="2418" y="1613"/>
                  </a:lnTo>
                  <a:lnTo>
                    <a:pt x="2418" y="808"/>
                  </a:lnTo>
                  <a:close/>
                  <a:moveTo>
                    <a:pt x="1613" y="808"/>
                  </a:moveTo>
                  <a:lnTo>
                    <a:pt x="1613" y="4851"/>
                  </a:lnTo>
                  <a:lnTo>
                    <a:pt x="805" y="4851"/>
                  </a:lnTo>
                  <a:lnTo>
                    <a:pt x="805" y="1240"/>
                  </a:lnTo>
                  <a:lnTo>
                    <a:pt x="1240" y="808"/>
                  </a:lnTo>
                  <a:close/>
                  <a:moveTo>
                    <a:pt x="4851" y="2421"/>
                  </a:moveTo>
                  <a:lnTo>
                    <a:pt x="4851" y="4851"/>
                  </a:lnTo>
                  <a:lnTo>
                    <a:pt x="2418" y="4851"/>
                  </a:lnTo>
                  <a:lnTo>
                    <a:pt x="2418" y="2421"/>
                  </a:lnTo>
                  <a:close/>
                  <a:moveTo>
                    <a:pt x="4851" y="5659"/>
                  </a:moveTo>
                  <a:lnTo>
                    <a:pt x="4851" y="6464"/>
                  </a:lnTo>
                  <a:lnTo>
                    <a:pt x="1240" y="6464"/>
                  </a:lnTo>
                  <a:lnTo>
                    <a:pt x="805" y="6032"/>
                  </a:lnTo>
                  <a:lnTo>
                    <a:pt x="805" y="5659"/>
                  </a:lnTo>
                  <a:close/>
                  <a:moveTo>
                    <a:pt x="6464" y="2421"/>
                  </a:moveTo>
                  <a:lnTo>
                    <a:pt x="6464" y="6032"/>
                  </a:lnTo>
                  <a:lnTo>
                    <a:pt x="6032" y="6464"/>
                  </a:lnTo>
                  <a:lnTo>
                    <a:pt x="5659" y="6464"/>
                  </a:lnTo>
                  <a:lnTo>
                    <a:pt x="5659" y="2421"/>
                  </a:lnTo>
                  <a:close/>
                  <a:moveTo>
                    <a:pt x="1075" y="0"/>
                  </a:moveTo>
                  <a:cubicBezTo>
                    <a:pt x="960" y="0"/>
                    <a:pt x="864" y="37"/>
                    <a:pt x="783" y="118"/>
                  </a:cubicBezTo>
                  <a:lnTo>
                    <a:pt x="118" y="783"/>
                  </a:lnTo>
                  <a:cubicBezTo>
                    <a:pt x="34" y="867"/>
                    <a:pt x="0" y="960"/>
                    <a:pt x="0" y="1078"/>
                  </a:cubicBezTo>
                  <a:lnTo>
                    <a:pt x="0" y="6197"/>
                  </a:lnTo>
                  <a:cubicBezTo>
                    <a:pt x="0" y="6312"/>
                    <a:pt x="34" y="6408"/>
                    <a:pt x="118" y="6489"/>
                  </a:cubicBezTo>
                  <a:lnTo>
                    <a:pt x="783" y="7154"/>
                  </a:lnTo>
                  <a:cubicBezTo>
                    <a:pt x="864" y="7235"/>
                    <a:pt x="960" y="7272"/>
                    <a:pt x="1075" y="7272"/>
                  </a:cubicBezTo>
                  <a:lnTo>
                    <a:pt x="6206" y="7272"/>
                  </a:lnTo>
                  <a:cubicBezTo>
                    <a:pt x="6312" y="7272"/>
                    <a:pt x="6416" y="7235"/>
                    <a:pt x="6486" y="7154"/>
                  </a:cubicBezTo>
                  <a:lnTo>
                    <a:pt x="7154" y="6489"/>
                  </a:lnTo>
                  <a:cubicBezTo>
                    <a:pt x="7235" y="6408"/>
                    <a:pt x="7272" y="6312"/>
                    <a:pt x="7272" y="6197"/>
                  </a:cubicBezTo>
                  <a:lnTo>
                    <a:pt x="7272" y="1078"/>
                  </a:lnTo>
                  <a:cubicBezTo>
                    <a:pt x="7272" y="960"/>
                    <a:pt x="7235" y="867"/>
                    <a:pt x="7154" y="783"/>
                  </a:cubicBezTo>
                  <a:lnTo>
                    <a:pt x="6486" y="118"/>
                  </a:lnTo>
                  <a:cubicBezTo>
                    <a:pt x="6416" y="37"/>
                    <a:pt x="6312" y="0"/>
                    <a:pt x="62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 name="Google Shape;789;p34">
              <a:extLst>
                <a:ext uri="{FF2B5EF4-FFF2-40B4-BE49-F238E27FC236}">
                  <a16:creationId xmlns:a16="http://schemas.microsoft.com/office/drawing/2014/main" id="{8355F9D4-365A-D7E7-D400-5B1912A993B1}"/>
                </a:ext>
              </a:extLst>
            </p:cNvPr>
            <p:cNvSpPr/>
            <p:nvPr/>
          </p:nvSpPr>
          <p:spPr>
            <a:xfrm>
              <a:off x="1725463" y="2681050"/>
              <a:ext cx="346325" cy="345000"/>
            </a:xfrm>
            <a:custGeom>
              <a:avLst/>
              <a:gdLst/>
              <a:ahLst/>
              <a:cxnLst/>
              <a:rect l="l" t="t" r="r" b="b"/>
              <a:pathLst>
                <a:path w="13853" h="13800" extrusionOk="0">
                  <a:moveTo>
                    <a:pt x="9996" y="2448"/>
                  </a:moveTo>
                  <a:lnTo>
                    <a:pt x="11373" y="3837"/>
                  </a:lnTo>
                  <a:lnTo>
                    <a:pt x="11373" y="9963"/>
                  </a:lnTo>
                  <a:lnTo>
                    <a:pt x="9996" y="11355"/>
                  </a:lnTo>
                  <a:lnTo>
                    <a:pt x="3858" y="11355"/>
                  </a:lnTo>
                  <a:lnTo>
                    <a:pt x="2466" y="9963"/>
                  </a:lnTo>
                  <a:lnTo>
                    <a:pt x="2466" y="3837"/>
                  </a:lnTo>
                  <a:lnTo>
                    <a:pt x="3858" y="2448"/>
                  </a:lnTo>
                  <a:close/>
                  <a:moveTo>
                    <a:pt x="3671" y="0"/>
                  </a:moveTo>
                  <a:cubicBezTo>
                    <a:pt x="3454" y="0"/>
                    <a:pt x="3285" y="186"/>
                    <a:pt x="3285" y="400"/>
                  </a:cubicBezTo>
                  <a:lnTo>
                    <a:pt x="3285" y="1873"/>
                  </a:lnTo>
                  <a:lnTo>
                    <a:pt x="1905" y="3264"/>
                  </a:lnTo>
                  <a:lnTo>
                    <a:pt x="432" y="3264"/>
                  </a:lnTo>
                  <a:cubicBezTo>
                    <a:pt x="222" y="3264"/>
                    <a:pt x="48" y="3416"/>
                    <a:pt x="23" y="3615"/>
                  </a:cubicBezTo>
                  <a:cubicBezTo>
                    <a:pt x="0" y="3862"/>
                    <a:pt x="188" y="4072"/>
                    <a:pt x="421" y="4072"/>
                  </a:cubicBezTo>
                  <a:lnTo>
                    <a:pt x="1661" y="4072"/>
                  </a:lnTo>
                  <a:lnTo>
                    <a:pt x="1661" y="4877"/>
                  </a:lnTo>
                  <a:lnTo>
                    <a:pt x="432" y="4877"/>
                  </a:lnTo>
                  <a:cubicBezTo>
                    <a:pt x="222" y="4877"/>
                    <a:pt x="48" y="5029"/>
                    <a:pt x="23" y="5239"/>
                  </a:cubicBezTo>
                  <a:cubicBezTo>
                    <a:pt x="0" y="5486"/>
                    <a:pt x="188" y="5685"/>
                    <a:pt x="421" y="5685"/>
                  </a:cubicBezTo>
                  <a:lnTo>
                    <a:pt x="1661" y="5685"/>
                  </a:lnTo>
                  <a:lnTo>
                    <a:pt x="1661" y="6490"/>
                  </a:lnTo>
                  <a:lnTo>
                    <a:pt x="432" y="6490"/>
                  </a:lnTo>
                  <a:cubicBezTo>
                    <a:pt x="222" y="6490"/>
                    <a:pt x="48" y="6642"/>
                    <a:pt x="23" y="6852"/>
                  </a:cubicBezTo>
                  <a:cubicBezTo>
                    <a:pt x="0" y="7099"/>
                    <a:pt x="188" y="7310"/>
                    <a:pt x="421" y="7310"/>
                  </a:cubicBezTo>
                  <a:lnTo>
                    <a:pt x="1661" y="7310"/>
                  </a:lnTo>
                  <a:lnTo>
                    <a:pt x="1661" y="8115"/>
                  </a:lnTo>
                  <a:lnTo>
                    <a:pt x="432" y="8115"/>
                  </a:lnTo>
                  <a:cubicBezTo>
                    <a:pt x="222" y="8115"/>
                    <a:pt x="48" y="8269"/>
                    <a:pt x="23" y="8465"/>
                  </a:cubicBezTo>
                  <a:cubicBezTo>
                    <a:pt x="0" y="8712"/>
                    <a:pt x="188" y="8923"/>
                    <a:pt x="421" y="8923"/>
                  </a:cubicBezTo>
                  <a:lnTo>
                    <a:pt x="1661" y="8923"/>
                  </a:lnTo>
                  <a:lnTo>
                    <a:pt x="1661" y="9728"/>
                  </a:lnTo>
                  <a:lnTo>
                    <a:pt x="432" y="9728"/>
                  </a:lnTo>
                  <a:cubicBezTo>
                    <a:pt x="222" y="9728"/>
                    <a:pt x="48" y="9882"/>
                    <a:pt x="23" y="10092"/>
                  </a:cubicBezTo>
                  <a:cubicBezTo>
                    <a:pt x="0" y="10337"/>
                    <a:pt x="188" y="10536"/>
                    <a:pt x="421" y="10536"/>
                  </a:cubicBezTo>
                  <a:lnTo>
                    <a:pt x="1905" y="10536"/>
                  </a:lnTo>
                  <a:lnTo>
                    <a:pt x="3285" y="11927"/>
                  </a:lnTo>
                  <a:lnTo>
                    <a:pt x="3285" y="13389"/>
                  </a:lnTo>
                  <a:cubicBezTo>
                    <a:pt x="3285" y="13599"/>
                    <a:pt x="3437" y="13773"/>
                    <a:pt x="3636" y="13795"/>
                  </a:cubicBezTo>
                  <a:cubicBezTo>
                    <a:pt x="3655" y="13798"/>
                    <a:pt x="3675" y="13800"/>
                    <a:pt x="3694" y="13800"/>
                  </a:cubicBezTo>
                  <a:cubicBezTo>
                    <a:pt x="3912" y="13800"/>
                    <a:pt x="4090" y="13614"/>
                    <a:pt x="4090" y="13400"/>
                  </a:cubicBezTo>
                  <a:lnTo>
                    <a:pt x="4090" y="12160"/>
                  </a:lnTo>
                  <a:lnTo>
                    <a:pt x="4898" y="12160"/>
                  </a:lnTo>
                  <a:lnTo>
                    <a:pt x="4898" y="13389"/>
                  </a:lnTo>
                  <a:cubicBezTo>
                    <a:pt x="4898" y="13599"/>
                    <a:pt x="5050" y="13773"/>
                    <a:pt x="5260" y="13795"/>
                  </a:cubicBezTo>
                  <a:cubicBezTo>
                    <a:pt x="5280" y="13798"/>
                    <a:pt x="5299" y="13800"/>
                    <a:pt x="5318" y="13800"/>
                  </a:cubicBezTo>
                  <a:cubicBezTo>
                    <a:pt x="5537" y="13800"/>
                    <a:pt x="5703" y="13614"/>
                    <a:pt x="5703" y="13400"/>
                  </a:cubicBezTo>
                  <a:lnTo>
                    <a:pt x="5703" y="12160"/>
                  </a:lnTo>
                  <a:lnTo>
                    <a:pt x="6511" y="12160"/>
                  </a:lnTo>
                  <a:lnTo>
                    <a:pt x="6511" y="13389"/>
                  </a:lnTo>
                  <a:cubicBezTo>
                    <a:pt x="6511" y="13599"/>
                    <a:pt x="6663" y="13773"/>
                    <a:pt x="6873" y="13795"/>
                  </a:cubicBezTo>
                  <a:cubicBezTo>
                    <a:pt x="6893" y="13798"/>
                    <a:pt x="6913" y="13800"/>
                    <a:pt x="6932" y="13800"/>
                  </a:cubicBezTo>
                  <a:cubicBezTo>
                    <a:pt x="7152" y="13800"/>
                    <a:pt x="7331" y="13614"/>
                    <a:pt x="7331" y="13400"/>
                  </a:cubicBezTo>
                  <a:lnTo>
                    <a:pt x="7331" y="12160"/>
                  </a:lnTo>
                  <a:lnTo>
                    <a:pt x="8136" y="12160"/>
                  </a:lnTo>
                  <a:lnTo>
                    <a:pt x="8136" y="13389"/>
                  </a:lnTo>
                  <a:cubicBezTo>
                    <a:pt x="8136" y="13599"/>
                    <a:pt x="8287" y="13773"/>
                    <a:pt x="8498" y="13795"/>
                  </a:cubicBezTo>
                  <a:cubicBezTo>
                    <a:pt x="8516" y="13798"/>
                    <a:pt x="8535" y="13800"/>
                    <a:pt x="8554" y="13800"/>
                  </a:cubicBezTo>
                  <a:cubicBezTo>
                    <a:pt x="8766" y="13800"/>
                    <a:pt x="8944" y="13614"/>
                    <a:pt x="8944" y="13400"/>
                  </a:cubicBezTo>
                  <a:lnTo>
                    <a:pt x="8944" y="12160"/>
                  </a:lnTo>
                  <a:lnTo>
                    <a:pt x="9749" y="12160"/>
                  </a:lnTo>
                  <a:lnTo>
                    <a:pt x="9749" y="13389"/>
                  </a:lnTo>
                  <a:cubicBezTo>
                    <a:pt x="9749" y="13599"/>
                    <a:pt x="9900" y="13773"/>
                    <a:pt x="10111" y="13795"/>
                  </a:cubicBezTo>
                  <a:cubicBezTo>
                    <a:pt x="10130" y="13798"/>
                    <a:pt x="10150" y="13800"/>
                    <a:pt x="10169" y="13800"/>
                  </a:cubicBezTo>
                  <a:cubicBezTo>
                    <a:pt x="10388" y="13800"/>
                    <a:pt x="10557" y="13614"/>
                    <a:pt x="10557" y="13400"/>
                  </a:cubicBezTo>
                  <a:lnTo>
                    <a:pt x="10557" y="11927"/>
                  </a:lnTo>
                  <a:lnTo>
                    <a:pt x="11945" y="10536"/>
                  </a:lnTo>
                  <a:lnTo>
                    <a:pt x="13407" y="10536"/>
                  </a:lnTo>
                  <a:cubicBezTo>
                    <a:pt x="13617" y="10536"/>
                    <a:pt x="13794" y="10384"/>
                    <a:pt x="13816" y="10185"/>
                  </a:cubicBezTo>
                  <a:cubicBezTo>
                    <a:pt x="13853" y="9938"/>
                    <a:pt x="13654" y="9728"/>
                    <a:pt x="13418" y="9728"/>
                  </a:cubicBezTo>
                  <a:lnTo>
                    <a:pt x="12181" y="9728"/>
                  </a:lnTo>
                  <a:lnTo>
                    <a:pt x="12181" y="8923"/>
                  </a:lnTo>
                  <a:lnTo>
                    <a:pt x="13407" y="8923"/>
                  </a:lnTo>
                  <a:cubicBezTo>
                    <a:pt x="13617" y="8923"/>
                    <a:pt x="13794" y="8771"/>
                    <a:pt x="13816" y="8561"/>
                  </a:cubicBezTo>
                  <a:cubicBezTo>
                    <a:pt x="13853" y="8314"/>
                    <a:pt x="13654" y="8115"/>
                    <a:pt x="13418" y="8115"/>
                  </a:cubicBezTo>
                  <a:lnTo>
                    <a:pt x="12181" y="8115"/>
                  </a:lnTo>
                  <a:lnTo>
                    <a:pt x="12181" y="7310"/>
                  </a:lnTo>
                  <a:lnTo>
                    <a:pt x="13407" y="7310"/>
                  </a:lnTo>
                  <a:cubicBezTo>
                    <a:pt x="13617" y="7310"/>
                    <a:pt x="13794" y="7158"/>
                    <a:pt x="13816" y="6948"/>
                  </a:cubicBezTo>
                  <a:cubicBezTo>
                    <a:pt x="13853" y="6701"/>
                    <a:pt x="13654" y="6490"/>
                    <a:pt x="13418" y="6490"/>
                  </a:cubicBezTo>
                  <a:lnTo>
                    <a:pt x="12181" y="6490"/>
                  </a:lnTo>
                  <a:lnTo>
                    <a:pt x="12181" y="5685"/>
                  </a:lnTo>
                  <a:lnTo>
                    <a:pt x="13407" y="5685"/>
                  </a:lnTo>
                  <a:cubicBezTo>
                    <a:pt x="13617" y="5685"/>
                    <a:pt x="13794" y="5534"/>
                    <a:pt x="13816" y="5335"/>
                  </a:cubicBezTo>
                  <a:cubicBezTo>
                    <a:pt x="13853" y="5088"/>
                    <a:pt x="13654" y="4877"/>
                    <a:pt x="13418" y="4877"/>
                  </a:cubicBezTo>
                  <a:lnTo>
                    <a:pt x="12181" y="4877"/>
                  </a:lnTo>
                  <a:lnTo>
                    <a:pt x="12181" y="4072"/>
                  </a:lnTo>
                  <a:lnTo>
                    <a:pt x="13407" y="4072"/>
                  </a:lnTo>
                  <a:cubicBezTo>
                    <a:pt x="13617" y="4072"/>
                    <a:pt x="13794" y="3921"/>
                    <a:pt x="13816" y="3710"/>
                  </a:cubicBezTo>
                  <a:cubicBezTo>
                    <a:pt x="13853" y="3463"/>
                    <a:pt x="13654" y="3264"/>
                    <a:pt x="13418" y="3264"/>
                  </a:cubicBezTo>
                  <a:lnTo>
                    <a:pt x="11945" y="3264"/>
                  </a:lnTo>
                  <a:lnTo>
                    <a:pt x="10557" y="1873"/>
                  </a:lnTo>
                  <a:lnTo>
                    <a:pt x="10557" y="414"/>
                  </a:lnTo>
                  <a:cubicBezTo>
                    <a:pt x="10557" y="204"/>
                    <a:pt x="10402" y="27"/>
                    <a:pt x="10206" y="5"/>
                  </a:cubicBezTo>
                  <a:cubicBezTo>
                    <a:pt x="10186" y="2"/>
                    <a:pt x="10167" y="0"/>
                    <a:pt x="10147" y="0"/>
                  </a:cubicBezTo>
                  <a:cubicBezTo>
                    <a:pt x="9927" y="0"/>
                    <a:pt x="9749" y="186"/>
                    <a:pt x="9749" y="400"/>
                  </a:cubicBezTo>
                  <a:lnTo>
                    <a:pt x="9749" y="1640"/>
                  </a:lnTo>
                  <a:lnTo>
                    <a:pt x="8944" y="1640"/>
                  </a:lnTo>
                  <a:lnTo>
                    <a:pt x="8944" y="414"/>
                  </a:lnTo>
                  <a:cubicBezTo>
                    <a:pt x="8944" y="204"/>
                    <a:pt x="8789" y="27"/>
                    <a:pt x="8579" y="5"/>
                  </a:cubicBezTo>
                  <a:cubicBezTo>
                    <a:pt x="8560" y="2"/>
                    <a:pt x="8542" y="0"/>
                    <a:pt x="8523" y="0"/>
                  </a:cubicBezTo>
                  <a:cubicBezTo>
                    <a:pt x="8314" y="0"/>
                    <a:pt x="8136" y="186"/>
                    <a:pt x="8136" y="400"/>
                  </a:cubicBezTo>
                  <a:lnTo>
                    <a:pt x="8136" y="1640"/>
                  </a:lnTo>
                  <a:lnTo>
                    <a:pt x="7331" y="1640"/>
                  </a:lnTo>
                  <a:lnTo>
                    <a:pt x="7331" y="414"/>
                  </a:lnTo>
                  <a:cubicBezTo>
                    <a:pt x="7331" y="204"/>
                    <a:pt x="7176" y="27"/>
                    <a:pt x="6966" y="5"/>
                  </a:cubicBezTo>
                  <a:cubicBezTo>
                    <a:pt x="6946" y="2"/>
                    <a:pt x="6927" y="0"/>
                    <a:pt x="6908" y="0"/>
                  </a:cubicBezTo>
                  <a:cubicBezTo>
                    <a:pt x="6689" y="0"/>
                    <a:pt x="6511" y="186"/>
                    <a:pt x="6511" y="400"/>
                  </a:cubicBezTo>
                  <a:lnTo>
                    <a:pt x="6511" y="1640"/>
                  </a:lnTo>
                  <a:lnTo>
                    <a:pt x="5703" y="1640"/>
                  </a:lnTo>
                  <a:lnTo>
                    <a:pt x="5703" y="414"/>
                  </a:lnTo>
                  <a:cubicBezTo>
                    <a:pt x="5703" y="204"/>
                    <a:pt x="5552" y="27"/>
                    <a:pt x="5353" y="5"/>
                  </a:cubicBezTo>
                  <a:cubicBezTo>
                    <a:pt x="5333" y="2"/>
                    <a:pt x="5314" y="0"/>
                    <a:pt x="5295" y="0"/>
                  </a:cubicBezTo>
                  <a:cubicBezTo>
                    <a:pt x="5076" y="0"/>
                    <a:pt x="4898" y="186"/>
                    <a:pt x="4898" y="400"/>
                  </a:cubicBezTo>
                  <a:lnTo>
                    <a:pt x="4898" y="1640"/>
                  </a:lnTo>
                  <a:lnTo>
                    <a:pt x="4090" y="1640"/>
                  </a:lnTo>
                  <a:lnTo>
                    <a:pt x="4090" y="414"/>
                  </a:lnTo>
                  <a:cubicBezTo>
                    <a:pt x="4090" y="204"/>
                    <a:pt x="3939" y="27"/>
                    <a:pt x="3728" y="5"/>
                  </a:cubicBezTo>
                  <a:cubicBezTo>
                    <a:pt x="3709" y="2"/>
                    <a:pt x="3690" y="0"/>
                    <a:pt x="36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15" name="Google Shape;1340;p48">
            <a:extLst>
              <a:ext uri="{FF2B5EF4-FFF2-40B4-BE49-F238E27FC236}">
                <a16:creationId xmlns:a16="http://schemas.microsoft.com/office/drawing/2014/main" id="{58F816AA-69AD-EDE0-FC6C-163AB5355890}"/>
              </a:ext>
            </a:extLst>
          </p:cNvPr>
          <p:cNvGrpSpPr/>
          <p:nvPr/>
        </p:nvGrpSpPr>
        <p:grpSpPr>
          <a:xfrm>
            <a:off x="807217" y="1974355"/>
            <a:ext cx="347475" cy="345150"/>
            <a:chOff x="4744113" y="3243975"/>
            <a:chExt cx="347475" cy="345150"/>
          </a:xfrm>
        </p:grpSpPr>
        <p:sp>
          <p:nvSpPr>
            <p:cNvPr id="16" name="Google Shape;1341;p48">
              <a:extLst>
                <a:ext uri="{FF2B5EF4-FFF2-40B4-BE49-F238E27FC236}">
                  <a16:creationId xmlns:a16="http://schemas.microsoft.com/office/drawing/2014/main" id="{902CAC4F-6AA7-D50B-6320-A557ACC0438A}"/>
                </a:ext>
              </a:extLst>
            </p:cNvPr>
            <p:cNvSpPr/>
            <p:nvPr/>
          </p:nvSpPr>
          <p:spPr>
            <a:xfrm>
              <a:off x="4744113" y="3339725"/>
              <a:ext cx="182950" cy="249400"/>
            </a:xfrm>
            <a:custGeom>
              <a:avLst/>
              <a:gdLst/>
              <a:ahLst/>
              <a:cxnLst/>
              <a:rect l="l" t="t" r="r" b="b"/>
              <a:pathLst>
                <a:path w="7318" h="9976" extrusionOk="0">
                  <a:moveTo>
                    <a:pt x="3697" y="810"/>
                  </a:moveTo>
                  <a:cubicBezTo>
                    <a:pt x="3704" y="810"/>
                    <a:pt x="3711" y="810"/>
                    <a:pt x="3718" y="810"/>
                  </a:cubicBezTo>
                  <a:cubicBezTo>
                    <a:pt x="5272" y="833"/>
                    <a:pt x="6523" y="2095"/>
                    <a:pt x="6523" y="3638"/>
                  </a:cubicBezTo>
                  <a:cubicBezTo>
                    <a:pt x="6523" y="4398"/>
                    <a:pt x="6217" y="5111"/>
                    <a:pt x="5682" y="5649"/>
                  </a:cubicBezTo>
                  <a:cubicBezTo>
                    <a:pt x="5154" y="6174"/>
                    <a:pt x="4815" y="6842"/>
                    <a:pt x="4722" y="7554"/>
                  </a:cubicBezTo>
                  <a:lnTo>
                    <a:pt x="4091" y="7554"/>
                  </a:lnTo>
                  <a:lnTo>
                    <a:pt x="4091" y="4889"/>
                  </a:lnTo>
                  <a:lnTo>
                    <a:pt x="5050" y="3930"/>
                  </a:lnTo>
                  <a:cubicBezTo>
                    <a:pt x="5191" y="3789"/>
                    <a:pt x="5213" y="3557"/>
                    <a:pt x="5084" y="3394"/>
                  </a:cubicBezTo>
                  <a:cubicBezTo>
                    <a:pt x="5003" y="3288"/>
                    <a:pt x="4886" y="3235"/>
                    <a:pt x="4768" y="3235"/>
                  </a:cubicBezTo>
                  <a:cubicBezTo>
                    <a:pt x="4664" y="3235"/>
                    <a:pt x="4560" y="3276"/>
                    <a:pt x="4478" y="3357"/>
                  </a:cubicBezTo>
                  <a:lnTo>
                    <a:pt x="3693" y="4154"/>
                  </a:lnTo>
                  <a:lnTo>
                    <a:pt x="2899" y="3357"/>
                  </a:lnTo>
                  <a:cubicBezTo>
                    <a:pt x="2817" y="3276"/>
                    <a:pt x="2713" y="3235"/>
                    <a:pt x="2608" y="3235"/>
                  </a:cubicBezTo>
                  <a:cubicBezTo>
                    <a:pt x="2490" y="3235"/>
                    <a:pt x="2372" y="3288"/>
                    <a:pt x="2290" y="3394"/>
                  </a:cubicBezTo>
                  <a:cubicBezTo>
                    <a:pt x="2164" y="3557"/>
                    <a:pt x="2186" y="3789"/>
                    <a:pt x="2338" y="3930"/>
                  </a:cubicBezTo>
                  <a:lnTo>
                    <a:pt x="3286" y="4889"/>
                  </a:lnTo>
                  <a:lnTo>
                    <a:pt x="3286" y="7554"/>
                  </a:lnTo>
                  <a:lnTo>
                    <a:pt x="2655" y="7554"/>
                  </a:lnTo>
                  <a:cubicBezTo>
                    <a:pt x="2559" y="6842"/>
                    <a:pt x="2234" y="6174"/>
                    <a:pt x="1695" y="5649"/>
                  </a:cubicBezTo>
                  <a:cubicBezTo>
                    <a:pt x="1145" y="5099"/>
                    <a:pt x="854" y="4376"/>
                    <a:pt x="854" y="3615"/>
                  </a:cubicBezTo>
                  <a:cubicBezTo>
                    <a:pt x="876" y="2057"/>
                    <a:pt x="2152" y="810"/>
                    <a:pt x="3697" y="810"/>
                  </a:cubicBezTo>
                  <a:close/>
                  <a:moveTo>
                    <a:pt x="4689" y="8362"/>
                  </a:moveTo>
                  <a:lnTo>
                    <a:pt x="4689" y="8769"/>
                  </a:lnTo>
                  <a:cubicBezTo>
                    <a:pt x="4689" y="8993"/>
                    <a:pt x="4501" y="9167"/>
                    <a:pt x="4279" y="9167"/>
                  </a:cubicBezTo>
                  <a:lnTo>
                    <a:pt x="3075" y="9167"/>
                  </a:lnTo>
                  <a:cubicBezTo>
                    <a:pt x="2840" y="9167"/>
                    <a:pt x="2666" y="8993"/>
                    <a:pt x="2666" y="8769"/>
                  </a:cubicBezTo>
                  <a:lnTo>
                    <a:pt x="2666" y="8362"/>
                  </a:lnTo>
                  <a:close/>
                  <a:moveTo>
                    <a:pt x="3679" y="1"/>
                  </a:moveTo>
                  <a:cubicBezTo>
                    <a:pt x="3645" y="1"/>
                    <a:pt x="3611" y="1"/>
                    <a:pt x="3578" y="2"/>
                  </a:cubicBezTo>
                  <a:cubicBezTo>
                    <a:pt x="1659" y="50"/>
                    <a:pt x="105" y="1604"/>
                    <a:pt x="35" y="3509"/>
                  </a:cubicBezTo>
                  <a:cubicBezTo>
                    <a:pt x="1" y="4538"/>
                    <a:pt x="385" y="5498"/>
                    <a:pt x="1112" y="6222"/>
                  </a:cubicBezTo>
                  <a:cubicBezTo>
                    <a:pt x="1589" y="6701"/>
                    <a:pt x="1858" y="7321"/>
                    <a:pt x="1858" y="7952"/>
                  </a:cubicBezTo>
                  <a:lnTo>
                    <a:pt x="1858" y="8769"/>
                  </a:lnTo>
                  <a:cubicBezTo>
                    <a:pt x="1858" y="9436"/>
                    <a:pt x="2397" y="9975"/>
                    <a:pt x="3075" y="9975"/>
                  </a:cubicBezTo>
                  <a:lnTo>
                    <a:pt x="4279" y="9975"/>
                  </a:lnTo>
                  <a:cubicBezTo>
                    <a:pt x="4955" y="9975"/>
                    <a:pt x="5494" y="9436"/>
                    <a:pt x="5494" y="8769"/>
                  </a:cubicBezTo>
                  <a:lnTo>
                    <a:pt x="5494" y="7952"/>
                  </a:lnTo>
                  <a:cubicBezTo>
                    <a:pt x="5494" y="7321"/>
                    <a:pt x="5763" y="6701"/>
                    <a:pt x="6243" y="6222"/>
                  </a:cubicBezTo>
                  <a:cubicBezTo>
                    <a:pt x="6933" y="5531"/>
                    <a:pt x="7317" y="4620"/>
                    <a:pt x="7317" y="3638"/>
                  </a:cubicBezTo>
                  <a:cubicBezTo>
                    <a:pt x="7317" y="1638"/>
                    <a:pt x="5689" y="1"/>
                    <a:pt x="36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7" name="Google Shape;1342;p48">
              <a:extLst>
                <a:ext uri="{FF2B5EF4-FFF2-40B4-BE49-F238E27FC236}">
                  <a16:creationId xmlns:a16="http://schemas.microsoft.com/office/drawing/2014/main" id="{1326743A-B7D0-6B7A-987B-F775207B466B}"/>
                </a:ext>
              </a:extLst>
            </p:cNvPr>
            <p:cNvSpPr/>
            <p:nvPr/>
          </p:nvSpPr>
          <p:spPr>
            <a:xfrm>
              <a:off x="4935238" y="3434175"/>
              <a:ext cx="156350" cy="154950"/>
            </a:xfrm>
            <a:custGeom>
              <a:avLst/>
              <a:gdLst/>
              <a:ahLst/>
              <a:cxnLst/>
              <a:rect l="l" t="t" r="r" b="b"/>
              <a:pathLst>
                <a:path w="6254" h="6198" extrusionOk="0">
                  <a:moveTo>
                    <a:pt x="3412" y="808"/>
                  </a:moveTo>
                  <a:lnTo>
                    <a:pt x="3426" y="1089"/>
                  </a:lnTo>
                  <a:cubicBezTo>
                    <a:pt x="3437" y="1251"/>
                    <a:pt x="3541" y="1392"/>
                    <a:pt x="3706" y="1450"/>
                  </a:cubicBezTo>
                  <a:cubicBezTo>
                    <a:pt x="3917" y="1521"/>
                    <a:pt x="4102" y="1624"/>
                    <a:pt x="4267" y="1779"/>
                  </a:cubicBezTo>
                  <a:cubicBezTo>
                    <a:pt x="4342" y="1840"/>
                    <a:pt x="4434" y="1873"/>
                    <a:pt x="4528" y="1873"/>
                  </a:cubicBezTo>
                  <a:cubicBezTo>
                    <a:pt x="4593" y="1873"/>
                    <a:pt x="4660" y="1857"/>
                    <a:pt x="4722" y="1824"/>
                  </a:cubicBezTo>
                  <a:lnTo>
                    <a:pt x="4969" y="1709"/>
                  </a:lnTo>
                  <a:lnTo>
                    <a:pt x="5260" y="2200"/>
                  </a:lnTo>
                  <a:lnTo>
                    <a:pt x="5025" y="2351"/>
                  </a:lnTo>
                  <a:cubicBezTo>
                    <a:pt x="4884" y="2444"/>
                    <a:pt x="4814" y="2606"/>
                    <a:pt x="4851" y="2772"/>
                  </a:cubicBezTo>
                  <a:cubicBezTo>
                    <a:pt x="4873" y="2876"/>
                    <a:pt x="4873" y="2993"/>
                    <a:pt x="4873" y="3097"/>
                  </a:cubicBezTo>
                  <a:cubicBezTo>
                    <a:pt x="4873" y="3204"/>
                    <a:pt x="4873" y="3322"/>
                    <a:pt x="4851" y="3425"/>
                  </a:cubicBezTo>
                  <a:cubicBezTo>
                    <a:pt x="4814" y="3588"/>
                    <a:pt x="4884" y="3754"/>
                    <a:pt x="5025" y="3846"/>
                  </a:cubicBezTo>
                  <a:lnTo>
                    <a:pt x="5260" y="3998"/>
                  </a:lnTo>
                  <a:lnTo>
                    <a:pt x="4969" y="4500"/>
                  </a:lnTo>
                  <a:lnTo>
                    <a:pt x="4722" y="4374"/>
                  </a:lnTo>
                  <a:cubicBezTo>
                    <a:pt x="4660" y="4339"/>
                    <a:pt x="4594" y="4323"/>
                    <a:pt x="4529" y="4323"/>
                  </a:cubicBezTo>
                  <a:cubicBezTo>
                    <a:pt x="4434" y="4323"/>
                    <a:pt x="4342" y="4357"/>
                    <a:pt x="4267" y="4419"/>
                  </a:cubicBezTo>
                  <a:cubicBezTo>
                    <a:pt x="4102" y="4570"/>
                    <a:pt x="3917" y="4677"/>
                    <a:pt x="3706" y="4758"/>
                  </a:cubicBezTo>
                  <a:cubicBezTo>
                    <a:pt x="3541" y="4806"/>
                    <a:pt x="3437" y="4946"/>
                    <a:pt x="3426" y="5120"/>
                  </a:cubicBezTo>
                  <a:lnTo>
                    <a:pt x="3412" y="5389"/>
                  </a:lnTo>
                  <a:lnTo>
                    <a:pt x="2839" y="5389"/>
                  </a:lnTo>
                  <a:lnTo>
                    <a:pt x="2828" y="5120"/>
                  </a:lnTo>
                  <a:cubicBezTo>
                    <a:pt x="2817" y="4946"/>
                    <a:pt x="2710" y="4806"/>
                    <a:pt x="2548" y="4758"/>
                  </a:cubicBezTo>
                  <a:cubicBezTo>
                    <a:pt x="2337" y="4677"/>
                    <a:pt x="2149" y="4570"/>
                    <a:pt x="1987" y="4419"/>
                  </a:cubicBezTo>
                  <a:cubicBezTo>
                    <a:pt x="1910" y="4357"/>
                    <a:pt x="1818" y="4323"/>
                    <a:pt x="1724" y="4323"/>
                  </a:cubicBezTo>
                  <a:cubicBezTo>
                    <a:pt x="1659" y="4323"/>
                    <a:pt x="1594" y="4339"/>
                    <a:pt x="1532" y="4374"/>
                  </a:cubicBezTo>
                  <a:lnTo>
                    <a:pt x="1285" y="4500"/>
                  </a:lnTo>
                  <a:lnTo>
                    <a:pt x="993" y="3998"/>
                  </a:lnTo>
                  <a:lnTo>
                    <a:pt x="1226" y="3846"/>
                  </a:lnTo>
                  <a:cubicBezTo>
                    <a:pt x="1367" y="3754"/>
                    <a:pt x="1437" y="3588"/>
                    <a:pt x="1403" y="3425"/>
                  </a:cubicBezTo>
                  <a:cubicBezTo>
                    <a:pt x="1392" y="3322"/>
                    <a:pt x="1378" y="3204"/>
                    <a:pt x="1378" y="3097"/>
                  </a:cubicBezTo>
                  <a:cubicBezTo>
                    <a:pt x="1378" y="2993"/>
                    <a:pt x="1392" y="2876"/>
                    <a:pt x="1403" y="2772"/>
                  </a:cubicBezTo>
                  <a:cubicBezTo>
                    <a:pt x="1437" y="2606"/>
                    <a:pt x="1367" y="2444"/>
                    <a:pt x="1226" y="2351"/>
                  </a:cubicBezTo>
                  <a:lnTo>
                    <a:pt x="993" y="2200"/>
                  </a:lnTo>
                  <a:lnTo>
                    <a:pt x="1285" y="1709"/>
                  </a:lnTo>
                  <a:lnTo>
                    <a:pt x="1532" y="1824"/>
                  </a:lnTo>
                  <a:cubicBezTo>
                    <a:pt x="1594" y="1857"/>
                    <a:pt x="1660" y="1873"/>
                    <a:pt x="1725" y="1873"/>
                  </a:cubicBezTo>
                  <a:cubicBezTo>
                    <a:pt x="1819" y="1873"/>
                    <a:pt x="1910" y="1840"/>
                    <a:pt x="1987" y="1779"/>
                  </a:cubicBezTo>
                  <a:cubicBezTo>
                    <a:pt x="2149" y="1624"/>
                    <a:pt x="2337" y="1521"/>
                    <a:pt x="2548" y="1450"/>
                  </a:cubicBezTo>
                  <a:cubicBezTo>
                    <a:pt x="2710" y="1392"/>
                    <a:pt x="2817" y="1251"/>
                    <a:pt x="2828" y="1089"/>
                  </a:cubicBezTo>
                  <a:lnTo>
                    <a:pt x="2839" y="808"/>
                  </a:lnTo>
                  <a:close/>
                  <a:moveTo>
                    <a:pt x="2455" y="0"/>
                  </a:moveTo>
                  <a:cubicBezTo>
                    <a:pt x="2233" y="0"/>
                    <a:pt x="2057" y="166"/>
                    <a:pt x="2045" y="387"/>
                  </a:cubicBezTo>
                  <a:lnTo>
                    <a:pt x="2034" y="783"/>
                  </a:lnTo>
                  <a:cubicBezTo>
                    <a:pt x="1905" y="842"/>
                    <a:pt x="1787" y="912"/>
                    <a:pt x="1672" y="993"/>
                  </a:cubicBezTo>
                  <a:lnTo>
                    <a:pt x="1308" y="808"/>
                  </a:lnTo>
                  <a:cubicBezTo>
                    <a:pt x="1251" y="779"/>
                    <a:pt x="1190" y="765"/>
                    <a:pt x="1129" y="765"/>
                  </a:cubicBezTo>
                  <a:cubicBezTo>
                    <a:pt x="991" y="765"/>
                    <a:pt x="855" y="837"/>
                    <a:pt x="783" y="960"/>
                  </a:cubicBezTo>
                  <a:lnTo>
                    <a:pt x="104" y="2129"/>
                  </a:lnTo>
                  <a:cubicBezTo>
                    <a:pt x="0" y="2315"/>
                    <a:pt x="59" y="2561"/>
                    <a:pt x="233" y="2676"/>
                  </a:cubicBezTo>
                  <a:lnTo>
                    <a:pt x="573" y="2887"/>
                  </a:lnTo>
                  <a:cubicBezTo>
                    <a:pt x="573" y="2957"/>
                    <a:pt x="561" y="3027"/>
                    <a:pt x="561" y="3097"/>
                  </a:cubicBezTo>
                  <a:cubicBezTo>
                    <a:pt x="561" y="3167"/>
                    <a:pt x="573" y="3237"/>
                    <a:pt x="573" y="3308"/>
                  </a:cubicBezTo>
                  <a:lnTo>
                    <a:pt x="233" y="3518"/>
                  </a:lnTo>
                  <a:cubicBezTo>
                    <a:pt x="59" y="3636"/>
                    <a:pt x="0" y="3883"/>
                    <a:pt x="104" y="4068"/>
                  </a:cubicBezTo>
                  <a:lnTo>
                    <a:pt x="783" y="5238"/>
                  </a:lnTo>
                  <a:cubicBezTo>
                    <a:pt x="854" y="5366"/>
                    <a:pt x="986" y="5439"/>
                    <a:pt x="1121" y="5439"/>
                  </a:cubicBezTo>
                  <a:cubicBezTo>
                    <a:pt x="1185" y="5439"/>
                    <a:pt x="1249" y="5423"/>
                    <a:pt x="1308" y="5389"/>
                  </a:cubicBezTo>
                  <a:lnTo>
                    <a:pt x="1672" y="5201"/>
                  </a:lnTo>
                  <a:cubicBezTo>
                    <a:pt x="1787" y="5285"/>
                    <a:pt x="1905" y="5355"/>
                    <a:pt x="2034" y="5412"/>
                  </a:cubicBezTo>
                  <a:lnTo>
                    <a:pt x="2045" y="5810"/>
                  </a:lnTo>
                  <a:cubicBezTo>
                    <a:pt x="2057" y="6032"/>
                    <a:pt x="2233" y="6197"/>
                    <a:pt x="2455" y="6197"/>
                  </a:cubicBezTo>
                  <a:lnTo>
                    <a:pt x="3799" y="6197"/>
                  </a:lnTo>
                  <a:cubicBezTo>
                    <a:pt x="4020" y="6197"/>
                    <a:pt x="4197" y="6032"/>
                    <a:pt x="4208" y="5810"/>
                  </a:cubicBezTo>
                  <a:lnTo>
                    <a:pt x="4220" y="5412"/>
                  </a:lnTo>
                  <a:cubicBezTo>
                    <a:pt x="4349" y="5355"/>
                    <a:pt x="4464" y="5285"/>
                    <a:pt x="4581" y="5201"/>
                  </a:cubicBezTo>
                  <a:lnTo>
                    <a:pt x="4943" y="5389"/>
                  </a:lnTo>
                  <a:cubicBezTo>
                    <a:pt x="5003" y="5423"/>
                    <a:pt x="5068" y="5439"/>
                    <a:pt x="5131" y="5439"/>
                  </a:cubicBezTo>
                  <a:cubicBezTo>
                    <a:pt x="5267" y="5439"/>
                    <a:pt x="5398" y="5366"/>
                    <a:pt x="5471" y="5238"/>
                  </a:cubicBezTo>
                  <a:lnTo>
                    <a:pt x="6147" y="4068"/>
                  </a:lnTo>
                  <a:cubicBezTo>
                    <a:pt x="6253" y="3883"/>
                    <a:pt x="6194" y="3636"/>
                    <a:pt x="6021" y="3518"/>
                  </a:cubicBezTo>
                  <a:lnTo>
                    <a:pt x="5681" y="3308"/>
                  </a:lnTo>
                  <a:cubicBezTo>
                    <a:pt x="5681" y="3237"/>
                    <a:pt x="5692" y="3167"/>
                    <a:pt x="5692" y="3097"/>
                  </a:cubicBezTo>
                  <a:cubicBezTo>
                    <a:pt x="5692" y="3027"/>
                    <a:pt x="5681" y="2957"/>
                    <a:pt x="5681" y="2887"/>
                  </a:cubicBezTo>
                  <a:lnTo>
                    <a:pt x="6021" y="2676"/>
                  </a:lnTo>
                  <a:cubicBezTo>
                    <a:pt x="6194" y="2561"/>
                    <a:pt x="6253" y="2315"/>
                    <a:pt x="6147" y="2129"/>
                  </a:cubicBezTo>
                  <a:lnTo>
                    <a:pt x="5471" y="960"/>
                  </a:lnTo>
                  <a:cubicBezTo>
                    <a:pt x="5397" y="837"/>
                    <a:pt x="5261" y="765"/>
                    <a:pt x="5123" y="765"/>
                  </a:cubicBezTo>
                  <a:cubicBezTo>
                    <a:pt x="5062" y="765"/>
                    <a:pt x="5001" y="779"/>
                    <a:pt x="4943" y="808"/>
                  </a:cubicBezTo>
                  <a:lnTo>
                    <a:pt x="4581" y="993"/>
                  </a:lnTo>
                  <a:cubicBezTo>
                    <a:pt x="4464" y="912"/>
                    <a:pt x="4349" y="842"/>
                    <a:pt x="4220" y="783"/>
                  </a:cubicBezTo>
                  <a:lnTo>
                    <a:pt x="4208" y="387"/>
                  </a:lnTo>
                  <a:cubicBezTo>
                    <a:pt x="4197" y="166"/>
                    <a:pt x="4020" y="0"/>
                    <a:pt x="37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8" name="Google Shape;1343;p48">
              <a:extLst>
                <a:ext uri="{FF2B5EF4-FFF2-40B4-BE49-F238E27FC236}">
                  <a16:creationId xmlns:a16="http://schemas.microsoft.com/office/drawing/2014/main" id="{C3408B77-DD33-7E04-091C-66B51610D5DF}"/>
                </a:ext>
              </a:extLst>
            </p:cNvPr>
            <p:cNvSpPr/>
            <p:nvPr/>
          </p:nvSpPr>
          <p:spPr>
            <a:xfrm>
              <a:off x="4983138" y="3481225"/>
              <a:ext cx="60550" cy="60825"/>
            </a:xfrm>
            <a:custGeom>
              <a:avLst/>
              <a:gdLst/>
              <a:ahLst/>
              <a:cxnLst/>
              <a:rect l="l" t="t" r="r" b="b"/>
              <a:pathLst>
                <a:path w="2422" h="2433" extrusionOk="0">
                  <a:moveTo>
                    <a:pt x="1215" y="808"/>
                  </a:moveTo>
                  <a:cubicBezTo>
                    <a:pt x="1440" y="808"/>
                    <a:pt x="1613" y="994"/>
                    <a:pt x="1613" y="1215"/>
                  </a:cubicBezTo>
                  <a:cubicBezTo>
                    <a:pt x="1613" y="1440"/>
                    <a:pt x="1440" y="1625"/>
                    <a:pt x="1215" y="1625"/>
                  </a:cubicBezTo>
                  <a:cubicBezTo>
                    <a:pt x="982" y="1625"/>
                    <a:pt x="808" y="1440"/>
                    <a:pt x="808" y="1215"/>
                  </a:cubicBezTo>
                  <a:cubicBezTo>
                    <a:pt x="808" y="994"/>
                    <a:pt x="982" y="808"/>
                    <a:pt x="1215" y="808"/>
                  </a:cubicBezTo>
                  <a:close/>
                  <a:moveTo>
                    <a:pt x="1215" y="1"/>
                  </a:moveTo>
                  <a:cubicBezTo>
                    <a:pt x="539" y="1"/>
                    <a:pt x="0" y="550"/>
                    <a:pt x="0" y="1215"/>
                  </a:cubicBezTo>
                  <a:cubicBezTo>
                    <a:pt x="0" y="1883"/>
                    <a:pt x="539" y="2433"/>
                    <a:pt x="1215" y="2433"/>
                  </a:cubicBezTo>
                  <a:cubicBezTo>
                    <a:pt x="1883" y="2433"/>
                    <a:pt x="2421" y="1883"/>
                    <a:pt x="2421" y="1215"/>
                  </a:cubicBezTo>
                  <a:cubicBezTo>
                    <a:pt x="2421" y="550"/>
                    <a:pt x="1883" y="1"/>
                    <a:pt x="12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9" name="Google Shape;1344;p48">
              <a:extLst>
                <a:ext uri="{FF2B5EF4-FFF2-40B4-BE49-F238E27FC236}">
                  <a16:creationId xmlns:a16="http://schemas.microsoft.com/office/drawing/2014/main" id="{AEFB5E8C-A031-227E-2A57-167C96B1BB69}"/>
                </a:ext>
              </a:extLst>
            </p:cNvPr>
            <p:cNvSpPr/>
            <p:nvPr/>
          </p:nvSpPr>
          <p:spPr>
            <a:xfrm>
              <a:off x="4826238" y="3243975"/>
              <a:ext cx="231950" cy="173375"/>
            </a:xfrm>
            <a:custGeom>
              <a:avLst/>
              <a:gdLst/>
              <a:ahLst/>
              <a:cxnLst/>
              <a:rect l="l" t="t" r="r" b="b"/>
              <a:pathLst>
                <a:path w="9278" h="6935" extrusionOk="0">
                  <a:moveTo>
                    <a:pt x="924" y="0"/>
                  </a:moveTo>
                  <a:cubicBezTo>
                    <a:pt x="408" y="0"/>
                    <a:pt x="1" y="421"/>
                    <a:pt x="1" y="923"/>
                  </a:cubicBezTo>
                  <a:lnTo>
                    <a:pt x="1" y="2839"/>
                  </a:lnTo>
                  <a:cubicBezTo>
                    <a:pt x="1" y="2946"/>
                    <a:pt x="82" y="3027"/>
                    <a:pt x="186" y="3027"/>
                  </a:cubicBezTo>
                  <a:lnTo>
                    <a:pt x="618" y="3027"/>
                  </a:lnTo>
                  <a:cubicBezTo>
                    <a:pt x="725" y="3027"/>
                    <a:pt x="806" y="2946"/>
                    <a:pt x="806" y="2839"/>
                  </a:cubicBezTo>
                  <a:lnTo>
                    <a:pt x="806" y="1366"/>
                  </a:lnTo>
                  <a:cubicBezTo>
                    <a:pt x="806" y="1063"/>
                    <a:pt x="1053" y="816"/>
                    <a:pt x="1356" y="816"/>
                  </a:cubicBezTo>
                  <a:lnTo>
                    <a:pt x="6860" y="816"/>
                  </a:lnTo>
                  <a:cubicBezTo>
                    <a:pt x="6989" y="816"/>
                    <a:pt x="7096" y="912"/>
                    <a:pt x="7096" y="1041"/>
                  </a:cubicBezTo>
                  <a:lnTo>
                    <a:pt x="7096" y="5412"/>
                  </a:lnTo>
                  <a:lnTo>
                    <a:pt x="6313" y="4640"/>
                  </a:lnTo>
                  <a:cubicBezTo>
                    <a:pt x="6299" y="4629"/>
                    <a:pt x="6288" y="4618"/>
                    <a:pt x="6265" y="4618"/>
                  </a:cubicBezTo>
                  <a:cubicBezTo>
                    <a:pt x="6258" y="4617"/>
                    <a:pt x="6250" y="4617"/>
                    <a:pt x="6243" y="4617"/>
                  </a:cubicBezTo>
                  <a:cubicBezTo>
                    <a:pt x="5748" y="4617"/>
                    <a:pt x="5626" y="5087"/>
                    <a:pt x="5856" y="5330"/>
                  </a:cubicBezTo>
                  <a:lnTo>
                    <a:pt x="7446" y="6907"/>
                  </a:lnTo>
                  <a:cubicBezTo>
                    <a:pt x="7457" y="6925"/>
                    <a:pt x="7475" y="6934"/>
                    <a:pt x="7494" y="6934"/>
                  </a:cubicBezTo>
                  <a:cubicBezTo>
                    <a:pt x="7513" y="6934"/>
                    <a:pt x="7533" y="6925"/>
                    <a:pt x="7550" y="6907"/>
                  </a:cubicBezTo>
                  <a:lnTo>
                    <a:pt x="9244" y="5212"/>
                  </a:lnTo>
                  <a:cubicBezTo>
                    <a:pt x="9258" y="5201"/>
                    <a:pt x="9270" y="5179"/>
                    <a:pt x="9270" y="5165"/>
                  </a:cubicBezTo>
                  <a:cubicBezTo>
                    <a:pt x="9277" y="4816"/>
                    <a:pt x="9058" y="4639"/>
                    <a:pt x="8841" y="4639"/>
                  </a:cubicBezTo>
                  <a:cubicBezTo>
                    <a:pt x="8738" y="4639"/>
                    <a:pt x="8635" y="4679"/>
                    <a:pt x="8557" y="4758"/>
                  </a:cubicBezTo>
                  <a:lnTo>
                    <a:pt x="7901" y="5412"/>
                  </a:lnTo>
                  <a:lnTo>
                    <a:pt x="7901" y="384"/>
                  </a:lnTo>
                  <a:cubicBezTo>
                    <a:pt x="7901" y="174"/>
                    <a:pt x="7727" y="0"/>
                    <a:pt x="75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
        <p:nvSpPr>
          <p:cNvPr id="20" name="Google Shape;1399;p48">
            <a:extLst>
              <a:ext uri="{FF2B5EF4-FFF2-40B4-BE49-F238E27FC236}">
                <a16:creationId xmlns:a16="http://schemas.microsoft.com/office/drawing/2014/main" id="{0BD9D8AC-516C-2EEC-02E0-94EBE77F1E73}"/>
              </a:ext>
            </a:extLst>
          </p:cNvPr>
          <p:cNvSpPr/>
          <p:nvPr/>
        </p:nvSpPr>
        <p:spPr>
          <a:xfrm>
            <a:off x="987287" y="3243410"/>
            <a:ext cx="345075" cy="344800"/>
          </a:xfrm>
          <a:custGeom>
            <a:avLst/>
            <a:gdLst/>
            <a:ahLst/>
            <a:cxnLst/>
            <a:rect l="l" t="t" r="r" b="b"/>
            <a:pathLst>
              <a:path w="13803" h="13792" extrusionOk="0">
                <a:moveTo>
                  <a:pt x="11337" y="1344"/>
                </a:moveTo>
                <a:lnTo>
                  <a:pt x="11454" y="1998"/>
                </a:lnTo>
                <a:cubicBezTo>
                  <a:pt x="11488" y="2163"/>
                  <a:pt x="11617" y="2290"/>
                  <a:pt x="11783" y="2326"/>
                </a:cubicBezTo>
                <a:lnTo>
                  <a:pt x="12425" y="2444"/>
                </a:lnTo>
                <a:lnTo>
                  <a:pt x="11314" y="3566"/>
                </a:lnTo>
                <a:lnTo>
                  <a:pt x="10391" y="3389"/>
                </a:lnTo>
                <a:lnTo>
                  <a:pt x="10214" y="2466"/>
                </a:lnTo>
                <a:lnTo>
                  <a:pt x="11337" y="1344"/>
                </a:lnTo>
                <a:close/>
                <a:moveTo>
                  <a:pt x="6896" y="5670"/>
                </a:moveTo>
                <a:cubicBezTo>
                  <a:pt x="7084" y="5670"/>
                  <a:pt x="7258" y="5715"/>
                  <a:pt x="7420" y="5785"/>
                </a:cubicBezTo>
                <a:lnTo>
                  <a:pt x="6615" y="6593"/>
                </a:lnTo>
                <a:cubicBezTo>
                  <a:pt x="6452" y="6756"/>
                  <a:pt x="6452" y="7014"/>
                  <a:pt x="6615" y="7165"/>
                </a:cubicBezTo>
                <a:cubicBezTo>
                  <a:pt x="6691" y="7247"/>
                  <a:pt x="6793" y="7287"/>
                  <a:pt x="6896" y="7287"/>
                </a:cubicBezTo>
                <a:cubicBezTo>
                  <a:pt x="6998" y="7287"/>
                  <a:pt x="7100" y="7247"/>
                  <a:pt x="7176" y="7165"/>
                </a:cubicBezTo>
                <a:lnTo>
                  <a:pt x="7995" y="6357"/>
                </a:lnTo>
                <a:cubicBezTo>
                  <a:pt x="8066" y="6523"/>
                  <a:pt x="8110" y="6697"/>
                  <a:pt x="8110" y="6885"/>
                </a:cubicBezTo>
                <a:cubicBezTo>
                  <a:pt x="8110" y="7550"/>
                  <a:pt x="7561" y="8099"/>
                  <a:pt x="6896" y="8099"/>
                </a:cubicBezTo>
                <a:cubicBezTo>
                  <a:pt x="6228" y="8099"/>
                  <a:pt x="5681" y="7550"/>
                  <a:pt x="5681" y="6885"/>
                </a:cubicBezTo>
                <a:cubicBezTo>
                  <a:pt x="5681" y="6217"/>
                  <a:pt x="6228" y="5670"/>
                  <a:pt x="6896" y="5670"/>
                </a:cubicBezTo>
                <a:close/>
                <a:moveTo>
                  <a:pt x="6896" y="3788"/>
                </a:moveTo>
                <a:cubicBezTo>
                  <a:pt x="7608" y="3788"/>
                  <a:pt x="8262" y="4021"/>
                  <a:pt x="8778" y="4430"/>
                </a:cubicBezTo>
                <a:lnTo>
                  <a:pt x="8007" y="5202"/>
                </a:lnTo>
                <a:cubicBezTo>
                  <a:pt x="7690" y="4980"/>
                  <a:pt x="7305" y="4862"/>
                  <a:pt x="6896" y="4862"/>
                </a:cubicBezTo>
                <a:cubicBezTo>
                  <a:pt x="5785" y="4862"/>
                  <a:pt x="4873" y="5763"/>
                  <a:pt x="4873" y="6885"/>
                </a:cubicBezTo>
                <a:cubicBezTo>
                  <a:pt x="4873" y="7996"/>
                  <a:pt x="5785" y="8907"/>
                  <a:pt x="6896" y="8907"/>
                </a:cubicBezTo>
                <a:cubicBezTo>
                  <a:pt x="8007" y="8907"/>
                  <a:pt x="8918" y="7996"/>
                  <a:pt x="8918" y="6885"/>
                </a:cubicBezTo>
                <a:cubicBezTo>
                  <a:pt x="8918" y="6475"/>
                  <a:pt x="8789" y="6091"/>
                  <a:pt x="8579" y="5774"/>
                </a:cubicBezTo>
                <a:lnTo>
                  <a:pt x="9350" y="4991"/>
                </a:lnTo>
                <a:cubicBezTo>
                  <a:pt x="9760" y="5516"/>
                  <a:pt x="9993" y="6172"/>
                  <a:pt x="9993" y="6885"/>
                </a:cubicBezTo>
                <a:cubicBezTo>
                  <a:pt x="9993" y="8590"/>
                  <a:pt x="8601" y="9982"/>
                  <a:pt x="6896" y="9982"/>
                </a:cubicBezTo>
                <a:cubicBezTo>
                  <a:pt x="5190" y="9982"/>
                  <a:pt x="3799" y="8590"/>
                  <a:pt x="3799" y="6885"/>
                </a:cubicBezTo>
                <a:cubicBezTo>
                  <a:pt x="3799" y="5179"/>
                  <a:pt x="5190" y="3788"/>
                  <a:pt x="6896" y="3788"/>
                </a:cubicBezTo>
                <a:close/>
                <a:moveTo>
                  <a:pt x="7608" y="806"/>
                </a:moveTo>
                <a:lnTo>
                  <a:pt x="7678" y="1673"/>
                </a:lnTo>
                <a:cubicBezTo>
                  <a:pt x="7690" y="1846"/>
                  <a:pt x="7819" y="1987"/>
                  <a:pt x="7995" y="2034"/>
                </a:cubicBezTo>
                <a:cubicBezTo>
                  <a:pt x="8498" y="2138"/>
                  <a:pt x="8977" y="2326"/>
                  <a:pt x="9420" y="2595"/>
                </a:cubicBezTo>
                <a:lnTo>
                  <a:pt x="9608" y="3611"/>
                </a:lnTo>
                <a:lnTo>
                  <a:pt x="9362" y="3858"/>
                </a:lnTo>
                <a:cubicBezTo>
                  <a:pt x="8693" y="3312"/>
                  <a:pt x="7834" y="2989"/>
                  <a:pt x="6895" y="2989"/>
                </a:cubicBezTo>
                <a:cubicBezTo>
                  <a:pt x="6848" y="2989"/>
                  <a:pt x="6802" y="2989"/>
                  <a:pt x="6755" y="2991"/>
                </a:cubicBezTo>
                <a:cubicBezTo>
                  <a:pt x="4699" y="3061"/>
                  <a:pt x="3038" y="4744"/>
                  <a:pt x="2991" y="6803"/>
                </a:cubicBezTo>
                <a:cubicBezTo>
                  <a:pt x="2947" y="9001"/>
                  <a:pt x="4712" y="10802"/>
                  <a:pt x="6884" y="10802"/>
                </a:cubicBezTo>
                <a:cubicBezTo>
                  <a:pt x="6918" y="10802"/>
                  <a:pt x="6953" y="10802"/>
                  <a:pt x="6988" y="10801"/>
                </a:cubicBezTo>
                <a:cubicBezTo>
                  <a:pt x="9047" y="10765"/>
                  <a:pt x="10731" y="9107"/>
                  <a:pt x="10812" y="7047"/>
                </a:cubicBezTo>
                <a:cubicBezTo>
                  <a:pt x="10846" y="6054"/>
                  <a:pt x="10506" y="5143"/>
                  <a:pt x="9934" y="4430"/>
                </a:cubicBezTo>
                <a:lnTo>
                  <a:pt x="10181" y="4183"/>
                </a:lnTo>
                <a:lnTo>
                  <a:pt x="11207" y="4371"/>
                </a:lnTo>
                <a:cubicBezTo>
                  <a:pt x="11466" y="4814"/>
                  <a:pt x="11654" y="5294"/>
                  <a:pt x="11769" y="5810"/>
                </a:cubicBezTo>
                <a:cubicBezTo>
                  <a:pt x="11805" y="5973"/>
                  <a:pt x="11956" y="6102"/>
                  <a:pt x="12133" y="6125"/>
                </a:cubicBezTo>
                <a:lnTo>
                  <a:pt x="12997" y="6195"/>
                </a:lnTo>
                <a:lnTo>
                  <a:pt x="12997" y="7597"/>
                </a:lnTo>
                <a:lnTo>
                  <a:pt x="12133" y="7667"/>
                </a:lnTo>
                <a:cubicBezTo>
                  <a:pt x="11956" y="7690"/>
                  <a:pt x="11805" y="7819"/>
                  <a:pt x="11769" y="7996"/>
                </a:cubicBezTo>
                <a:cubicBezTo>
                  <a:pt x="11642" y="8557"/>
                  <a:pt x="11418" y="9081"/>
                  <a:pt x="11115" y="9561"/>
                </a:cubicBezTo>
                <a:cubicBezTo>
                  <a:pt x="11022" y="9713"/>
                  <a:pt x="11034" y="9912"/>
                  <a:pt x="11151" y="10041"/>
                </a:cubicBezTo>
                <a:lnTo>
                  <a:pt x="11712" y="10706"/>
                </a:lnTo>
                <a:lnTo>
                  <a:pt x="10705" y="11701"/>
                </a:lnTo>
                <a:lnTo>
                  <a:pt x="10052" y="11140"/>
                </a:lnTo>
                <a:cubicBezTo>
                  <a:pt x="9974" y="11075"/>
                  <a:pt x="9881" y="11042"/>
                  <a:pt x="9788" y="11042"/>
                </a:cubicBezTo>
                <a:cubicBezTo>
                  <a:pt x="9713" y="11042"/>
                  <a:pt x="9639" y="11063"/>
                  <a:pt x="9572" y="11104"/>
                </a:cubicBezTo>
                <a:cubicBezTo>
                  <a:pt x="9081" y="11421"/>
                  <a:pt x="8556" y="11643"/>
                  <a:pt x="7995" y="11758"/>
                </a:cubicBezTo>
                <a:cubicBezTo>
                  <a:pt x="7819" y="11805"/>
                  <a:pt x="7690" y="11946"/>
                  <a:pt x="7678" y="12122"/>
                </a:cubicBezTo>
                <a:lnTo>
                  <a:pt x="7608" y="12986"/>
                </a:lnTo>
                <a:lnTo>
                  <a:pt x="6194" y="12986"/>
                </a:lnTo>
                <a:lnTo>
                  <a:pt x="6124" y="12122"/>
                </a:lnTo>
                <a:cubicBezTo>
                  <a:pt x="6113" y="11946"/>
                  <a:pt x="5984" y="11805"/>
                  <a:pt x="5807" y="11758"/>
                </a:cubicBezTo>
                <a:cubicBezTo>
                  <a:pt x="5246" y="11643"/>
                  <a:pt x="4722" y="11421"/>
                  <a:pt x="4231" y="11104"/>
                </a:cubicBezTo>
                <a:cubicBezTo>
                  <a:pt x="4163" y="11063"/>
                  <a:pt x="4089" y="11042"/>
                  <a:pt x="4015" y="11042"/>
                </a:cubicBezTo>
                <a:cubicBezTo>
                  <a:pt x="3922" y="11042"/>
                  <a:pt x="3829" y="11075"/>
                  <a:pt x="3751" y="11140"/>
                </a:cubicBezTo>
                <a:lnTo>
                  <a:pt x="3097" y="11701"/>
                </a:lnTo>
                <a:lnTo>
                  <a:pt x="2090" y="10706"/>
                </a:lnTo>
                <a:lnTo>
                  <a:pt x="2651" y="10041"/>
                </a:lnTo>
                <a:cubicBezTo>
                  <a:pt x="2769" y="9912"/>
                  <a:pt x="2780" y="9713"/>
                  <a:pt x="2688" y="9561"/>
                </a:cubicBezTo>
                <a:cubicBezTo>
                  <a:pt x="2385" y="9081"/>
                  <a:pt x="2160" y="8546"/>
                  <a:pt x="2034" y="7984"/>
                </a:cubicBezTo>
                <a:cubicBezTo>
                  <a:pt x="1998" y="7819"/>
                  <a:pt x="1846" y="7690"/>
                  <a:pt x="1669" y="7667"/>
                </a:cubicBezTo>
                <a:lnTo>
                  <a:pt x="805" y="7597"/>
                </a:lnTo>
                <a:lnTo>
                  <a:pt x="805" y="6195"/>
                </a:lnTo>
                <a:lnTo>
                  <a:pt x="1669" y="6125"/>
                </a:lnTo>
                <a:cubicBezTo>
                  <a:pt x="1846" y="6102"/>
                  <a:pt x="1998" y="5984"/>
                  <a:pt x="2034" y="5810"/>
                </a:cubicBezTo>
                <a:cubicBezTo>
                  <a:pt x="2160" y="5249"/>
                  <a:pt x="2385" y="4711"/>
                  <a:pt x="2688" y="4220"/>
                </a:cubicBezTo>
                <a:cubicBezTo>
                  <a:pt x="2780" y="4079"/>
                  <a:pt x="2769" y="3880"/>
                  <a:pt x="2651" y="3751"/>
                </a:cubicBezTo>
                <a:lnTo>
                  <a:pt x="2090" y="3086"/>
                </a:lnTo>
                <a:lnTo>
                  <a:pt x="3097" y="2093"/>
                </a:lnTo>
                <a:lnTo>
                  <a:pt x="3751" y="2654"/>
                </a:lnTo>
                <a:cubicBezTo>
                  <a:pt x="3829" y="2718"/>
                  <a:pt x="3921" y="2750"/>
                  <a:pt x="4014" y="2750"/>
                </a:cubicBezTo>
                <a:cubicBezTo>
                  <a:pt x="4088" y="2750"/>
                  <a:pt x="4163" y="2729"/>
                  <a:pt x="4231" y="2688"/>
                </a:cubicBezTo>
                <a:cubicBezTo>
                  <a:pt x="4722" y="2374"/>
                  <a:pt x="5246" y="2149"/>
                  <a:pt x="5807" y="2034"/>
                </a:cubicBezTo>
                <a:cubicBezTo>
                  <a:pt x="5984" y="1987"/>
                  <a:pt x="6113" y="1846"/>
                  <a:pt x="6124" y="1673"/>
                </a:cubicBezTo>
                <a:lnTo>
                  <a:pt x="6194" y="806"/>
                </a:lnTo>
                <a:close/>
                <a:moveTo>
                  <a:pt x="5821" y="1"/>
                </a:moveTo>
                <a:cubicBezTo>
                  <a:pt x="5611" y="1"/>
                  <a:pt x="5434" y="152"/>
                  <a:pt x="5423" y="362"/>
                </a:cubicBezTo>
                <a:lnTo>
                  <a:pt x="5342" y="1308"/>
                </a:lnTo>
                <a:cubicBezTo>
                  <a:pt x="4895" y="1437"/>
                  <a:pt x="4463" y="1614"/>
                  <a:pt x="4054" y="1846"/>
                </a:cubicBezTo>
                <a:lnTo>
                  <a:pt x="3330" y="1226"/>
                </a:lnTo>
                <a:cubicBezTo>
                  <a:pt x="3252" y="1165"/>
                  <a:pt x="3158" y="1133"/>
                  <a:pt x="3064" y="1133"/>
                </a:cubicBezTo>
                <a:cubicBezTo>
                  <a:pt x="2961" y="1133"/>
                  <a:pt x="2859" y="1171"/>
                  <a:pt x="2780" y="1252"/>
                </a:cubicBezTo>
                <a:lnTo>
                  <a:pt x="1263" y="2781"/>
                </a:lnTo>
                <a:cubicBezTo>
                  <a:pt x="1108" y="2921"/>
                  <a:pt x="1097" y="3168"/>
                  <a:pt x="1237" y="3330"/>
                </a:cubicBezTo>
                <a:lnTo>
                  <a:pt x="1846" y="4057"/>
                </a:lnTo>
                <a:cubicBezTo>
                  <a:pt x="1624" y="4453"/>
                  <a:pt x="1437" y="4885"/>
                  <a:pt x="1319" y="5342"/>
                </a:cubicBezTo>
                <a:lnTo>
                  <a:pt x="373" y="5412"/>
                </a:lnTo>
                <a:cubicBezTo>
                  <a:pt x="163" y="5434"/>
                  <a:pt x="0" y="5611"/>
                  <a:pt x="0" y="5822"/>
                </a:cubicBezTo>
                <a:lnTo>
                  <a:pt x="0" y="7970"/>
                </a:lnTo>
                <a:cubicBezTo>
                  <a:pt x="0" y="8181"/>
                  <a:pt x="163" y="8358"/>
                  <a:pt x="373" y="8380"/>
                </a:cubicBezTo>
                <a:lnTo>
                  <a:pt x="1319" y="8450"/>
                </a:lnTo>
                <a:cubicBezTo>
                  <a:pt x="1437" y="8907"/>
                  <a:pt x="1624" y="9339"/>
                  <a:pt x="1846" y="9749"/>
                </a:cubicBezTo>
                <a:lnTo>
                  <a:pt x="1237" y="10462"/>
                </a:lnTo>
                <a:cubicBezTo>
                  <a:pt x="1097" y="10624"/>
                  <a:pt x="1108" y="10871"/>
                  <a:pt x="1263" y="11011"/>
                </a:cubicBezTo>
                <a:lnTo>
                  <a:pt x="2780" y="12543"/>
                </a:lnTo>
                <a:cubicBezTo>
                  <a:pt x="2859" y="12622"/>
                  <a:pt x="2961" y="12660"/>
                  <a:pt x="3063" y="12660"/>
                </a:cubicBezTo>
                <a:cubicBezTo>
                  <a:pt x="3157" y="12660"/>
                  <a:pt x="3252" y="12627"/>
                  <a:pt x="3330" y="12566"/>
                </a:cubicBezTo>
                <a:lnTo>
                  <a:pt x="4054" y="11946"/>
                </a:lnTo>
                <a:cubicBezTo>
                  <a:pt x="4463" y="12178"/>
                  <a:pt x="4895" y="12355"/>
                  <a:pt x="5342" y="12484"/>
                </a:cubicBezTo>
                <a:lnTo>
                  <a:pt x="5423" y="13430"/>
                </a:lnTo>
                <a:cubicBezTo>
                  <a:pt x="5434" y="13640"/>
                  <a:pt x="5611" y="13791"/>
                  <a:pt x="5821" y="13791"/>
                </a:cubicBezTo>
                <a:lnTo>
                  <a:pt x="7981" y="13791"/>
                </a:lnTo>
                <a:cubicBezTo>
                  <a:pt x="8192" y="13791"/>
                  <a:pt x="8368" y="13640"/>
                  <a:pt x="8380" y="13430"/>
                </a:cubicBezTo>
                <a:lnTo>
                  <a:pt x="8461" y="12484"/>
                </a:lnTo>
                <a:cubicBezTo>
                  <a:pt x="8907" y="12355"/>
                  <a:pt x="9339" y="12178"/>
                  <a:pt x="9749" y="11946"/>
                </a:cubicBezTo>
                <a:lnTo>
                  <a:pt x="10472" y="12566"/>
                </a:lnTo>
                <a:cubicBezTo>
                  <a:pt x="10551" y="12627"/>
                  <a:pt x="10645" y="12660"/>
                  <a:pt x="10740" y="12660"/>
                </a:cubicBezTo>
                <a:cubicBezTo>
                  <a:pt x="10842" y="12660"/>
                  <a:pt x="10944" y="12622"/>
                  <a:pt x="11022" y="12543"/>
                </a:cubicBezTo>
                <a:lnTo>
                  <a:pt x="12540" y="11011"/>
                </a:lnTo>
                <a:cubicBezTo>
                  <a:pt x="12694" y="10871"/>
                  <a:pt x="12706" y="10624"/>
                  <a:pt x="12565" y="10462"/>
                </a:cubicBezTo>
                <a:lnTo>
                  <a:pt x="11956" y="9749"/>
                </a:lnTo>
                <a:cubicBezTo>
                  <a:pt x="12178" y="9339"/>
                  <a:pt x="12366" y="8907"/>
                  <a:pt x="12484" y="8450"/>
                </a:cubicBezTo>
                <a:lnTo>
                  <a:pt x="13429" y="8380"/>
                </a:lnTo>
                <a:cubicBezTo>
                  <a:pt x="13640" y="8358"/>
                  <a:pt x="13802" y="8181"/>
                  <a:pt x="13802" y="7970"/>
                </a:cubicBezTo>
                <a:lnTo>
                  <a:pt x="13802" y="5822"/>
                </a:lnTo>
                <a:cubicBezTo>
                  <a:pt x="13802" y="5611"/>
                  <a:pt x="13640" y="5434"/>
                  <a:pt x="13429" y="5412"/>
                </a:cubicBezTo>
                <a:lnTo>
                  <a:pt x="12484" y="5342"/>
                </a:lnTo>
                <a:cubicBezTo>
                  <a:pt x="12366" y="4899"/>
                  <a:pt x="12189" y="4478"/>
                  <a:pt x="11968" y="4068"/>
                </a:cubicBezTo>
                <a:lnTo>
                  <a:pt x="13547" y="2489"/>
                </a:lnTo>
                <a:cubicBezTo>
                  <a:pt x="13780" y="2256"/>
                  <a:pt x="13662" y="1858"/>
                  <a:pt x="13337" y="1799"/>
                </a:cubicBezTo>
                <a:lnTo>
                  <a:pt x="12203" y="1588"/>
                </a:lnTo>
                <a:lnTo>
                  <a:pt x="11993" y="455"/>
                </a:lnTo>
                <a:cubicBezTo>
                  <a:pt x="11955" y="252"/>
                  <a:pt x="11774" y="131"/>
                  <a:pt x="11592" y="131"/>
                </a:cubicBezTo>
                <a:cubicBezTo>
                  <a:pt x="11492" y="131"/>
                  <a:pt x="11392" y="166"/>
                  <a:pt x="11314" y="245"/>
                </a:cubicBezTo>
                <a:lnTo>
                  <a:pt x="9723" y="1835"/>
                </a:lnTo>
                <a:cubicBezTo>
                  <a:pt x="9328" y="1614"/>
                  <a:pt x="8907" y="1437"/>
                  <a:pt x="8461" y="1308"/>
                </a:cubicBezTo>
                <a:lnTo>
                  <a:pt x="8380" y="362"/>
                </a:lnTo>
                <a:cubicBezTo>
                  <a:pt x="8368" y="152"/>
                  <a:pt x="8192" y="1"/>
                  <a:pt x="79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nvGrpSpPr>
          <p:cNvPr id="21" name="Google Shape;1294;p48">
            <a:extLst>
              <a:ext uri="{FF2B5EF4-FFF2-40B4-BE49-F238E27FC236}">
                <a16:creationId xmlns:a16="http://schemas.microsoft.com/office/drawing/2014/main" id="{9BE63542-1684-38D5-C45C-97662DD85089}"/>
              </a:ext>
            </a:extLst>
          </p:cNvPr>
          <p:cNvGrpSpPr/>
          <p:nvPr/>
        </p:nvGrpSpPr>
        <p:grpSpPr>
          <a:xfrm>
            <a:off x="4841950" y="3243060"/>
            <a:ext cx="289600" cy="345150"/>
            <a:chOff x="4801988" y="3797375"/>
            <a:chExt cx="289600" cy="345150"/>
          </a:xfrm>
        </p:grpSpPr>
        <p:sp>
          <p:nvSpPr>
            <p:cNvPr id="22" name="Google Shape;1295;p48">
              <a:extLst>
                <a:ext uri="{FF2B5EF4-FFF2-40B4-BE49-F238E27FC236}">
                  <a16:creationId xmlns:a16="http://schemas.microsoft.com/office/drawing/2014/main" id="{CB4EDA08-354A-5AC4-443D-D251558ABAAA}"/>
                </a:ext>
              </a:extLst>
            </p:cNvPr>
            <p:cNvSpPr/>
            <p:nvPr/>
          </p:nvSpPr>
          <p:spPr>
            <a:xfrm>
              <a:off x="4916238" y="3885675"/>
              <a:ext cx="60825" cy="60775"/>
            </a:xfrm>
            <a:custGeom>
              <a:avLst/>
              <a:gdLst/>
              <a:ahLst/>
              <a:cxnLst/>
              <a:rect l="l" t="t" r="r" b="b"/>
              <a:pathLst>
                <a:path w="2433" h="2431" extrusionOk="0">
                  <a:moveTo>
                    <a:pt x="1215" y="806"/>
                  </a:moveTo>
                  <a:cubicBezTo>
                    <a:pt x="1436" y="806"/>
                    <a:pt x="1613" y="994"/>
                    <a:pt x="1613" y="1215"/>
                  </a:cubicBezTo>
                  <a:cubicBezTo>
                    <a:pt x="1613" y="1437"/>
                    <a:pt x="1436" y="1614"/>
                    <a:pt x="1215" y="1614"/>
                  </a:cubicBezTo>
                  <a:cubicBezTo>
                    <a:pt x="993" y="1614"/>
                    <a:pt x="805" y="1437"/>
                    <a:pt x="805" y="1215"/>
                  </a:cubicBezTo>
                  <a:cubicBezTo>
                    <a:pt x="805" y="994"/>
                    <a:pt x="993" y="806"/>
                    <a:pt x="1215" y="806"/>
                  </a:cubicBezTo>
                  <a:close/>
                  <a:moveTo>
                    <a:pt x="1215" y="1"/>
                  </a:moveTo>
                  <a:cubicBezTo>
                    <a:pt x="539" y="1"/>
                    <a:pt x="0" y="551"/>
                    <a:pt x="0" y="1215"/>
                  </a:cubicBezTo>
                  <a:cubicBezTo>
                    <a:pt x="0" y="1883"/>
                    <a:pt x="539" y="2430"/>
                    <a:pt x="1215" y="2430"/>
                  </a:cubicBezTo>
                  <a:cubicBezTo>
                    <a:pt x="1882" y="2430"/>
                    <a:pt x="2432" y="1883"/>
                    <a:pt x="2432" y="1215"/>
                  </a:cubicBezTo>
                  <a:cubicBezTo>
                    <a:pt x="2432" y="551"/>
                    <a:pt x="1882" y="1"/>
                    <a:pt x="12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3" name="Google Shape;1296;p48">
              <a:extLst>
                <a:ext uri="{FF2B5EF4-FFF2-40B4-BE49-F238E27FC236}">
                  <a16:creationId xmlns:a16="http://schemas.microsoft.com/office/drawing/2014/main" id="{409AC36C-4681-9C15-3969-CDEAC7A83712}"/>
                </a:ext>
              </a:extLst>
            </p:cNvPr>
            <p:cNvSpPr/>
            <p:nvPr/>
          </p:nvSpPr>
          <p:spPr>
            <a:xfrm>
              <a:off x="4801988" y="3797375"/>
              <a:ext cx="289600" cy="345150"/>
            </a:xfrm>
            <a:custGeom>
              <a:avLst/>
              <a:gdLst/>
              <a:ahLst/>
              <a:cxnLst/>
              <a:rect l="l" t="t" r="r" b="b"/>
              <a:pathLst>
                <a:path w="11584" h="13806" extrusionOk="0">
                  <a:moveTo>
                    <a:pt x="10731" y="11643"/>
                  </a:moveTo>
                  <a:cubicBezTo>
                    <a:pt x="10579" y="12288"/>
                    <a:pt x="10074" y="12801"/>
                    <a:pt x="9432" y="12953"/>
                  </a:cubicBezTo>
                  <a:lnTo>
                    <a:pt x="9432" y="11643"/>
                  </a:lnTo>
                  <a:close/>
                  <a:moveTo>
                    <a:pt x="10111" y="809"/>
                  </a:moveTo>
                  <a:cubicBezTo>
                    <a:pt x="10472" y="809"/>
                    <a:pt x="10775" y="1112"/>
                    <a:pt x="10775" y="1488"/>
                  </a:cubicBezTo>
                  <a:lnTo>
                    <a:pt x="10775" y="10838"/>
                  </a:lnTo>
                  <a:lnTo>
                    <a:pt x="9022" y="10838"/>
                  </a:lnTo>
                  <a:cubicBezTo>
                    <a:pt x="8801" y="10838"/>
                    <a:pt x="8627" y="11026"/>
                    <a:pt x="8627" y="11247"/>
                  </a:cubicBezTo>
                  <a:lnTo>
                    <a:pt x="8627" y="13001"/>
                  </a:lnTo>
                  <a:lnTo>
                    <a:pt x="1473" y="13001"/>
                  </a:lnTo>
                  <a:cubicBezTo>
                    <a:pt x="1111" y="13001"/>
                    <a:pt x="805" y="12695"/>
                    <a:pt x="805" y="12322"/>
                  </a:cubicBezTo>
                  <a:lnTo>
                    <a:pt x="805" y="1488"/>
                  </a:lnTo>
                  <a:cubicBezTo>
                    <a:pt x="805" y="1112"/>
                    <a:pt x="1111" y="809"/>
                    <a:pt x="1473" y="809"/>
                  </a:cubicBezTo>
                  <a:close/>
                  <a:moveTo>
                    <a:pt x="1473" y="1"/>
                  </a:moveTo>
                  <a:cubicBezTo>
                    <a:pt x="654" y="1"/>
                    <a:pt x="0" y="669"/>
                    <a:pt x="0" y="1488"/>
                  </a:cubicBezTo>
                  <a:lnTo>
                    <a:pt x="0" y="12322"/>
                  </a:lnTo>
                  <a:cubicBezTo>
                    <a:pt x="0" y="13141"/>
                    <a:pt x="654" y="13806"/>
                    <a:pt x="1473" y="13806"/>
                  </a:cubicBezTo>
                  <a:lnTo>
                    <a:pt x="9022" y="13806"/>
                  </a:lnTo>
                  <a:cubicBezTo>
                    <a:pt x="10439" y="13806"/>
                    <a:pt x="11583" y="12661"/>
                    <a:pt x="11583" y="11247"/>
                  </a:cubicBezTo>
                  <a:lnTo>
                    <a:pt x="11583" y="1488"/>
                  </a:lnTo>
                  <a:cubicBezTo>
                    <a:pt x="11583" y="669"/>
                    <a:pt x="10930" y="1"/>
                    <a:pt x="101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4" name="Google Shape;1297;p48">
              <a:extLst>
                <a:ext uri="{FF2B5EF4-FFF2-40B4-BE49-F238E27FC236}">
                  <a16:creationId xmlns:a16="http://schemas.microsoft.com/office/drawing/2014/main" id="{7DC96DC4-3C4E-7536-7460-367FA562D8AD}"/>
                </a:ext>
              </a:extLst>
            </p:cNvPr>
            <p:cNvSpPr/>
            <p:nvPr/>
          </p:nvSpPr>
          <p:spPr>
            <a:xfrm>
              <a:off x="4841688" y="3838625"/>
              <a:ext cx="210125" cy="269500"/>
            </a:xfrm>
            <a:custGeom>
              <a:avLst/>
              <a:gdLst/>
              <a:ahLst/>
              <a:cxnLst/>
              <a:rect l="l" t="t" r="r" b="b"/>
              <a:pathLst>
                <a:path w="8405" h="10780" extrusionOk="0">
                  <a:moveTo>
                    <a:pt x="4477" y="805"/>
                  </a:moveTo>
                  <a:lnTo>
                    <a:pt x="4503" y="1122"/>
                  </a:lnTo>
                  <a:cubicBezTo>
                    <a:pt x="4503" y="1263"/>
                    <a:pt x="4606" y="1392"/>
                    <a:pt x="4735" y="1437"/>
                  </a:cubicBezTo>
                  <a:cubicBezTo>
                    <a:pt x="4957" y="1507"/>
                    <a:pt x="5167" y="1625"/>
                    <a:pt x="5344" y="1776"/>
                  </a:cubicBezTo>
                  <a:cubicBezTo>
                    <a:pt x="5412" y="1839"/>
                    <a:pt x="5506" y="1873"/>
                    <a:pt x="5600" y="1873"/>
                  </a:cubicBezTo>
                  <a:cubicBezTo>
                    <a:pt x="5665" y="1873"/>
                    <a:pt x="5730" y="1857"/>
                    <a:pt x="5787" y="1824"/>
                  </a:cubicBezTo>
                  <a:lnTo>
                    <a:pt x="6031" y="1695"/>
                  </a:lnTo>
                  <a:lnTo>
                    <a:pt x="6326" y="2197"/>
                  </a:lnTo>
                  <a:lnTo>
                    <a:pt x="6057" y="2374"/>
                  </a:lnTo>
                  <a:cubicBezTo>
                    <a:pt x="5939" y="2455"/>
                    <a:pt x="5880" y="2595"/>
                    <a:pt x="5905" y="2736"/>
                  </a:cubicBezTo>
                  <a:cubicBezTo>
                    <a:pt x="5939" y="2853"/>
                    <a:pt x="5950" y="2980"/>
                    <a:pt x="5950" y="3097"/>
                  </a:cubicBezTo>
                  <a:cubicBezTo>
                    <a:pt x="5950" y="3215"/>
                    <a:pt x="5939" y="3344"/>
                    <a:pt x="5905" y="3459"/>
                  </a:cubicBezTo>
                  <a:cubicBezTo>
                    <a:pt x="5880" y="3600"/>
                    <a:pt x="5939" y="3740"/>
                    <a:pt x="6057" y="3821"/>
                  </a:cubicBezTo>
                  <a:lnTo>
                    <a:pt x="6326" y="3998"/>
                  </a:lnTo>
                  <a:lnTo>
                    <a:pt x="6031" y="4489"/>
                  </a:lnTo>
                  <a:lnTo>
                    <a:pt x="5751" y="4349"/>
                  </a:lnTo>
                  <a:cubicBezTo>
                    <a:pt x="5701" y="4321"/>
                    <a:pt x="5647" y="4308"/>
                    <a:pt x="5593" y="4308"/>
                  </a:cubicBezTo>
                  <a:cubicBezTo>
                    <a:pt x="5511" y="4308"/>
                    <a:pt x="5429" y="4339"/>
                    <a:pt x="5367" y="4396"/>
                  </a:cubicBezTo>
                  <a:cubicBezTo>
                    <a:pt x="5190" y="4559"/>
                    <a:pt x="4994" y="4677"/>
                    <a:pt x="4769" y="4747"/>
                  </a:cubicBezTo>
                  <a:cubicBezTo>
                    <a:pt x="4618" y="4803"/>
                    <a:pt x="4503" y="4943"/>
                    <a:pt x="4503" y="5109"/>
                  </a:cubicBezTo>
                  <a:lnTo>
                    <a:pt x="4477" y="5389"/>
                  </a:lnTo>
                  <a:lnTo>
                    <a:pt x="3905" y="5389"/>
                  </a:lnTo>
                  <a:lnTo>
                    <a:pt x="3894" y="5061"/>
                  </a:lnTo>
                  <a:cubicBezTo>
                    <a:pt x="3883" y="4921"/>
                    <a:pt x="3787" y="4803"/>
                    <a:pt x="3647" y="4758"/>
                  </a:cubicBezTo>
                  <a:cubicBezTo>
                    <a:pt x="3425" y="4688"/>
                    <a:pt x="3226" y="4570"/>
                    <a:pt x="3052" y="4419"/>
                  </a:cubicBezTo>
                  <a:cubicBezTo>
                    <a:pt x="2976" y="4356"/>
                    <a:pt x="2884" y="4322"/>
                    <a:pt x="2789" y="4322"/>
                  </a:cubicBezTo>
                  <a:cubicBezTo>
                    <a:pt x="2724" y="4322"/>
                    <a:pt x="2658" y="4338"/>
                    <a:pt x="2595" y="4371"/>
                  </a:cubicBezTo>
                  <a:lnTo>
                    <a:pt x="2351" y="4489"/>
                  </a:lnTo>
                  <a:lnTo>
                    <a:pt x="2070" y="3998"/>
                  </a:lnTo>
                  <a:lnTo>
                    <a:pt x="2340" y="3821"/>
                  </a:lnTo>
                  <a:cubicBezTo>
                    <a:pt x="2455" y="3740"/>
                    <a:pt x="2514" y="3600"/>
                    <a:pt x="2480" y="3459"/>
                  </a:cubicBezTo>
                  <a:cubicBezTo>
                    <a:pt x="2455" y="3344"/>
                    <a:pt x="2443" y="3215"/>
                    <a:pt x="2443" y="3097"/>
                  </a:cubicBezTo>
                  <a:cubicBezTo>
                    <a:pt x="2443" y="2980"/>
                    <a:pt x="2455" y="2853"/>
                    <a:pt x="2480" y="2736"/>
                  </a:cubicBezTo>
                  <a:cubicBezTo>
                    <a:pt x="2514" y="2595"/>
                    <a:pt x="2455" y="2455"/>
                    <a:pt x="2340" y="2374"/>
                  </a:cubicBezTo>
                  <a:lnTo>
                    <a:pt x="2070" y="2197"/>
                  </a:lnTo>
                  <a:lnTo>
                    <a:pt x="2351" y="1695"/>
                  </a:lnTo>
                  <a:lnTo>
                    <a:pt x="2643" y="1846"/>
                  </a:lnTo>
                  <a:cubicBezTo>
                    <a:pt x="2694" y="1874"/>
                    <a:pt x="2749" y="1887"/>
                    <a:pt x="2803" y="1887"/>
                  </a:cubicBezTo>
                  <a:cubicBezTo>
                    <a:pt x="2885" y="1887"/>
                    <a:pt x="2966" y="1857"/>
                    <a:pt x="3030" y="1801"/>
                  </a:cubicBezTo>
                  <a:cubicBezTo>
                    <a:pt x="3204" y="1625"/>
                    <a:pt x="3414" y="1507"/>
                    <a:pt x="3647" y="1425"/>
                  </a:cubicBezTo>
                  <a:cubicBezTo>
                    <a:pt x="3787" y="1392"/>
                    <a:pt x="3883" y="1263"/>
                    <a:pt x="3894" y="1122"/>
                  </a:cubicBezTo>
                  <a:lnTo>
                    <a:pt x="3905" y="805"/>
                  </a:lnTo>
                  <a:close/>
                  <a:moveTo>
                    <a:pt x="1229" y="7002"/>
                  </a:moveTo>
                  <a:cubicBezTo>
                    <a:pt x="1450" y="7002"/>
                    <a:pt x="1638" y="7188"/>
                    <a:pt x="1638" y="7412"/>
                  </a:cubicBezTo>
                  <a:cubicBezTo>
                    <a:pt x="1638" y="7634"/>
                    <a:pt x="1450" y="7808"/>
                    <a:pt x="1229" y="7808"/>
                  </a:cubicBezTo>
                  <a:cubicBezTo>
                    <a:pt x="1007" y="7808"/>
                    <a:pt x="819" y="7634"/>
                    <a:pt x="819" y="7412"/>
                  </a:cubicBezTo>
                  <a:cubicBezTo>
                    <a:pt x="819" y="7188"/>
                    <a:pt x="1007" y="7002"/>
                    <a:pt x="1229" y="7002"/>
                  </a:cubicBezTo>
                  <a:close/>
                  <a:moveTo>
                    <a:pt x="7154" y="7002"/>
                  </a:moveTo>
                  <a:cubicBezTo>
                    <a:pt x="7389" y="7002"/>
                    <a:pt x="7563" y="7188"/>
                    <a:pt x="7563" y="7412"/>
                  </a:cubicBezTo>
                  <a:cubicBezTo>
                    <a:pt x="7563" y="7634"/>
                    <a:pt x="7389" y="7808"/>
                    <a:pt x="7154" y="7808"/>
                  </a:cubicBezTo>
                  <a:cubicBezTo>
                    <a:pt x="6932" y="7808"/>
                    <a:pt x="6758" y="7634"/>
                    <a:pt x="6758" y="7412"/>
                  </a:cubicBezTo>
                  <a:cubicBezTo>
                    <a:pt x="6758" y="7188"/>
                    <a:pt x="6932" y="7002"/>
                    <a:pt x="7154" y="7002"/>
                  </a:cubicBezTo>
                  <a:close/>
                  <a:moveTo>
                    <a:pt x="4197" y="9165"/>
                  </a:moveTo>
                  <a:cubicBezTo>
                    <a:pt x="4418" y="9165"/>
                    <a:pt x="4595" y="9339"/>
                    <a:pt x="4595" y="9561"/>
                  </a:cubicBezTo>
                  <a:cubicBezTo>
                    <a:pt x="4595" y="9782"/>
                    <a:pt x="4418" y="9970"/>
                    <a:pt x="4197" y="9970"/>
                  </a:cubicBezTo>
                  <a:cubicBezTo>
                    <a:pt x="3975" y="9970"/>
                    <a:pt x="3787" y="9782"/>
                    <a:pt x="3787" y="9561"/>
                  </a:cubicBezTo>
                  <a:cubicBezTo>
                    <a:pt x="3787" y="9339"/>
                    <a:pt x="3975" y="9165"/>
                    <a:pt x="4197" y="9165"/>
                  </a:cubicBezTo>
                  <a:close/>
                  <a:moveTo>
                    <a:pt x="3532" y="0"/>
                  </a:moveTo>
                  <a:cubicBezTo>
                    <a:pt x="3310" y="0"/>
                    <a:pt x="3134" y="163"/>
                    <a:pt x="3122" y="385"/>
                  </a:cubicBezTo>
                  <a:lnTo>
                    <a:pt x="3111" y="783"/>
                  </a:lnTo>
                  <a:cubicBezTo>
                    <a:pt x="2982" y="842"/>
                    <a:pt x="2864" y="912"/>
                    <a:pt x="2749" y="993"/>
                  </a:cubicBezTo>
                  <a:lnTo>
                    <a:pt x="2385" y="805"/>
                  </a:lnTo>
                  <a:cubicBezTo>
                    <a:pt x="2326" y="773"/>
                    <a:pt x="2263" y="757"/>
                    <a:pt x="2201" y="757"/>
                  </a:cubicBezTo>
                  <a:cubicBezTo>
                    <a:pt x="2064" y="757"/>
                    <a:pt x="1931" y="831"/>
                    <a:pt x="1860" y="960"/>
                  </a:cubicBezTo>
                  <a:lnTo>
                    <a:pt x="1181" y="2127"/>
                  </a:lnTo>
                  <a:cubicBezTo>
                    <a:pt x="1077" y="2315"/>
                    <a:pt x="1136" y="2559"/>
                    <a:pt x="1310" y="2677"/>
                  </a:cubicBezTo>
                  <a:lnTo>
                    <a:pt x="1650" y="2887"/>
                  </a:lnTo>
                  <a:cubicBezTo>
                    <a:pt x="1650" y="2957"/>
                    <a:pt x="1638" y="3027"/>
                    <a:pt x="1638" y="3097"/>
                  </a:cubicBezTo>
                  <a:cubicBezTo>
                    <a:pt x="1638" y="3168"/>
                    <a:pt x="1650" y="3238"/>
                    <a:pt x="1650" y="3308"/>
                  </a:cubicBezTo>
                  <a:lnTo>
                    <a:pt x="1310" y="3518"/>
                  </a:lnTo>
                  <a:cubicBezTo>
                    <a:pt x="1136" y="3636"/>
                    <a:pt x="1077" y="3880"/>
                    <a:pt x="1181" y="4068"/>
                  </a:cubicBezTo>
                  <a:lnTo>
                    <a:pt x="1860" y="5224"/>
                  </a:lnTo>
                  <a:cubicBezTo>
                    <a:pt x="1933" y="5356"/>
                    <a:pt x="2071" y="5430"/>
                    <a:pt x="2211" y="5430"/>
                  </a:cubicBezTo>
                  <a:cubicBezTo>
                    <a:pt x="2270" y="5430"/>
                    <a:pt x="2330" y="5417"/>
                    <a:pt x="2385" y="5389"/>
                  </a:cubicBezTo>
                  <a:lnTo>
                    <a:pt x="2749" y="5201"/>
                  </a:lnTo>
                  <a:cubicBezTo>
                    <a:pt x="2864" y="5283"/>
                    <a:pt x="2982" y="5353"/>
                    <a:pt x="3111" y="5412"/>
                  </a:cubicBezTo>
                  <a:lnTo>
                    <a:pt x="3122" y="5810"/>
                  </a:lnTo>
                  <a:cubicBezTo>
                    <a:pt x="3134" y="6032"/>
                    <a:pt x="3310" y="6194"/>
                    <a:pt x="3532" y="6194"/>
                  </a:cubicBezTo>
                  <a:lnTo>
                    <a:pt x="3801" y="6194"/>
                  </a:lnTo>
                  <a:lnTo>
                    <a:pt x="3801" y="7002"/>
                  </a:lnTo>
                  <a:lnTo>
                    <a:pt x="2385" y="7002"/>
                  </a:lnTo>
                  <a:cubicBezTo>
                    <a:pt x="2216" y="6527"/>
                    <a:pt x="1761" y="6193"/>
                    <a:pt x="1222" y="6193"/>
                  </a:cubicBezTo>
                  <a:cubicBezTo>
                    <a:pt x="1205" y="6193"/>
                    <a:pt x="1187" y="6194"/>
                    <a:pt x="1170" y="6194"/>
                  </a:cubicBezTo>
                  <a:cubicBezTo>
                    <a:pt x="550" y="6231"/>
                    <a:pt x="48" y="6744"/>
                    <a:pt x="25" y="7364"/>
                  </a:cubicBezTo>
                  <a:cubicBezTo>
                    <a:pt x="0" y="8054"/>
                    <a:pt x="550" y="8627"/>
                    <a:pt x="1240" y="8627"/>
                  </a:cubicBezTo>
                  <a:cubicBezTo>
                    <a:pt x="1767" y="8627"/>
                    <a:pt x="2211" y="8287"/>
                    <a:pt x="2385" y="7819"/>
                  </a:cubicBezTo>
                  <a:lnTo>
                    <a:pt x="3801" y="7819"/>
                  </a:lnTo>
                  <a:lnTo>
                    <a:pt x="3801" y="8428"/>
                  </a:lnTo>
                  <a:cubicBezTo>
                    <a:pt x="3310" y="8604"/>
                    <a:pt x="2960" y="9081"/>
                    <a:pt x="2993" y="9631"/>
                  </a:cubicBezTo>
                  <a:cubicBezTo>
                    <a:pt x="3030" y="10251"/>
                    <a:pt x="3532" y="10753"/>
                    <a:pt x="4152" y="10778"/>
                  </a:cubicBezTo>
                  <a:cubicBezTo>
                    <a:pt x="4172" y="10779"/>
                    <a:pt x="4191" y="10780"/>
                    <a:pt x="4211" y="10780"/>
                  </a:cubicBezTo>
                  <a:cubicBezTo>
                    <a:pt x="4872" y="10780"/>
                    <a:pt x="5414" y="10231"/>
                    <a:pt x="5414" y="9561"/>
                  </a:cubicBezTo>
                  <a:cubicBezTo>
                    <a:pt x="5414" y="9036"/>
                    <a:pt x="5075" y="8590"/>
                    <a:pt x="4606" y="8428"/>
                  </a:cubicBezTo>
                  <a:lnTo>
                    <a:pt x="4606" y="7819"/>
                  </a:lnTo>
                  <a:lnTo>
                    <a:pt x="6020" y="7819"/>
                  </a:lnTo>
                  <a:cubicBezTo>
                    <a:pt x="6191" y="8294"/>
                    <a:pt x="6658" y="8628"/>
                    <a:pt x="7186" y="8628"/>
                  </a:cubicBezTo>
                  <a:cubicBezTo>
                    <a:pt x="7203" y="8628"/>
                    <a:pt x="7221" y="8627"/>
                    <a:pt x="7238" y="8627"/>
                  </a:cubicBezTo>
                  <a:cubicBezTo>
                    <a:pt x="7855" y="8590"/>
                    <a:pt x="8360" y="8077"/>
                    <a:pt x="8382" y="7457"/>
                  </a:cubicBezTo>
                  <a:cubicBezTo>
                    <a:pt x="8405" y="6767"/>
                    <a:pt x="7855" y="6194"/>
                    <a:pt x="7168" y="6194"/>
                  </a:cubicBezTo>
                  <a:cubicBezTo>
                    <a:pt x="6640" y="6194"/>
                    <a:pt x="6197" y="6534"/>
                    <a:pt x="6020" y="7002"/>
                  </a:cubicBezTo>
                  <a:lnTo>
                    <a:pt x="4606" y="7002"/>
                  </a:lnTo>
                  <a:lnTo>
                    <a:pt x="4606" y="6194"/>
                  </a:lnTo>
                  <a:lnTo>
                    <a:pt x="4876" y="6194"/>
                  </a:lnTo>
                  <a:cubicBezTo>
                    <a:pt x="5097" y="6194"/>
                    <a:pt x="5274" y="6032"/>
                    <a:pt x="5285" y="5810"/>
                  </a:cubicBezTo>
                  <a:lnTo>
                    <a:pt x="5296" y="5412"/>
                  </a:lnTo>
                  <a:cubicBezTo>
                    <a:pt x="5426" y="5353"/>
                    <a:pt x="5541" y="5283"/>
                    <a:pt x="5658" y="5201"/>
                  </a:cubicBezTo>
                  <a:lnTo>
                    <a:pt x="6020" y="5389"/>
                  </a:lnTo>
                  <a:cubicBezTo>
                    <a:pt x="6076" y="5417"/>
                    <a:pt x="6136" y="5430"/>
                    <a:pt x="6195" y="5430"/>
                  </a:cubicBezTo>
                  <a:cubicBezTo>
                    <a:pt x="6335" y="5430"/>
                    <a:pt x="6473" y="5356"/>
                    <a:pt x="6548" y="5224"/>
                  </a:cubicBezTo>
                  <a:lnTo>
                    <a:pt x="7224" y="4068"/>
                  </a:lnTo>
                  <a:cubicBezTo>
                    <a:pt x="7330" y="3880"/>
                    <a:pt x="7271" y="3636"/>
                    <a:pt x="7098" y="3518"/>
                  </a:cubicBezTo>
                  <a:lnTo>
                    <a:pt x="6758" y="3308"/>
                  </a:lnTo>
                  <a:cubicBezTo>
                    <a:pt x="6758" y="3238"/>
                    <a:pt x="6769" y="3168"/>
                    <a:pt x="6769" y="3097"/>
                  </a:cubicBezTo>
                  <a:cubicBezTo>
                    <a:pt x="6769" y="3027"/>
                    <a:pt x="6758" y="2957"/>
                    <a:pt x="6758" y="2887"/>
                  </a:cubicBezTo>
                  <a:lnTo>
                    <a:pt x="7098" y="2677"/>
                  </a:lnTo>
                  <a:cubicBezTo>
                    <a:pt x="7271" y="2559"/>
                    <a:pt x="7330" y="2315"/>
                    <a:pt x="7224" y="2127"/>
                  </a:cubicBezTo>
                  <a:lnTo>
                    <a:pt x="6548" y="960"/>
                  </a:lnTo>
                  <a:cubicBezTo>
                    <a:pt x="6475" y="831"/>
                    <a:pt x="6342" y="757"/>
                    <a:pt x="6205" y="757"/>
                  </a:cubicBezTo>
                  <a:cubicBezTo>
                    <a:pt x="6143" y="757"/>
                    <a:pt x="6079" y="773"/>
                    <a:pt x="6020" y="805"/>
                  </a:cubicBezTo>
                  <a:lnTo>
                    <a:pt x="5658" y="993"/>
                  </a:lnTo>
                  <a:cubicBezTo>
                    <a:pt x="5541" y="912"/>
                    <a:pt x="5426" y="842"/>
                    <a:pt x="5296" y="783"/>
                  </a:cubicBezTo>
                  <a:lnTo>
                    <a:pt x="5285" y="385"/>
                  </a:lnTo>
                  <a:cubicBezTo>
                    <a:pt x="5274" y="163"/>
                    <a:pt x="5097" y="0"/>
                    <a:pt x="48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
        <p:nvSpPr>
          <p:cNvPr id="25" name="CaixaDeTexto 24">
            <a:extLst>
              <a:ext uri="{FF2B5EF4-FFF2-40B4-BE49-F238E27FC236}">
                <a16:creationId xmlns:a16="http://schemas.microsoft.com/office/drawing/2014/main" id="{5E0312A3-0B16-4822-D546-89EFE4A52991}"/>
              </a:ext>
            </a:extLst>
          </p:cNvPr>
          <p:cNvSpPr txBox="1"/>
          <p:nvPr/>
        </p:nvSpPr>
        <p:spPr>
          <a:xfrm>
            <a:off x="5361173" y="1654606"/>
            <a:ext cx="2446020" cy="830997"/>
          </a:xfrm>
          <a:prstGeom prst="rect">
            <a:avLst/>
          </a:prstGeom>
          <a:noFill/>
        </p:spPr>
        <p:txBody>
          <a:bodyPr wrap="square" rtlCol="0">
            <a:spAutoFit/>
          </a:bodyPr>
          <a:lstStyle/>
          <a:p>
            <a:pPr marL="171450" indent="-171450">
              <a:buClr>
                <a:schemeClr val="tx1"/>
              </a:buClr>
              <a:buFont typeface="Arial" panose="020B0604020202020204" pitchFamily="34" charset="0"/>
              <a:buChar char="•"/>
            </a:pPr>
            <a:r>
              <a:rPr lang="pt-BR" sz="1200" dirty="0">
                <a:solidFill>
                  <a:schemeClr val="tx1"/>
                </a:solidFill>
                <a:latin typeface="Hanken Grotesk" pitchFamily="2" charset="0"/>
              </a:rPr>
              <a:t>Herança</a:t>
            </a:r>
          </a:p>
          <a:p>
            <a:pPr marL="171450" indent="-171450">
              <a:buClr>
                <a:schemeClr val="tx1"/>
              </a:buClr>
              <a:buFont typeface="Arial" panose="020B0604020202020204" pitchFamily="34" charset="0"/>
              <a:buChar char="•"/>
            </a:pPr>
            <a:r>
              <a:rPr lang="pt-BR" sz="1200" dirty="0">
                <a:solidFill>
                  <a:schemeClr val="tx1"/>
                </a:solidFill>
                <a:latin typeface="Hanken Grotesk" pitchFamily="2" charset="0"/>
              </a:rPr>
              <a:t>Interfaces</a:t>
            </a:r>
          </a:p>
          <a:p>
            <a:pPr marL="171450" indent="-171450">
              <a:buClr>
                <a:schemeClr val="tx1"/>
              </a:buClr>
              <a:buFont typeface="Arial" panose="020B0604020202020204" pitchFamily="34" charset="0"/>
              <a:buChar char="•"/>
            </a:pPr>
            <a:r>
              <a:rPr lang="pt-BR" sz="1200" dirty="0">
                <a:solidFill>
                  <a:schemeClr val="tx1"/>
                </a:solidFill>
                <a:latin typeface="Hanken Grotesk" pitchFamily="2" charset="0"/>
              </a:rPr>
              <a:t>Polimorfismo</a:t>
            </a:r>
          </a:p>
          <a:p>
            <a:pPr marL="171450" indent="-171450">
              <a:buClr>
                <a:schemeClr val="tx1"/>
              </a:buClr>
              <a:buFont typeface="Arial" panose="020B0604020202020204" pitchFamily="34" charset="0"/>
              <a:buChar char="•"/>
            </a:pPr>
            <a:r>
              <a:rPr lang="pt-BR" sz="1200" dirty="0">
                <a:solidFill>
                  <a:schemeClr val="tx1"/>
                </a:solidFill>
                <a:latin typeface="Hanken Grotesk" pitchFamily="2" charset="0"/>
              </a:rPr>
              <a:t>Encapsulamento</a:t>
            </a:r>
          </a:p>
        </p:txBody>
      </p:sp>
      <p:sp>
        <p:nvSpPr>
          <p:cNvPr id="28" name="CaixaDeTexto 27">
            <a:extLst>
              <a:ext uri="{FF2B5EF4-FFF2-40B4-BE49-F238E27FC236}">
                <a16:creationId xmlns:a16="http://schemas.microsoft.com/office/drawing/2014/main" id="{9A284065-2B6B-94BE-D1CF-AB792337193A}"/>
              </a:ext>
            </a:extLst>
          </p:cNvPr>
          <p:cNvSpPr txBox="1"/>
          <p:nvPr/>
        </p:nvSpPr>
        <p:spPr>
          <a:xfrm>
            <a:off x="5361173" y="3057525"/>
            <a:ext cx="2331721" cy="830997"/>
          </a:xfrm>
          <a:prstGeom prst="rect">
            <a:avLst/>
          </a:prstGeom>
          <a:noFill/>
        </p:spPr>
        <p:txBody>
          <a:bodyPr wrap="square" rtlCol="0">
            <a:spAutoFit/>
          </a:bodyPr>
          <a:lstStyle/>
          <a:p>
            <a:r>
              <a:rPr lang="pt-BR" sz="1200" dirty="0">
                <a:solidFill>
                  <a:schemeClr val="tx1"/>
                </a:solidFill>
                <a:latin typeface="Hanken Grotesk" pitchFamily="2" charset="0"/>
              </a:rPr>
              <a:t>Apesar de algumas diferenças de sintaxe, ambas linguagens seguem a estrutura do paradigma.	</a:t>
            </a:r>
          </a:p>
        </p:txBody>
      </p:sp>
      <p:sp>
        <p:nvSpPr>
          <p:cNvPr id="2" name="CaixaDeTexto 1">
            <a:extLst>
              <a:ext uri="{FF2B5EF4-FFF2-40B4-BE49-F238E27FC236}">
                <a16:creationId xmlns:a16="http://schemas.microsoft.com/office/drawing/2014/main" id="{F420E701-D470-0D7A-13C5-0FD697F9F29A}"/>
              </a:ext>
            </a:extLst>
          </p:cNvPr>
          <p:cNvSpPr txBox="1"/>
          <p:nvPr/>
        </p:nvSpPr>
        <p:spPr>
          <a:xfrm>
            <a:off x="1535906" y="3057525"/>
            <a:ext cx="2736057" cy="1015663"/>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pt-BR" sz="1200" dirty="0">
                <a:solidFill>
                  <a:schemeClr val="tx1"/>
                </a:solidFill>
                <a:latin typeface="Hanken Grotesk" pitchFamily="2" charset="0"/>
              </a:rPr>
              <a:t>Modularização</a:t>
            </a:r>
          </a:p>
          <a:p>
            <a:pPr marL="285750" indent="-285750">
              <a:buClr>
                <a:schemeClr val="tx1"/>
              </a:buClr>
              <a:buFont typeface="Arial" panose="020B0604020202020204" pitchFamily="34" charset="0"/>
              <a:buChar char="•"/>
            </a:pPr>
            <a:r>
              <a:rPr lang="pt-BR" sz="1200" dirty="0">
                <a:solidFill>
                  <a:schemeClr val="tx1"/>
                </a:solidFill>
                <a:latin typeface="Hanken Grotesk" pitchFamily="2" charset="0"/>
              </a:rPr>
              <a:t>Reutilização de código</a:t>
            </a:r>
          </a:p>
          <a:p>
            <a:pPr marL="285750" indent="-285750">
              <a:buClr>
                <a:schemeClr val="tx1"/>
              </a:buClr>
              <a:buFont typeface="Arial" panose="020B0604020202020204" pitchFamily="34" charset="0"/>
              <a:buChar char="•"/>
            </a:pPr>
            <a:r>
              <a:rPr lang="pt-BR" sz="1200" dirty="0">
                <a:solidFill>
                  <a:schemeClr val="tx1"/>
                </a:solidFill>
                <a:latin typeface="Hanken Grotesk" pitchFamily="2" charset="0"/>
              </a:rPr>
              <a:t>Organização</a:t>
            </a:r>
          </a:p>
          <a:p>
            <a:pPr marL="285750" indent="-285750">
              <a:buClr>
                <a:schemeClr val="tx1"/>
              </a:buClr>
              <a:buFont typeface="Arial" panose="020B0604020202020204" pitchFamily="34" charset="0"/>
              <a:buChar char="•"/>
            </a:pPr>
            <a:r>
              <a:rPr lang="pt-BR" sz="1200" dirty="0">
                <a:solidFill>
                  <a:schemeClr val="tx1"/>
                </a:solidFill>
                <a:latin typeface="Hanken Grotesk" pitchFamily="2" charset="0"/>
              </a:rPr>
              <a:t>Segurança</a:t>
            </a:r>
          </a:p>
          <a:p>
            <a:pPr marL="285750" indent="-285750">
              <a:buClr>
                <a:schemeClr val="tx1"/>
              </a:buClr>
              <a:buFont typeface="Arial" panose="020B0604020202020204" pitchFamily="34" charset="0"/>
              <a:buChar char="•"/>
            </a:pPr>
            <a:endParaRPr lang="pt-BR" sz="1200" dirty="0">
              <a:solidFill>
                <a:schemeClr val="tx1"/>
              </a:solidFill>
              <a:latin typeface="Hanken Grotesk" pitchFamily="2" charset="0"/>
            </a:endParaRPr>
          </a:p>
        </p:txBody>
      </p:sp>
    </p:spTree>
    <p:extLst>
      <p:ext uri="{BB962C8B-B14F-4D97-AF65-F5344CB8AC3E}">
        <p14:creationId xmlns:p14="http://schemas.microsoft.com/office/powerpoint/2010/main" val="4000146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32"/>
          <p:cNvSpPr txBox="1">
            <a:spLocks noGrp="1"/>
          </p:cNvSpPr>
          <p:nvPr>
            <p:ph type="title"/>
          </p:nvPr>
        </p:nvSpPr>
        <p:spPr>
          <a:xfrm>
            <a:off x="1136800" y="2292595"/>
            <a:ext cx="5873152" cy="1022530"/>
          </a:xfrm>
          <a:prstGeom prst="rect">
            <a:avLst/>
          </a:prstGeom>
        </p:spPr>
        <p:txBody>
          <a:bodyPr spcFirstLastPara="1" wrap="square" lIns="91425" tIns="91425" rIns="91425" bIns="91425" anchor="ctr" anchorCtr="0">
            <a:noAutofit/>
          </a:bodyPr>
          <a:lstStyle/>
          <a:p>
            <a:r>
              <a:rPr lang="en" dirty="0"/>
              <a:t>Lógica e Sintaxe Python</a:t>
            </a:r>
          </a:p>
        </p:txBody>
      </p:sp>
      <p:sp>
        <p:nvSpPr>
          <p:cNvPr id="741" name="Google Shape;741;p32"/>
          <p:cNvSpPr/>
          <p:nvPr/>
        </p:nvSpPr>
        <p:spPr>
          <a:xfrm rot="-5400000">
            <a:off x="689075" y="2684117"/>
            <a:ext cx="357300" cy="309016"/>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2"/>
          <p:cNvSpPr/>
          <p:nvPr/>
        </p:nvSpPr>
        <p:spPr>
          <a:xfrm>
            <a:off x="7016375" y="-1615175"/>
            <a:ext cx="1633483" cy="5920031"/>
          </a:xfrm>
          <a:custGeom>
            <a:avLst/>
            <a:gdLst/>
            <a:ahLst/>
            <a:cxnLst/>
            <a:rect l="l" t="t" r="r" b="b"/>
            <a:pathLst>
              <a:path w="18075" h="65507" extrusionOk="0">
                <a:moveTo>
                  <a:pt x="0" y="65507"/>
                </a:moveTo>
                <a:lnTo>
                  <a:pt x="18075" y="47432"/>
                </a:lnTo>
                <a:lnTo>
                  <a:pt x="18075" y="0"/>
                </a:lnTo>
              </a:path>
            </a:pathLst>
          </a:custGeom>
          <a:noFill/>
          <a:ln w="9525" cap="flat" cmpd="sng">
            <a:solidFill>
              <a:schemeClr val="accent1"/>
            </a:solidFill>
            <a:prstDash val="solid"/>
            <a:round/>
            <a:headEnd type="none" w="med" len="med"/>
            <a:tailEnd type="none" w="med" len="med"/>
          </a:ln>
        </p:spPr>
        <p:txBody>
          <a:bodyPr/>
          <a:lstStyle/>
          <a:p>
            <a:endParaRPr lang="pt-BR"/>
          </a:p>
        </p:txBody>
      </p:sp>
      <p:grpSp>
        <p:nvGrpSpPr>
          <p:cNvPr id="743" name="Google Shape;743;p32"/>
          <p:cNvGrpSpPr/>
          <p:nvPr/>
        </p:nvGrpSpPr>
        <p:grpSpPr>
          <a:xfrm rot="10800000" flipH="1">
            <a:off x="7968643" y="3562070"/>
            <a:ext cx="681217" cy="3360485"/>
            <a:chOff x="1337800" y="-2525590"/>
            <a:chExt cx="1498167" cy="7390555"/>
          </a:xfrm>
        </p:grpSpPr>
        <p:cxnSp>
          <p:nvCxnSpPr>
            <p:cNvPr id="744" name="Google Shape;744;p32"/>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745" name="Google Shape;745;p32"/>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746" name="Google Shape;746;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7" name="Google Shape;747;p32"/>
          <p:cNvGrpSpPr/>
          <p:nvPr/>
        </p:nvGrpSpPr>
        <p:grpSpPr>
          <a:xfrm rot="-5400000" flipH="1">
            <a:off x="70043" y="-592705"/>
            <a:ext cx="681217" cy="3360485"/>
            <a:chOff x="1337800" y="-2525590"/>
            <a:chExt cx="1498167" cy="7390555"/>
          </a:xfrm>
        </p:grpSpPr>
        <p:cxnSp>
          <p:nvCxnSpPr>
            <p:cNvPr id="748" name="Google Shape;748;p32"/>
            <p:cNvCxnSpPr/>
            <p:nvPr/>
          </p:nvCxnSpPr>
          <p:spPr>
            <a:xfrm rot="10800000">
              <a:off x="1337800" y="-2525590"/>
              <a:ext cx="0" cy="5870700"/>
            </a:xfrm>
            <a:prstGeom prst="straightConnector1">
              <a:avLst/>
            </a:prstGeom>
            <a:noFill/>
            <a:ln w="9525" cap="flat" cmpd="sng">
              <a:solidFill>
                <a:schemeClr val="lt1"/>
              </a:solidFill>
              <a:prstDash val="solid"/>
              <a:round/>
              <a:headEnd type="none" w="med" len="med"/>
              <a:tailEnd type="none" w="med" len="med"/>
            </a:ln>
          </p:spPr>
        </p:cxnSp>
        <p:cxnSp>
          <p:nvCxnSpPr>
            <p:cNvPr id="749" name="Google Shape;749;p32"/>
            <p:cNvCxnSpPr/>
            <p:nvPr/>
          </p:nvCxnSpPr>
          <p:spPr>
            <a:xfrm>
              <a:off x="1337800" y="3347125"/>
              <a:ext cx="1158600" cy="1141200"/>
            </a:xfrm>
            <a:prstGeom prst="straightConnector1">
              <a:avLst/>
            </a:prstGeom>
            <a:noFill/>
            <a:ln w="9525" cap="flat" cmpd="sng">
              <a:solidFill>
                <a:schemeClr val="lt1"/>
              </a:solidFill>
              <a:prstDash val="solid"/>
              <a:round/>
              <a:headEnd type="none" w="med" len="med"/>
              <a:tailEnd type="none" w="med" len="med"/>
            </a:ln>
          </p:spPr>
        </p:cxnSp>
        <p:sp>
          <p:nvSpPr>
            <p:cNvPr id="750" name="Google Shape;750;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1" name="Google Shape;751;p32"/>
          <p:cNvSpPr/>
          <p:nvPr/>
        </p:nvSpPr>
        <p:spPr>
          <a:xfrm rot="-5400000">
            <a:off x="5572485" y="-2452153"/>
            <a:ext cx="1971347" cy="6005438"/>
          </a:xfrm>
          <a:custGeom>
            <a:avLst/>
            <a:gdLst/>
            <a:ahLst/>
            <a:cxnLst/>
            <a:rect l="l" t="t" r="r" b="b"/>
            <a:pathLst>
              <a:path w="62917" h="191668" extrusionOk="0">
                <a:moveTo>
                  <a:pt x="0" y="0"/>
                </a:moveTo>
                <a:lnTo>
                  <a:pt x="0" y="21836"/>
                </a:lnTo>
                <a:lnTo>
                  <a:pt x="38334" y="60169"/>
                </a:lnTo>
                <a:lnTo>
                  <a:pt x="38334" y="81762"/>
                </a:lnTo>
                <a:lnTo>
                  <a:pt x="22442" y="97654"/>
                </a:lnTo>
                <a:lnTo>
                  <a:pt x="22442" y="116457"/>
                </a:lnTo>
                <a:lnTo>
                  <a:pt x="62917" y="139825"/>
                </a:lnTo>
                <a:lnTo>
                  <a:pt x="62917" y="191668"/>
                </a:lnTo>
              </a:path>
            </a:pathLst>
          </a:custGeom>
          <a:noFill/>
          <a:ln w="9525" cap="flat" cmpd="sng">
            <a:solidFill>
              <a:schemeClr val="accent1"/>
            </a:solidFill>
            <a:prstDash val="solid"/>
            <a:round/>
            <a:headEnd type="none" w="med" len="med"/>
            <a:tailEnd type="none" w="med" len="med"/>
          </a:ln>
        </p:spPr>
        <p:txBody>
          <a:bodyPr/>
          <a:lstStyle/>
          <a:p>
            <a:endParaRPr lang="pt-BR"/>
          </a:p>
        </p:txBody>
      </p:sp>
      <p:grpSp>
        <p:nvGrpSpPr>
          <p:cNvPr id="752" name="Google Shape;752;p32"/>
          <p:cNvGrpSpPr/>
          <p:nvPr/>
        </p:nvGrpSpPr>
        <p:grpSpPr>
          <a:xfrm>
            <a:off x="7221623" y="1260360"/>
            <a:ext cx="1160062" cy="523162"/>
            <a:chOff x="7221623" y="1260360"/>
            <a:chExt cx="1160062" cy="523162"/>
          </a:xfrm>
        </p:grpSpPr>
        <p:sp>
          <p:nvSpPr>
            <p:cNvPr id="753" name="Google Shape;753;p32"/>
            <p:cNvSpPr/>
            <p:nvPr/>
          </p:nvSpPr>
          <p:spPr>
            <a:xfrm rot="-5400000">
              <a:off x="8141200" y="1059948"/>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2"/>
            <p:cNvSpPr/>
            <p:nvPr/>
          </p:nvSpPr>
          <p:spPr>
            <a:xfrm rot="5400000">
              <a:off x="7437562" y="1320304"/>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2"/>
            <p:cNvSpPr/>
            <p:nvPr/>
          </p:nvSpPr>
          <p:spPr>
            <a:xfrm rot="-5400000">
              <a:off x="7930383" y="13322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288408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B5DEBD-34BD-8D17-F701-94D6AB38F829}"/>
              </a:ext>
            </a:extLst>
          </p:cNvPr>
          <p:cNvSpPr>
            <a:spLocks noGrp="1"/>
          </p:cNvSpPr>
          <p:nvPr>
            <p:ph type="title"/>
          </p:nvPr>
        </p:nvSpPr>
        <p:spPr/>
        <p:txBody>
          <a:bodyPr/>
          <a:lstStyle/>
          <a:p>
            <a:r>
              <a:rPr lang="pt-BR" dirty="0"/>
              <a:t>Logica e Sintaxe Python</a:t>
            </a:r>
          </a:p>
        </p:txBody>
      </p:sp>
      <p:sp>
        <p:nvSpPr>
          <p:cNvPr id="8" name="CaixaDeTexto 7">
            <a:extLst>
              <a:ext uri="{FF2B5EF4-FFF2-40B4-BE49-F238E27FC236}">
                <a16:creationId xmlns:a16="http://schemas.microsoft.com/office/drawing/2014/main" id="{86E4D1ED-45FD-7F10-BBF3-8EEAE6A06D0F}"/>
              </a:ext>
            </a:extLst>
          </p:cNvPr>
          <p:cNvSpPr txBox="1"/>
          <p:nvPr/>
        </p:nvSpPr>
        <p:spPr>
          <a:xfrm>
            <a:off x="5709100" y="3205588"/>
            <a:ext cx="2381339" cy="1015663"/>
          </a:xfrm>
          <a:prstGeom prst="rect">
            <a:avLst/>
          </a:prstGeom>
          <a:noFill/>
        </p:spPr>
        <p:txBody>
          <a:bodyPr wrap="square" rtlCol="0">
            <a:spAutoFit/>
          </a:bodyPr>
          <a:lstStyle/>
          <a:p>
            <a:r>
              <a:rPr lang="pt-BR" sz="1200" dirty="0">
                <a:solidFill>
                  <a:schemeClr val="tx1"/>
                </a:solidFill>
                <a:latin typeface="Hanken Grotesk" pitchFamily="2" charset="0"/>
              </a:rPr>
              <a:t>Dinâmica e fortemente </a:t>
            </a:r>
            <a:r>
              <a:rPr lang="pt-BR" sz="1200" dirty="0" err="1">
                <a:solidFill>
                  <a:schemeClr val="tx1"/>
                </a:solidFill>
                <a:latin typeface="Hanken Grotesk" pitchFamily="2" charset="0"/>
              </a:rPr>
              <a:t>tipada</a:t>
            </a:r>
            <a:r>
              <a:rPr lang="pt-BR" sz="1200" dirty="0">
                <a:solidFill>
                  <a:schemeClr val="tx1"/>
                </a:solidFill>
                <a:latin typeface="Hanken Grotesk" pitchFamily="2" charset="0"/>
              </a:rPr>
              <a:t>, isto é, os tipos são atribuídos automaticamente, mas uma vez atribuídos não podem ser mais alterados</a:t>
            </a:r>
          </a:p>
        </p:txBody>
      </p:sp>
      <p:sp>
        <p:nvSpPr>
          <p:cNvPr id="9" name="CaixaDeTexto 8">
            <a:extLst>
              <a:ext uri="{FF2B5EF4-FFF2-40B4-BE49-F238E27FC236}">
                <a16:creationId xmlns:a16="http://schemas.microsoft.com/office/drawing/2014/main" id="{0E4FA2E0-3118-0917-E6F1-B59F2CDAC15A}"/>
              </a:ext>
            </a:extLst>
          </p:cNvPr>
          <p:cNvSpPr txBox="1"/>
          <p:nvPr/>
        </p:nvSpPr>
        <p:spPr>
          <a:xfrm>
            <a:off x="1492263" y="3256124"/>
            <a:ext cx="2381339" cy="1015663"/>
          </a:xfrm>
          <a:prstGeom prst="rect">
            <a:avLst/>
          </a:prstGeom>
          <a:noFill/>
        </p:spPr>
        <p:txBody>
          <a:bodyPr wrap="square" rtlCol="0">
            <a:spAutoFit/>
          </a:bodyPr>
          <a:lstStyle/>
          <a:p>
            <a:pPr lvl="1"/>
            <a:r>
              <a:rPr lang="pt-BR" sz="1200" dirty="0">
                <a:solidFill>
                  <a:schemeClr val="tx1"/>
                </a:solidFill>
                <a:latin typeface="Hanken Grotesk" pitchFamily="2" charset="0"/>
              </a:rPr>
              <a:t>A forma mais comum de se programar em Python é usando a orientação a objetos, com os códigos sendo agrupados em pacotes e módulos </a:t>
            </a:r>
          </a:p>
        </p:txBody>
      </p:sp>
      <p:sp>
        <p:nvSpPr>
          <p:cNvPr id="10" name="CaixaDeTexto 9">
            <a:extLst>
              <a:ext uri="{FF2B5EF4-FFF2-40B4-BE49-F238E27FC236}">
                <a16:creationId xmlns:a16="http://schemas.microsoft.com/office/drawing/2014/main" id="{8C3A7B9E-26A8-ECD0-BA25-EA4E6C3B546F}"/>
              </a:ext>
            </a:extLst>
          </p:cNvPr>
          <p:cNvSpPr txBox="1"/>
          <p:nvPr/>
        </p:nvSpPr>
        <p:spPr>
          <a:xfrm>
            <a:off x="5709100" y="1537846"/>
            <a:ext cx="2381339" cy="1015663"/>
          </a:xfrm>
          <a:prstGeom prst="rect">
            <a:avLst/>
          </a:prstGeom>
          <a:noFill/>
        </p:spPr>
        <p:txBody>
          <a:bodyPr wrap="square" rtlCol="0">
            <a:spAutoFit/>
          </a:bodyPr>
          <a:lstStyle/>
          <a:p>
            <a:r>
              <a:rPr lang="pt-BR" sz="1200" dirty="0">
                <a:solidFill>
                  <a:schemeClr val="tx1"/>
                </a:solidFill>
                <a:latin typeface="Hanken Grotesk" pitchFamily="2" charset="0"/>
              </a:rPr>
              <a:t>Não usa chaves para estruturar o código nem ponto e vírgula no final das linhas.​ A estruturação do código é feita usando indentação</a:t>
            </a:r>
          </a:p>
        </p:txBody>
      </p:sp>
      <p:sp>
        <p:nvSpPr>
          <p:cNvPr id="12" name="Espaço Reservado para Texto 11">
            <a:extLst>
              <a:ext uri="{FF2B5EF4-FFF2-40B4-BE49-F238E27FC236}">
                <a16:creationId xmlns:a16="http://schemas.microsoft.com/office/drawing/2014/main" id="{3498D42D-75C2-7F51-2F64-7964E0E1B460}"/>
              </a:ext>
            </a:extLst>
          </p:cNvPr>
          <p:cNvSpPr>
            <a:spLocks noGrp="1"/>
          </p:cNvSpPr>
          <p:nvPr>
            <p:ph type="body" idx="1"/>
          </p:nvPr>
        </p:nvSpPr>
        <p:spPr>
          <a:xfrm>
            <a:off x="1498083" y="1537846"/>
            <a:ext cx="2381338" cy="933541"/>
          </a:xfrm>
        </p:spPr>
        <p:txBody>
          <a:bodyPr/>
          <a:lstStyle/>
          <a:p>
            <a:pPr marL="152400" indent="0">
              <a:buNone/>
            </a:pPr>
            <a:r>
              <a:rPr lang="pt-BR" dirty="0"/>
              <a:t>Linguagem de alto nível, </a:t>
            </a:r>
            <a:r>
              <a:rPr lang="pt-BR" dirty="0" err="1"/>
              <a:t>multiparadigma</a:t>
            </a:r>
            <a:r>
              <a:rPr lang="pt-BR" dirty="0"/>
              <a:t>, multipropósito e multiplataforma</a:t>
            </a:r>
          </a:p>
          <a:p>
            <a:pPr marL="152400" indent="0">
              <a:buNone/>
            </a:pPr>
            <a:endParaRPr lang="pt-BR" dirty="0"/>
          </a:p>
        </p:txBody>
      </p:sp>
      <p:grpSp>
        <p:nvGrpSpPr>
          <p:cNvPr id="13" name="Google Shape;1340;p48">
            <a:extLst>
              <a:ext uri="{FF2B5EF4-FFF2-40B4-BE49-F238E27FC236}">
                <a16:creationId xmlns:a16="http://schemas.microsoft.com/office/drawing/2014/main" id="{8B944C92-2462-AA59-653E-AF6944EAC6FE}"/>
              </a:ext>
            </a:extLst>
          </p:cNvPr>
          <p:cNvGrpSpPr/>
          <p:nvPr/>
        </p:nvGrpSpPr>
        <p:grpSpPr>
          <a:xfrm>
            <a:off x="1062226" y="1704519"/>
            <a:ext cx="347475" cy="345150"/>
            <a:chOff x="4744113" y="3243975"/>
            <a:chExt cx="347475" cy="345150"/>
          </a:xfrm>
        </p:grpSpPr>
        <p:sp>
          <p:nvSpPr>
            <p:cNvPr id="14" name="Google Shape;1341;p48">
              <a:extLst>
                <a:ext uri="{FF2B5EF4-FFF2-40B4-BE49-F238E27FC236}">
                  <a16:creationId xmlns:a16="http://schemas.microsoft.com/office/drawing/2014/main" id="{C2177D47-CFB1-1C89-97C8-2E102D47BE83}"/>
                </a:ext>
              </a:extLst>
            </p:cNvPr>
            <p:cNvSpPr/>
            <p:nvPr/>
          </p:nvSpPr>
          <p:spPr>
            <a:xfrm>
              <a:off x="4744113" y="3339725"/>
              <a:ext cx="182950" cy="249400"/>
            </a:xfrm>
            <a:custGeom>
              <a:avLst/>
              <a:gdLst/>
              <a:ahLst/>
              <a:cxnLst/>
              <a:rect l="l" t="t" r="r" b="b"/>
              <a:pathLst>
                <a:path w="7318" h="9976" extrusionOk="0">
                  <a:moveTo>
                    <a:pt x="3697" y="810"/>
                  </a:moveTo>
                  <a:cubicBezTo>
                    <a:pt x="3704" y="810"/>
                    <a:pt x="3711" y="810"/>
                    <a:pt x="3718" y="810"/>
                  </a:cubicBezTo>
                  <a:cubicBezTo>
                    <a:pt x="5272" y="833"/>
                    <a:pt x="6523" y="2095"/>
                    <a:pt x="6523" y="3638"/>
                  </a:cubicBezTo>
                  <a:cubicBezTo>
                    <a:pt x="6523" y="4398"/>
                    <a:pt x="6217" y="5111"/>
                    <a:pt x="5682" y="5649"/>
                  </a:cubicBezTo>
                  <a:cubicBezTo>
                    <a:pt x="5154" y="6174"/>
                    <a:pt x="4815" y="6842"/>
                    <a:pt x="4722" y="7554"/>
                  </a:cubicBezTo>
                  <a:lnTo>
                    <a:pt x="4091" y="7554"/>
                  </a:lnTo>
                  <a:lnTo>
                    <a:pt x="4091" y="4889"/>
                  </a:lnTo>
                  <a:lnTo>
                    <a:pt x="5050" y="3930"/>
                  </a:lnTo>
                  <a:cubicBezTo>
                    <a:pt x="5191" y="3789"/>
                    <a:pt x="5213" y="3557"/>
                    <a:pt x="5084" y="3394"/>
                  </a:cubicBezTo>
                  <a:cubicBezTo>
                    <a:pt x="5003" y="3288"/>
                    <a:pt x="4886" y="3235"/>
                    <a:pt x="4768" y="3235"/>
                  </a:cubicBezTo>
                  <a:cubicBezTo>
                    <a:pt x="4664" y="3235"/>
                    <a:pt x="4560" y="3276"/>
                    <a:pt x="4478" y="3357"/>
                  </a:cubicBezTo>
                  <a:lnTo>
                    <a:pt x="3693" y="4154"/>
                  </a:lnTo>
                  <a:lnTo>
                    <a:pt x="2899" y="3357"/>
                  </a:lnTo>
                  <a:cubicBezTo>
                    <a:pt x="2817" y="3276"/>
                    <a:pt x="2713" y="3235"/>
                    <a:pt x="2608" y="3235"/>
                  </a:cubicBezTo>
                  <a:cubicBezTo>
                    <a:pt x="2490" y="3235"/>
                    <a:pt x="2372" y="3288"/>
                    <a:pt x="2290" y="3394"/>
                  </a:cubicBezTo>
                  <a:cubicBezTo>
                    <a:pt x="2164" y="3557"/>
                    <a:pt x="2186" y="3789"/>
                    <a:pt x="2338" y="3930"/>
                  </a:cubicBezTo>
                  <a:lnTo>
                    <a:pt x="3286" y="4889"/>
                  </a:lnTo>
                  <a:lnTo>
                    <a:pt x="3286" y="7554"/>
                  </a:lnTo>
                  <a:lnTo>
                    <a:pt x="2655" y="7554"/>
                  </a:lnTo>
                  <a:cubicBezTo>
                    <a:pt x="2559" y="6842"/>
                    <a:pt x="2234" y="6174"/>
                    <a:pt x="1695" y="5649"/>
                  </a:cubicBezTo>
                  <a:cubicBezTo>
                    <a:pt x="1145" y="5099"/>
                    <a:pt x="854" y="4376"/>
                    <a:pt x="854" y="3615"/>
                  </a:cubicBezTo>
                  <a:cubicBezTo>
                    <a:pt x="876" y="2057"/>
                    <a:pt x="2152" y="810"/>
                    <a:pt x="3697" y="810"/>
                  </a:cubicBezTo>
                  <a:close/>
                  <a:moveTo>
                    <a:pt x="4689" y="8362"/>
                  </a:moveTo>
                  <a:lnTo>
                    <a:pt x="4689" y="8769"/>
                  </a:lnTo>
                  <a:cubicBezTo>
                    <a:pt x="4689" y="8993"/>
                    <a:pt x="4501" y="9167"/>
                    <a:pt x="4279" y="9167"/>
                  </a:cubicBezTo>
                  <a:lnTo>
                    <a:pt x="3075" y="9167"/>
                  </a:lnTo>
                  <a:cubicBezTo>
                    <a:pt x="2840" y="9167"/>
                    <a:pt x="2666" y="8993"/>
                    <a:pt x="2666" y="8769"/>
                  </a:cubicBezTo>
                  <a:lnTo>
                    <a:pt x="2666" y="8362"/>
                  </a:lnTo>
                  <a:close/>
                  <a:moveTo>
                    <a:pt x="3679" y="1"/>
                  </a:moveTo>
                  <a:cubicBezTo>
                    <a:pt x="3645" y="1"/>
                    <a:pt x="3611" y="1"/>
                    <a:pt x="3578" y="2"/>
                  </a:cubicBezTo>
                  <a:cubicBezTo>
                    <a:pt x="1659" y="50"/>
                    <a:pt x="105" y="1604"/>
                    <a:pt x="35" y="3509"/>
                  </a:cubicBezTo>
                  <a:cubicBezTo>
                    <a:pt x="1" y="4538"/>
                    <a:pt x="385" y="5498"/>
                    <a:pt x="1112" y="6222"/>
                  </a:cubicBezTo>
                  <a:cubicBezTo>
                    <a:pt x="1589" y="6701"/>
                    <a:pt x="1858" y="7321"/>
                    <a:pt x="1858" y="7952"/>
                  </a:cubicBezTo>
                  <a:lnTo>
                    <a:pt x="1858" y="8769"/>
                  </a:lnTo>
                  <a:cubicBezTo>
                    <a:pt x="1858" y="9436"/>
                    <a:pt x="2397" y="9975"/>
                    <a:pt x="3075" y="9975"/>
                  </a:cubicBezTo>
                  <a:lnTo>
                    <a:pt x="4279" y="9975"/>
                  </a:lnTo>
                  <a:cubicBezTo>
                    <a:pt x="4955" y="9975"/>
                    <a:pt x="5494" y="9436"/>
                    <a:pt x="5494" y="8769"/>
                  </a:cubicBezTo>
                  <a:lnTo>
                    <a:pt x="5494" y="7952"/>
                  </a:lnTo>
                  <a:cubicBezTo>
                    <a:pt x="5494" y="7321"/>
                    <a:pt x="5763" y="6701"/>
                    <a:pt x="6243" y="6222"/>
                  </a:cubicBezTo>
                  <a:cubicBezTo>
                    <a:pt x="6933" y="5531"/>
                    <a:pt x="7317" y="4620"/>
                    <a:pt x="7317" y="3638"/>
                  </a:cubicBezTo>
                  <a:cubicBezTo>
                    <a:pt x="7317" y="1638"/>
                    <a:pt x="5689" y="1"/>
                    <a:pt x="36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5" name="Google Shape;1342;p48">
              <a:extLst>
                <a:ext uri="{FF2B5EF4-FFF2-40B4-BE49-F238E27FC236}">
                  <a16:creationId xmlns:a16="http://schemas.microsoft.com/office/drawing/2014/main" id="{F742284C-31DC-A6FD-725D-5B1EC9677F5D}"/>
                </a:ext>
              </a:extLst>
            </p:cNvPr>
            <p:cNvSpPr/>
            <p:nvPr/>
          </p:nvSpPr>
          <p:spPr>
            <a:xfrm>
              <a:off x="4935238" y="3434175"/>
              <a:ext cx="156350" cy="154950"/>
            </a:xfrm>
            <a:custGeom>
              <a:avLst/>
              <a:gdLst/>
              <a:ahLst/>
              <a:cxnLst/>
              <a:rect l="l" t="t" r="r" b="b"/>
              <a:pathLst>
                <a:path w="6254" h="6198" extrusionOk="0">
                  <a:moveTo>
                    <a:pt x="3412" y="808"/>
                  </a:moveTo>
                  <a:lnTo>
                    <a:pt x="3426" y="1089"/>
                  </a:lnTo>
                  <a:cubicBezTo>
                    <a:pt x="3437" y="1251"/>
                    <a:pt x="3541" y="1392"/>
                    <a:pt x="3706" y="1450"/>
                  </a:cubicBezTo>
                  <a:cubicBezTo>
                    <a:pt x="3917" y="1521"/>
                    <a:pt x="4102" y="1624"/>
                    <a:pt x="4267" y="1779"/>
                  </a:cubicBezTo>
                  <a:cubicBezTo>
                    <a:pt x="4342" y="1840"/>
                    <a:pt x="4434" y="1873"/>
                    <a:pt x="4528" y="1873"/>
                  </a:cubicBezTo>
                  <a:cubicBezTo>
                    <a:pt x="4593" y="1873"/>
                    <a:pt x="4660" y="1857"/>
                    <a:pt x="4722" y="1824"/>
                  </a:cubicBezTo>
                  <a:lnTo>
                    <a:pt x="4969" y="1709"/>
                  </a:lnTo>
                  <a:lnTo>
                    <a:pt x="5260" y="2200"/>
                  </a:lnTo>
                  <a:lnTo>
                    <a:pt x="5025" y="2351"/>
                  </a:lnTo>
                  <a:cubicBezTo>
                    <a:pt x="4884" y="2444"/>
                    <a:pt x="4814" y="2606"/>
                    <a:pt x="4851" y="2772"/>
                  </a:cubicBezTo>
                  <a:cubicBezTo>
                    <a:pt x="4873" y="2876"/>
                    <a:pt x="4873" y="2993"/>
                    <a:pt x="4873" y="3097"/>
                  </a:cubicBezTo>
                  <a:cubicBezTo>
                    <a:pt x="4873" y="3204"/>
                    <a:pt x="4873" y="3322"/>
                    <a:pt x="4851" y="3425"/>
                  </a:cubicBezTo>
                  <a:cubicBezTo>
                    <a:pt x="4814" y="3588"/>
                    <a:pt x="4884" y="3754"/>
                    <a:pt x="5025" y="3846"/>
                  </a:cubicBezTo>
                  <a:lnTo>
                    <a:pt x="5260" y="3998"/>
                  </a:lnTo>
                  <a:lnTo>
                    <a:pt x="4969" y="4500"/>
                  </a:lnTo>
                  <a:lnTo>
                    <a:pt x="4722" y="4374"/>
                  </a:lnTo>
                  <a:cubicBezTo>
                    <a:pt x="4660" y="4339"/>
                    <a:pt x="4594" y="4323"/>
                    <a:pt x="4529" y="4323"/>
                  </a:cubicBezTo>
                  <a:cubicBezTo>
                    <a:pt x="4434" y="4323"/>
                    <a:pt x="4342" y="4357"/>
                    <a:pt x="4267" y="4419"/>
                  </a:cubicBezTo>
                  <a:cubicBezTo>
                    <a:pt x="4102" y="4570"/>
                    <a:pt x="3917" y="4677"/>
                    <a:pt x="3706" y="4758"/>
                  </a:cubicBezTo>
                  <a:cubicBezTo>
                    <a:pt x="3541" y="4806"/>
                    <a:pt x="3437" y="4946"/>
                    <a:pt x="3426" y="5120"/>
                  </a:cubicBezTo>
                  <a:lnTo>
                    <a:pt x="3412" y="5389"/>
                  </a:lnTo>
                  <a:lnTo>
                    <a:pt x="2839" y="5389"/>
                  </a:lnTo>
                  <a:lnTo>
                    <a:pt x="2828" y="5120"/>
                  </a:lnTo>
                  <a:cubicBezTo>
                    <a:pt x="2817" y="4946"/>
                    <a:pt x="2710" y="4806"/>
                    <a:pt x="2548" y="4758"/>
                  </a:cubicBezTo>
                  <a:cubicBezTo>
                    <a:pt x="2337" y="4677"/>
                    <a:pt x="2149" y="4570"/>
                    <a:pt x="1987" y="4419"/>
                  </a:cubicBezTo>
                  <a:cubicBezTo>
                    <a:pt x="1910" y="4357"/>
                    <a:pt x="1818" y="4323"/>
                    <a:pt x="1724" y="4323"/>
                  </a:cubicBezTo>
                  <a:cubicBezTo>
                    <a:pt x="1659" y="4323"/>
                    <a:pt x="1594" y="4339"/>
                    <a:pt x="1532" y="4374"/>
                  </a:cubicBezTo>
                  <a:lnTo>
                    <a:pt x="1285" y="4500"/>
                  </a:lnTo>
                  <a:lnTo>
                    <a:pt x="993" y="3998"/>
                  </a:lnTo>
                  <a:lnTo>
                    <a:pt x="1226" y="3846"/>
                  </a:lnTo>
                  <a:cubicBezTo>
                    <a:pt x="1367" y="3754"/>
                    <a:pt x="1437" y="3588"/>
                    <a:pt x="1403" y="3425"/>
                  </a:cubicBezTo>
                  <a:cubicBezTo>
                    <a:pt x="1392" y="3322"/>
                    <a:pt x="1378" y="3204"/>
                    <a:pt x="1378" y="3097"/>
                  </a:cubicBezTo>
                  <a:cubicBezTo>
                    <a:pt x="1378" y="2993"/>
                    <a:pt x="1392" y="2876"/>
                    <a:pt x="1403" y="2772"/>
                  </a:cubicBezTo>
                  <a:cubicBezTo>
                    <a:pt x="1437" y="2606"/>
                    <a:pt x="1367" y="2444"/>
                    <a:pt x="1226" y="2351"/>
                  </a:cubicBezTo>
                  <a:lnTo>
                    <a:pt x="993" y="2200"/>
                  </a:lnTo>
                  <a:lnTo>
                    <a:pt x="1285" y="1709"/>
                  </a:lnTo>
                  <a:lnTo>
                    <a:pt x="1532" y="1824"/>
                  </a:lnTo>
                  <a:cubicBezTo>
                    <a:pt x="1594" y="1857"/>
                    <a:pt x="1660" y="1873"/>
                    <a:pt x="1725" y="1873"/>
                  </a:cubicBezTo>
                  <a:cubicBezTo>
                    <a:pt x="1819" y="1873"/>
                    <a:pt x="1910" y="1840"/>
                    <a:pt x="1987" y="1779"/>
                  </a:cubicBezTo>
                  <a:cubicBezTo>
                    <a:pt x="2149" y="1624"/>
                    <a:pt x="2337" y="1521"/>
                    <a:pt x="2548" y="1450"/>
                  </a:cubicBezTo>
                  <a:cubicBezTo>
                    <a:pt x="2710" y="1392"/>
                    <a:pt x="2817" y="1251"/>
                    <a:pt x="2828" y="1089"/>
                  </a:cubicBezTo>
                  <a:lnTo>
                    <a:pt x="2839" y="808"/>
                  </a:lnTo>
                  <a:close/>
                  <a:moveTo>
                    <a:pt x="2455" y="0"/>
                  </a:moveTo>
                  <a:cubicBezTo>
                    <a:pt x="2233" y="0"/>
                    <a:pt x="2057" y="166"/>
                    <a:pt x="2045" y="387"/>
                  </a:cubicBezTo>
                  <a:lnTo>
                    <a:pt x="2034" y="783"/>
                  </a:lnTo>
                  <a:cubicBezTo>
                    <a:pt x="1905" y="842"/>
                    <a:pt x="1787" y="912"/>
                    <a:pt x="1672" y="993"/>
                  </a:cubicBezTo>
                  <a:lnTo>
                    <a:pt x="1308" y="808"/>
                  </a:lnTo>
                  <a:cubicBezTo>
                    <a:pt x="1251" y="779"/>
                    <a:pt x="1190" y="765"/>
                    <a:pt x="1129" y="765"/>
                  </a:cubicBezTo>
                  <a:cubicBezTo>
                    <a:pt x="991" y="765"/>
                    <a:pt x="855" y="837"/>
                    <a:pt x="783" y="960"/>
                  </a:cubicBezTo>
                  <a:lnTo>
                    <a:pt x="104" y="2129"/>
                  </a:lnTo>
                  <a:cubicBezTo>
                    <a:pt x="0" y="2315"/>
                    <a:pt x="59" y="2561"/>
                    <a:pt x="233" y="2676"/>
                  </a:cubicBezTo>
                  <a:lnTo>
                    <a:pt x="573" y="2887"/>
                  </a:lnTo>
                  <a:cubicBezTo>
                    <a:pt x="573" y="2957"/>
                    <a:pt x="561" y="3027"/>
                    <a:pt x="561" y="3097"/>
                  </a:cubicBezTo>
                  <a:cubicBezTo>
                    <a:pt x="561" y="3167"/>
                    <a:pt x="573" y="3237"/>
                    <a:pt x="573" y="3308"/>
                  </a:cubicBezTo>
                  <a:lnTo>
                    <a:pt x="233" y="3518"/>
                  </a:lnTo>
                  <a:cubicBezTo>
                    <a:pt x="59" y="3636"/>
                    <a:pt x="0" y="3883"/>
                    <a:pt x="104" y="4068"/>
                  </a:cubicBezTo>
                  <a:lnTo>
                    <a:pt x="783" y="5238"/>
                  </a:lnTo>
                  <a:cubicBezTo>
                    <a:pt x="854" y="5366"/>
                    <a:pt x="986" y="5439"/>
                    <a:pt x="1121" y="5439"/>
                  </a:cubicBezTo>
                  <a:cubicBezTo>
                    <a:pt x="1185" y="5439"/>
                    <a:pt x="1249" y="5423"/>
                    <a:pt x="1308" y="5389"/>
                  </a:cubicBezTo>
                  <a:lnTo>
                    <a:pt x="1672" y="5201"/>
                  </a:lnTo>
                  <a:cubicBezTo>
                    <a:pt x="1787" y="5285"/>
                    <a:pt x="1905" y="5355"/>
                    <a:pt x="2034" y="5412"/>
                  </a:cubicBezTo>
                  <a:lnTo>
                    <a:pt x="2045" y="5810"/>
                  </a:lnTo>
                  <a:cubicBezTo>
                    <a:pt x="2057" y="6032"/>
                    <a:pt x="2233" y="6197"/>
                    <a:pt x="2455" y="6197"/>
                  </a:cubicBezTo>
                  <a:lnTo>
                    <a:pt x="3799" y="6197"/>
                  </a:lnTo>
                  <a:cubicBezTo>
                    <a:pt x="4020" y="6197"/>
                    <a:pt x="4197" y="6032"/>
                    <a:pt x="4208" y="5810"/>
                  </a:cubicBezTo>
                  <a:lnTo>
                    <a:pt x="4220" y="5412"/>
                  </a:lnTo>
                  <a:cubicBezTo>
                    <a:pt x="4349" y="5355"/>
                    <a:pt x="4464" y="5285"/>
                    <a:pt x="4581" y="5201"/>
                  </a:cubicBezTo>
                  <a:lnTo>
                    <a:pt x="4943" y="5389"/>
                  </a:lnTo>
                  <a:cubicBezTo>
                    <a:pt x="5003" y="5423"/>
                    <a:pt x="5068" y="5439"/>
                    <a:pt x="5131" y="5439"/>
                  </a:cubicBezTo>
                  <a:cubicBezTo>
                    <a:pt x="5267" y="5439"/>
                    <a:pt x="5398" y="5366"/>
                    <a:pt x="5471" y="5238"/>
                  </a:cubicBezTo>
                  <a:lnTo>
                    <a:pt x="6147" y="4068"/>
                  </a:lnTo>
                  <a:cubicBezTo>
                    <a:pt x="6253" y="3883"/>
                    <a:pt x="6194" y="3636"/>
                    <a:pt x="6021" y="3518"/>
                  </a:cubicBezTo>
                  <a:lnTo>
                    <a:pt x="5681" y="3308"/>
                  </a:lnTo>
                  <a:cubicBezTo>
                    <a:pt x="5681" y="3237"/>
                    <a:pt x="5692" y="3167"/>
                    <a:pt x="5692" y="3097"/>
                  </a:cubicBezTo>
                  <a:cubicBezTo>
                    <a:pt x="5692" y="3027"/>
                    <a:pt x="5681" y="2957"/>
                    <a:pt x="5681" y="2887"/>
                  </a:cubicBezTo>
                  <a:lnTo>
                    <a:pt x="6021" y="2676"/>
                  </a:lnTo>
                  <a:cubicBezTo>
                    <a:pt x="6194" y="2561"/>
                    <a:pt x="6253" y="2315"/>
                    <a:pt x="6147" y="2129"/>
                  </a:cubicBezTo>
                  <a:lnTo>
                    <a:pt x="5471" y="960"/>
                  </a:lnTo>
                  <a:cubicBezTo>
                    <a:pt x="5397" y="837"/>
                    <a:pt x="5261" y="765"/>
                    <a:pt x="5123" y="765"/>
                  </a:cubicBezTo>
                  <a:cubicBezTo>
                    <a:pt x="5062" y="765"/>
                    <a:pt x="5001" y="779"/>
                    <a:pt x="4943" y="808"/>
                  </a:cubicBezTo>
                  <a:lnTo>
                    <a:pt x="4581" y="993"/>
                  </a:lnTo>
                  <a:cubicBezTo>
                    <a:pt x="4464" y="912"/>
                    <a:pt x="4349" y="842"/>
                    <a:pt x="4220" y="783"/>
                  </a:cubicBezTo>
                  <a:lnTo>
                    <a:pt x="4208" y="387"/>
                  </a:lnTo>
                  <a:cubicBezTo>
                    <a:pt x="4197" y="166"/>
                    <a:pt x="4020" y="0"/>
                    <a:pt x="37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6" name="Google Shape;1343;p48">
              <a:extLst>
                <a:ext uri="{FF2B5EF4-FFF2-40B4-BE49-F238E27FC236}">
                  <a16:creationId xmlns:a16="http://schemas.microsoft.com/office/drawing/2014/main" id="{6F032B2D-17AD-2752-7FFC-35B03F0088C7}"/>
                </a:ext>
              </a:extLst>
            </p:cNvPr>
            <p:cNvSpPr/>
            <p:nvPr/>
          </p:nvSpPr>
          <p:spPr>
            <a:xfrm>
              <a:off x="4983138" y="3481225"/>
              <a:ext cx="60550" cy="60825"/>
            </a:xfrm>
            <a:custGeom>
              <a:avLst/>
              <a:gdLst/>
              <a:ahLst/>
              <a:cxnLst/>
              <a:rect l="l" t="t" r="r" b="b"/>
              <a:pathLst>
                <a:path w="2422" h="2433" extrusionOk="0">
                  <a:moveTo>
                    <a:pt x="1215" y="808"/>
                  </a:moveTo>
                  <a:cubicBezTo>
                    <a:pt x="1440" y="808"/>
                    <a:pt x="1613" y="994"/>
                    <a:pt x="1613" y="1215"/>
                  </a:cubicBezTo>
                  <a:cubicBezTo>
                    <a:pt x="1613" y="1440"/>
                    <a:pt x="1440" y="1625"/>
                    <a:pt x="1215" y="1625"/>
                  </a:cubicBezTo>
                  <a:cubicBezTo>
                    <a:pt x="982" y="1625"/>
                    <a:pt x="808" y="1440"/>
                    <a:pt x="808" y="1215"/>
                  </a:cubicBezTo>
                  <a:cubicBezTo>
                    <a:pt x="808" y="994"/>
                    <a:pt x="982" y="808"/>
                    <a:pt x="1215" y="808"/>
                  </a:cubicBezTo>
                  <a:close/>
                  <a:moveTo>
                    <a:pt x="1215" y="1"/>
                  </a:moveTo>
                  <a:cubicBezTo>
                    <a:pt x="539" y="1"/>
                    <a:pt x="0" y="550"/>
                    <a:pt x="0" y="1215"/>
                  </a:cubicBezTo>
                  <a:cubicBezTo>
                    <a:pt x="0" y="1883"/>
                    <a:pt x="539" y="2433"/>
                    <a:pt x="1215" y="2433"/>
                  </a:cubicBezTo>
                  <a:cubicBezTo>
                    <a:pt x="1883" y="2433"/>
                    <a:pt x="2421" y="1883"/>
                    <a:pt x="2421" y="1215"/>
                  </a:cubicBezTo>
                  <a:cubicBezTo>
                    <a:pt x="2421" y="550"/>
                    <a:pt x="1883" y="1"/>
                    <a:pt x="12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7" name="Google Shape;1344;p48">
              <a:extLst>
                <a:ext uri="{FF2B5EF4-FFF2-40B4-BE49-F238E27FC236}">
                  <a16:creationId xmlns:a16="http://schemas.microsoft.com/office/drawing/2014/main" id="{1C3A7AF5-B504-8846-6647-43947AA3E2C2}"/>
                </a:ext>
              </a:extLst>
            </p:cNvPr>
            <p:cNvSpPr/>
            <p:nvPr/>
          </p:nvSpPr>
          <p:spPr>
            <a:xfrm>
              <a:off x="4826238" y="3243975"/>
              <a:ext cx="231950" cy="173375"/>
            </a:xfrm>
            <a:custGeom>
              <a:avLst/>
              <a:gdLst/>
              <a:ahLst/>
              <a:cxnLst/>
              <a:rect l="l" t="t" r="r" b="b"/>
              <a:pathLst>
                <a:path w="9278" h="6935" extrusionOk="0">
                  <a:moveTo>
                    <a:pt x="924" y="0"/>
                  </a:moveTo>
                  <a:cubicBezTo>
                    <a:pt x="408" y="0"/>
                    <a:pt x="1" y="421"/>
                    <a:pt x="1" y="923"/>
                  </a:cubicBezTo>
                  <a:lnTo>
                    <a:pt x="1" y="2839"/>
                  </a:lnTo>
                  <a:cubicBezTo>
                    <a:pt x="1" y="2946"/>
                    <a:pt x="82" y="3027"/>
                    <a:pt x="186" y="3027"/>
                  </a:cubicBezTo>
                  <a:lnTo>
                    <a:pt x="618" y="3027"/>
                  </a:lnTo>
                  <a:cubicBezTo>
                    <a:pt x="725" y="3027"/>
                    <a:pt x="806" y="2946"/>
                    <a:pt x="806" y="2839"/>
                  </a:cubicBezTo>
                  <a:lnTo>
                    <a:pt x="806" y="1366"/>
                  </a:lnTo>
                  <a:cubicBezTo>
                    <a:pt x="806" y="1063"/>
                    <a:pt x="1053" y="816"/>
                    <a:pt x="1356" y="816"/>
                  </a:cubicBezTo>
                  <a:lnTo>
                    <a:pt x="6860" y="816"/>
                  </a:lnTo>
                  <a:cubicBezTo>
                    <a:pt x="6989" y="816"/>
                    <a:pt x="7096" y="912"/>
                    <a:pt x="7096" y="1041"/>
                  </a:cubicBezTo>
                  <a:lnTo>
                    <a:pt x="7096" y="5412"/>
                  </a:lnTo>
                  <a:lnTo>
                    <a:pt x="6313" y="4640"/>
                  </a:lnTo>
                  <a:cubicBezTo>
                    <a:pt x="6299" y="4629"/>
                    <a:pt x="6288" y="4618"/>
                    <a:pt x="6265" y="4618"/>
                  </a:cubicBezTo>
                  <a:cubicBezTo>
                    <a:pt x="6258" y="4617"/>
                    <a:pt x="6250" y="4617"/>
                    <a:pt x="6243" y="4617"/>
                  </a:cubicBezTo>
                  <a:cubicBezTo>
                    <a:pt x="5748" y="4617"/>
                    <a:pt x="5626" y="5087"/>
                    <a:pt x="5856" y="5330"/>
                  </a:cubicBezTo>
                  <a:lnTo>
                    <a:pt x="7446" y="6907"/>
                  </a:lnTo>
                  <a:cubicBezTo>
                    <a:pt x="7457" y="6925"/>
                    <a:pt x="7475" y="6934"/>
                    <a:pt x="7494" y="6934"/>
                  </a:cubicBezTo>
                  <a:cubicBezTo>
                    <a:pt x="7513" y="6934"/>
                    <a:pt x="7533" y="6925"/>
                    <a:pt x="7550" y="6907"/>
                  </a:cubicBezTo>
                  <a:lnTo>
                    <a:pt x="9244" y="5212"/>
                  </a:lnTo>
                  <a:cubicBezTo>
                    <a:pt x="9258" y="5201"/>
                    <a:pt x="9270" y="5179"/>
                    <a:pt x="9270" y="5165"/>
                  </a:cubicBezTo>
                  <a:cubicBezTo>
                    <a:pt x="9277" y="4816"/>
                    <a:pt x="9058" y="4639"/>
                    <a:pt x="8841" y="4639"/>
                  </a:cubicBezTo>
                  <a:cubicBezTo>
                    <a:pt x="8738" y="4639"/>
                    <a:pt x="8635" y="4679"/>
                    <a:pt x="8557" y="4758"/>
                  </a:cubicBezTo>
                  <a:lnTo>
                    <a:pt x="7901" y="5412"/>
                  </a:lnTo>
                  <a:lnTo>
                    <a:pt x="7901" y="384"/>
                  </a:lnTo>
                  <a:cubicBezTo>
                    <a:pt x="7901" y="174"/>
                    <a:pt x="7727" y="0"/>
                    <a:pt x="75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18" name="Google Shape;1410;p48">
            <a:extLst>
              <a:ext uri="{FF2B5EF4-FFF2-40B4-BE49-F238E27FC236}">
                <a16:creationId xmlns:a16="http://schemas.microsoft.com/office/drawing/2014/main" id="{5DA12174-93F7-7A11-B19F-4808F594BCC3}"/>
              </a:ext>
            </a:extLst>
          </p:cNvPr>
          <p:cNvGrpSpPr/>
          <p:nvPr/>
        </p:nvGrpSpPr>
        <p:grpSpPr>
          <a:xfrm>
            <a:off x="5311436" y="1700678"/>
            <a:ext cx="346325" cy="345000"/>
            <a:chOff x="1725463" y="2681050"/>
            <a:chExt cx="346325" cy="345000"/>
          </a:xfrm>
        </p:grpSpPr>
        <p:sp>
          <p:nvSpPr>
            <p:cNvPr id="19" name="Google Shape;1411;p48">
              <a:extLst>
                <a:ext uri="{FF2B5EF4-FFF2-40B4-BE49-F238E27FC236}">
                  <a16:creationId xmlns:a16="http://schemas.microsoft.com/office/drawing/2014/main" id="{5C4AE60D-BC1D-2CA7-6511-D92AC5C39576}"/>
                </a:ext>
              </a:extLst>
            </p:cNvPr>
            <p:cNvSpPr/>
            <p:nvPr/>
          </p:nvSpPr>
          <p:spPr>
            <a:xfrm>
              <a:off x="1807588" y="2762650"/>
              <a:ext cx="181800" cy="181800"/>
            </a:xfrm>
            <a:custGeom>
              <a:avLst/>
              <a:gdLst/>
              <a:ahLst/>
              <a:cxnLst/>
              <a:rect l="l" t="t" r="r" b="b"/>
              <a:pathLst>
                <a:path w="7272" h="7272" extrusionOk="0">
                  <a:moveTo>
                    <a:pt x="6032" y="808"/>
                  </a:moveTo>
                  <a:lnTo>
                    <a:pt x="6464" y="1240"/>
                  </a:lnTo>
                  <a:lnTo>
                    <a:pt x="6464" y="1613"/>
                  </a:lnTo>
                  <a:lnTo>
                    <a:pt x="2418" y="1613"/>
                  </a:lnTo>
                  <a:lnTo>
                    <a:pt x="2418" y="808"/>
                  </a:lnTo>
                  <a:close/>
                  <a:moveTo>
                    <a:pt x="1613" y="808"/>
                  </a:moveTo>
                  <a:lnTo>
                    <a:pt x="1613" y="4851"/>
                  </a:lnTo>
                  <a:lnTo>
                    <a:pt x="805" y="4851"/>
                  </a:lnTo>
                  <a:lnTo>
                    <a:pt x="805" y="1240"/>
                  </a:lnTo>
                  <a:lnTo>
                    <a:pt x="1240" y="808"/>
                  </a:lnTo>
                  <a:close/>
                  <a:moveTo>
                    <a:pt x="4851" y="2421"/>
                  </a:moveTo>
                  <a:lnTo>
                    <a:pt x="4851" y="4851"/>
                  </a:lnTo>
                  <a:lnTo>
                    <a:pt x="2418" y="4851"/>
                  </a:lnTo>
                  <a:lnTo>
                    <a:pt x="2418" y="2421"/>
                  </a:lnTo>
                  <a:close/>
                  <a:moveTo>
                    <a:pt x="4851" y="5659"/>
                  </a:moveTo>
                  <a:lnTo>
                    <a:pt x="4851" y="6464"/>
                  </a:lnTo>
                  <a:lnTo>
                    <a:pt x="1240" y="6464"/>
                  </a:lnTo>
                  <a:lnTo>
                    <a:pt x="805" y="6032"/>
                  </a:lnTo>
                  <a:lnTo>
                    <a:pt x="805" y="5659"/>
                  </a:lnTo>
                  <a:close/>
                  <a:moveTo>
                    <a:pt x="6464" y="2421"/>
                  </a:moveTo>
                  <a:lnTo>
                    <a:pt x="6464" y="6032"/>
                  </a:lnTo>
                  <a:lnTo>
                    <a:pt x="6032" y="6464"/>
                  </a:lnTo>
                  <a:lnTo>
                    <a:pt x="5659" y="6464"/>
                  </a:lnTo>
                  <a:lnTo>
                    <a:pt x="5659" y="2421"/>
                  </a:lnTo>
                  <a:close/>
                  <a:moveTo>
                    <a:pt x="1075" y="0"/>
                  </a:moveTo>
                  <a:cubicBezTo>
                    <a:pt x="960" y="0"/>
                    <a:pt x="864" y="37"/>
                    <a:pt x="783" y="118"/>
                  </a:cubicBezTo>
                  <a:lnTo>
                    <a:pt x="118" y="783"/>
                  </a:lnTo>
                  <a:cubicBezTo>
                    <a:pt x="34" y="867"/>
                    <a:pt x="0" y="960"/>
                    <a:pt x="0" y="1078"/>
                  </a:cubicBezTo>
                  <a:lnTo>
                    <a:pt x="0" y="6197"/>
                  </a:lnTo>
                  <a:cubicBezTo>
                    <a:pt x="0" y="6312"/>
                    <a:pt x="34" y="6408"/>
                    <a:pt x="118" y="6489"/>
                  </a:cubicBezTo>
                  <a:lnTo>
                    <a:pt x="783" y="7154"/>
                  </a:lnTo>
                  <a:cubicBezTo>
                    <a:pt x="864" y="7235"/>
                    <a:pt x="960" y="7272"/>
                    <a:pt x="1075" y="7272"/>
                  </a:cubicBezTo>
                  <a:lnTo>
                    <a:pt x="6206" y="7272"/>
                  </a:lnTo>
                  <a:cubicBezTo>
                    <a:pt x="6312" y="7272"/>
                    <a:pt x="6416" y="7235"/>
                    <a:pt x="6486" y="7154"/>
                  </a:cubicBezTo>
                  <a:lnTo>
                    <a:pt x="7154" y="6489"/>
                  </a:lnTo>
                  <a:cubicBezTo>
                    <a:pt x="7235" y="6408"/>
                    <a:pt x="7272" y="6312"/>
                    <a:pt x="7272" y="6197"/>
                  </a:cubicBezTo>
                  <a:lnTo>
                    <a:pt x="7272" y="1078"/>
                  </a:lnTo>
                  <a:cubicBezTo>
                    <a:pt x="7272" y="960"/>
                    <a:pt x="7235" y="867"/>
                    <a:pt x="7154" y="783"/>
                  </a:cubicBezTo>
                  <a:lnTo>
                    <a:pt x="6486" y="118"/>
                  </a:lnTo>
                  <a:cubicBezTo>
                    <a:pt x="6416" y="37"/>
                    <a:pt x="6312" y="0"/>
                    <a:pt x="62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0" name="Google Shape;1412;p48">
              <a:extLst>
                <a:ext uri="{FF2B5EF4-FFF2-40B4-BE49-F238E27FC236}">
                  <a16:creationId xmlns:a16="http://schemas.microsoft.com/office/drawing/2014/main" id="{C54561DB-FF98-44E8-64C6-D7B57E5AE74B}"/>
                </a:ext>
              </a:extLst>
            </p:cNvPr>
            <p:cNvSpPr/>
            <p:nvPr/>
          </p:nvSpPr>
          <p:spPr>
            <a:xfrm>
              <a:off x="1725463" y="2681050"/>
              <a:ext cx="346325" cy="345000"/>
            </a:xfrm>
            <a:custGeom>
              <a:avLst/>
              <a:gdLst/>
              <a:ahLst/>
              <a:cxnLst/>
              <a:rect l="l" t="t" r="r" b="b"/>
              <a:pathLst>
                <a:path w="13853" h="13800" extrusionOk="0">
                  <a:moveTo>
                    <a:pt x="9996" y="2448"/>
                  </a:moveTo>
                  <a:lnTo>
                    <a:pt x="11373" y="3837"/>
                  </a:lnTo>
                  <a:lnTo>
                    <a:pt x="11373" y="9963"/>
                  </a:lnTo>
                  <a:lnTo>
                    <a:pt x="9996" y="11355"/>
                  </a:lnTo>
                  <a:lnTo>
                    <a:pt x="3858" y="11355"/>
                  </a:lnTo>
                  <a:lnTo>
                    <a:pt x="2466" y="9963"/>
                  </a:lnTo>
                  <a:lnTo>
                    <a:pt x="2466" y="3837"/>
                  </a:lnTo>
                  <a:lnTo>
                    <a:pt x="3858" y="2448"/>
                  </a:lnTo>
                  <a:close/>
                  <a:moveTo>
                    <a:pt x="3671" y="0"/>
                  </a:moveTo>
                  <a:cubicBezTo>
                    <a:pt x="3454" y="0"/>
                    <a:pt x="3285" y="186"/>
                    <a:pt x="3285" y="400"/>
                  </a:cubicBezTo>
                  <a:lnTo>
                    <a:pt x="3285" y="1873"/>
                  </a:lnTo>
                  <a:lnTo>
                    <a:pt x="1905" y="3264"/>
                  </a:lnTo>
                  <a:lnTo>
                    <a:pt x="432" y="3264"/>
                  </a:lnTo>
                  <a:cubicBezTo>
                    <a:pt x="222" y="3264"/>
                    <a:pt x="48" y="3416"/>
                    <a:pt x="23" y="3615"/>
                  </a:cubicBezTo>
                  <a:cubicBezTo>
                    <a:pt x="0" y="3862"/>
                    <a:pt x="188" y="4072"/>
                    <a:pt x="421" y="4072"/>
                  </a:cubicBezTo>
                  <a:lnTo>
                    <a:pt x="1661" y="4072"/>
                  </a:lnTo>
                  <a:lnTo>
                    <a:pt x="1661" y="4877"/>
                  </a:lnTo>
                  <a:lnTo>
                    <a:pt x="432" y="4877"/>
                  </a:lnTo>
                  <a:cubicBezTo>
                    <a:pt x="222" y="4877"/>
                    <a:pt x="48" y="5029"/>
                    <a:pt x="23" y="5239"/>
                  </a:cubicBezTo>
                  <a:cubicBezTo>
                    <a:pt x="0" y="5486"/>
                    <a:pt x="188" y="5685"/>
                    <a:pt x="421" y="5685"/>
                  </a:cubicBezTo>
                  <a:lnTo>
                    <a:pt x="1661" y="5685"/>
                  </a:lnTo>
                  <a:lnTo>
                    <a:pt x="1661" y="6490"/>
                  </a:lnTo>
                  <a:lnTo>
                    <a:pt x="432" y="6490"/>
                  </a:lnTo>
                  <a:cubicBezTo>
                    <a:pt x="222" y="6490"/>
                    <a:pt x="48" y="6642"/>
                    <a:pt x="23" y="6852"/>
                  </a:cubicBezTo>
                  <a:cubicBezTo>
                    <a:pt x="0" y="7099"/>
                    <a:pt x="188" y="7310"/>
                    <a:pt x="421" y="7310"/>
                  </a:cubicBezTo>
                  <a:lnTo>
                    <a:pt x="1661" y="7310"/>
                  </a:lnTo>
                  <a:lnTo>
                    <a:pt x="1661" y="8115"/>
                  </a:lnTo>
                  <a:lnTo>
                    <a:pt x="432" y="8115"/>
                  </a:lnTo>
                  <a:cubicBezTo>
                    <a:pt x="222" y="8115"/>
                    <a:pt x="48" y="8269"/>
                    <a:pt x="23" y="8465"/>
                  </a:cubicBezTo>
                  <a:cubicBezTo>
                    <a:pt x="0" y="8712"/>
                    <a:pt x="188" y="8923"/>
                    <a:pt x="421" y="8923"/>
                  </a:cubicBezTo>
                  <a:lnTo>
                    <a:pt x="1661" y="8923"/>
                  </a:lnTo>
                  <a:lnTo>
                    <a:pt x="1661" y="9728"/>
                  </a:lnTo>
                  <a:lnTo>
                    <a:pt x="432" y="9728"/>
                  </a:lnTo>
                  <a:cubicBezTo>
                    <a:pt x="222" y="9728"/>
                    <a:pt x="48" y="9882"/>
                    <a:pt x="23" y="10092"/>
                  </a:cubicBezTo>
                  <a:cubicBezTo>
                    <a:pt x="0" y="10337"/>
                    <a:pt x="188" y="10536"/>
                    <a:pt x="421" y="10536"/>
                  </a:cubicBezTo>
                  <a:lnTo>
                    <a:pt x="1905" y="10536"/>
                  </a:lnTo>
                  <a:lnTo>
                    <a:pt x="3285" y="11927"/>
                  </a:lnTo>
                  <a:lnTo>
                    <a:pt x="3285" y="13389"/>
                  </a:lnTo>
                  <a:cubicBezTo>
                    <a:pt x="3285" y="13599"/>
                    <a:pt x="3437" y="13773"/>
                    <a:pt x="3636" y="13795"/>
                  </a:cubicBezTo>
                  <a:cubicBezTo>
                    <a:pt x="3655" y="13798"/>
                    <a:pt x="3675" y="13800"/>
                    <a:pt x="3694" y="13800"/>
                  </a:cubicBezTo>
                  <a:cubicBezTo>
                    <a:pt x="3912" y="13800"/>
                    <a:pt x="4090" y="13614"/>
                    <a:pt x="4090" y="13400"/>
                  </a:cubicBezTo>
                  <a:lnTo>
                    <a:pt x="4090" y="12160"/>
                  </a:lnTo>
                  <a:lnTo>
                    <a:pt x="4898" y="12160"/>
                  </a:lnTo>
                  <a:lnTo>
                    <a:pt x="4898" y="13389"/>
                  </a:lnTo>
                  <a:cubicBezTo>
                    <a:pt x="4898" y="13599"/>
                    <a:pt x="5050" y="13773"/>
                    <a:pt x="5260" y="13795"/>
                  </a:cubicBezTo>
                  <a:cubicBezTo>
                    <a:pt x="5280" y="13798"/>
                    <a:pt x="5299" y="13800"/>
                    <a:pt x="5318" y="13800"/>
                  </a:cubicBezTo>
                  <a:cubicBezTo>
                    <a:pt x="5537" y="13800"/>
                    <a:pt x="5703" y="13614"/>
                    <a:pt x="5703" y="13400"/>
                  </a:cubicBezTo>
                  <a:lnTo>
                    <a:pt x="5703" y="12160"/>
                  </a:lnTo>
                  <a:lnTo>
                    <a:pt x="6511" y="12160"/>
                  </a:lnTo>
                  <a:lnTo>
                    <a:pt x="6511" y="13389"/>
                  </a:lnTo>
                  <a:cubicBezTo>
                    <a:pt x="6511" y="13599"/>
                    <a:pt x="6663" y="13773"/>
                    <a:pt x="6873" y="13795"/>
                  </a:cubicBezTo>
                  <a:cubicBezTo>
                    <a:pt x="6893" y="13798"/>
                    <a:pt x="6913" y="13800"/>
                    <a:pt x="6932" y="13800"/>
                  </a:cubicBezTo>
                  <a:cubicBezTo>
                    <a:pt x="7152" y="13800"/>
                    <a:pt x="7331" y="13614"/>
                    <a:pt x="7331" y="13400"/>
                  </a:cubicBezTo>
                  <a:lnTo>
                    <a:pt x="7331" y="12160"/>
                  </a:lnTo>
                  <a:lnTo>
                    <a:pt x="8136" y="12160"/>
                  </a:lnTo>
                  <a:lnTo>
                    <a:pt x="8136" y="13389"/>
                  </a:lnTo>
                  <a:cubicBezTo>
                    <a:pt x="8136" y="13599"/>
                    <a:pt x="8287" y="13773"/>
                    <a:pt x="8498" y="13795"/>
                  </a:cubicBezTo>
                  <a:cubicBezTo>
                    <a:pt x="8516" y="13798"/>
                    <a:pt x="8535" y="13800"/>
                    <a:pt x="8554" y="13800"/>
                  </a:cubicBezTo>
                  <a:cubicBezTo>
                    <a:pt x="8766" y="13800"/>
                    <a:pt x="8944" y="13614"/>
                    <a:pt x="8944" y="13400"/>
                  </a:cubicBezTo>
                  <a:lnTo>
                    <a:pt x="8944" y="12160"/>
                  </a:lnTo>
                  <a:lnTo>
                    <a:pt x="9749" y="12160"/>
                  </a:lnTo>
                  <a:lnTo>
                    <a:pt x="9749" y="13389"/>
                  </a:lnTo>
                  <a:cubicBezTo>
                    <a:pt x="9749" y="13599"/>
                    <a:pt x="9900" y="13773"/>
                    <a:pt x="10111" y="13795"/>
                  </a:cubicBezTo>
                  <a:cubicBezTo>
                    <a:pt x="10130" y="13798"/>
                    <a:pt x="10150" y="13800"/>
                    <a:pt x="10169" y="13800"/>
                  </a:cubicBezTo>
                  <a:cubicBezTo>
                    <a:pt x="10388" y="13800"/>
                    <a:pt x="10557" y="13614"/>
                    <a:pt x="10557" y="13400"/>
                  </a:cubicBezTo>
                  <a:lnTo>
                    <a:pt x="10557" y="11927"/>
                  </a:lnTo>
                  <a:lnTo>
                    <a:pt x="11945" y="10536"/>
                  </a:lnTo>
                  <a:lnTo>
                    <a:pt x="13407" y="10536"/>
                  </a:lnTo>
                  <a:cubicBezTo>
                    <a:pt x="13617" y="10536"/>
                    <a:pt x="13794" y="10384"/>
                    <a:pt x="13816" y="10185"/>
                  </a:cubicBezTo>
                  <a:cubicBezTo>
                    <a:pt x="13853" y="9938"/>
                    <a:pt x="13654" y="9728"/>
                    <a:pt x="13418" y="9728"/>
                  </a:cubicBezTo>
                  <a:lnTo>
                    <a:pt x="12181" y="9728"/>
                  </a:lnTo>
                  <a:lnTo>
                    <a:pt x="12181" y="8923"/>
                  </a:lnTo>
                  <a:lnTo>
                    <a:pt x="13407" y="8923"/>
                  </a:lnTo>
                  <a:cubicBezTo>
                    <a:pt x="13617" y="8923"/>
                    <a:pt x="13794" y="8771"/>
                    <a:pt x="13816" y="8561"/>
                  </a:cubicBezTo>
                  <a:cubicBezTo>
                    <a:pt x="13853" y="8314"/>
                    <a:pt x="13654" y="8115"/>
                    <a:pt x="13418" y="8115"/>
                  </a:cubicBezTo>
                  <a:lnTo>
                    <a:pt x="12181" y="8115"/>
                  </a:lnTo>
                  <a:lnTo>
                    <a:pt x="12181" y="7310"/>
                  </a:lnTo>
                  <a:lnTo>
                    <a:pt x="13407" y="7310"/>
                  </a:lnTo>
                  <a:cubicBezTo>
                    <a:pt x="13617" y="7310"/>
                    <a:pt x="13794" y="7158"/>
                    <a:pt x="13816" y="6948"/>
                  </a:cubicBezTo>
                  <a:cubicBezTo>
                    <a:pt x="13853" y="6701"/>
                    <a:pt x="13654" y="6490"/>
                    <a:pt x="13418" y="6490"/>
                  </a:cubicBezTo>
                  <a:lnTo>
                    <a:pt x="12181" y="6490"/>
                  </a:lnTo>
                  <a:lnTo>
                    <a:pt x="12181" y="5685"/>
                  </a:lnTo>
                  <a:lnTo>
                    <a:pt x="13407" y="5685"/>
                  </a:lnTo>
                  <a:cubicBezTo>
                    <a:pt x="13617" y="5685"/>
                    <a:pt x="13794" y="5534"/>
                    <a:pt x="13816" y="5335"/>
                  </a:cubicBezTo>
                  <a:cubicBezTo>
                    <a:pt x="13853" y="5088"/>
                    <a:pt x="13654" y="4877"/>
                    <a:pt x="13418" y="4877"/>
                  </a:cubicBezTo>
                  <a:lnTo>
                    <a:pt x="12181" y="4877"/>
                  </a:lnTo>
                  <a:lnTo>
                    <a:pt x="12181" y="4072"/>
                  </a:lnTo>
                  <a:lnTo>
                    <a:pt x="13407" y="4072"/>
                  </a:lnTo>
                  <a:cubicBezTo>
                    <a:pt x="13617" y="4072"/>
                    <a:pt x="13794" y="3921"/>
                    <a:pt x="13816" y="3710"/>
                  </a:cubicBezTo>
                  <a:cubicBezTo>
                    <a:pt x="13853" y="3463"/>
                    <a:pt x="13654" y="3264"/>
                    <a:pt x="13418" y="3264"/>
                  </a:cubicBezTo>
                  <a:lnTo>
                    <a:pt x="11945" y="3264"/>
                  </a:lnTo>
                  <a:lnTo>
                    <a:pt x="10557" y="1873"/>
                  </a:lnTo>
                  <a:lnTo>
                    <a:pt x="10557" y="414"/>
                  </a:lnTo>
                  <a:cubicBezTo>
                    <a:pt x="10557" y="204"/>
                    <a:pt x="10402" y="27"/>
                    <a:pt x="10206" y="5"/>
                  </a:cubicBezTo>
                  <a:cubicBezTo>
                    <a:pt x="10186" y="2"/>
                    <a:pt x="10167" y="0"/>
                    <a:pt x="10147" y="0"/>
                  </a:cubicBezTo>
                  <a:cubicBezTo>
                    <a:pt x="9927" y="0"/>
                    <a:pt x="9749" y="186"/>
                    <a:pt x="9749" y="400"/>
                  </a:cubicBezTo>
                  <a:lnTo>
                    <a:pt x="9749" y="1640"/>
                  </a:lnTo>
                  <a:lnTo>
                    <a:pt x="8944" y="1640"/>
                  </a:lnTo>
                  <a:lnTo>
                    <a:pt x="8944" y="414"/>
                  </a:lnTo>
                  <a:cubicBezTo>
                    <a:pt x="8944" y="204"/>
                    <a:pt x="8789" y="27"/>
                    <a:pt x="8579" y="5"/>
                  </a:cubicBezTo>
                  <a:cubicBezTo>
                    <a:pt x="8560" y="2"/>
                    <a:pt x="8542" y="0"/>
                    <a:pt x="8523" y="0"/>
                  </a:cubicBezTo>
                  <a:cubicBezTo>
                    <a:pt x="8314" y="0"/>
                    <a:pt x="8136" y="186"/>
                    <a:pt x="8136" y="400"/>
                  </a:cubicBezTo>
                  <a:lnTo>
                    <a:pt x="8136" y="1640"/>
                  </a:lnTo>
                  <a:lnTo>
                    <a:pt x="7331" y="1640"/>
                  </a:lnTo>
                  <a:lnTo>
                    <a:pt x="7331" y="414"/>
                  </a:lnTo>
                  <a:cubicBezTo>
                    <a:pt x="7331" y="204"/>
                    <a:pt x="7176" y="27"/>
                    <a:pt x="6966" y="5"/>
                  </a:cubicBezTo>
                  <a:cubicBezTo>
                    <a:pt x="6946" y="2"/>
                    <a:pt x="6927" y="0"/>
                    <a:pt x="6908" y="0"/>
                  </a:cubicBezTo>
                  <a:cubicBezTo>
                    <a:pt x="6689" y="0"/>
                    <a:pt x="6511" y="186"/>
                    <a:pt x="6511" y="400"/>
                  </a:cubicBezTo>
                  <a:lnTo>
                    <a:pt x="6511" y="1640"/>
                  </a:lnTo>
                  <a:lnTo>
                    <a:pt x="5703" y="1640"/>
                  </a:lnTo>
                  <a:lnTo>
                    <a:pt x="5703" y="414"/>
                  </a:lnTo>
                  <a:cubicBezTo>
                    <a:pt x="5703" y="204"/>
                    <a:pt x="5552" y="27"/>
                    <a:pt x="5353" y="5"/>
                  </a:cubicBezTo>
                  <a:cubicBezTo>
                    <a:pt x="5333" y="2"/>
                    <a:pt x="5314" y="0"/>
                    <a:pt x="5295" y="0"/>
                  </a:cubicBezTo>
                  <a:cubicBezTo>
                    <a:pt x="5076" y="0"/>
                    <a:pt x="4898" y="186"/>
                    <a:pt x="4898" y="400"/>
                  </a:cubicBezTo>
                  <a:lnTo>
                    <a:pt x="4898" y="1640"/>
                  </a:lnTo>
                  <a:lnTo>
                    <a:pt x="4090" y="1640"/>
                  </a:lnTo>
                  <a:lnTo>
                    <a:pt x="4090" y="414"/>
                  </a:lnTo>
                  <a:cubicBezTo>
                    <a:pt x="4090" y="204"/>
                    <a:pt x="3939" y="27"/>
                    <a:pt x="3728" y="5"/>
                  </a:cubicBezTo>
                  <a:cubicBezTo>
                    <a:pt x="3709" y="2"/>
                    <a:pt x="3690" y="0"/>
                    <a:pt x="36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
        <p:nvSpPr>
          <p:cNvPr id="21" name="Google Shape;1399;p48">
            <a:extLst>
              <a:ext uri="{FF2B5EF4-FFF2-40B4-BE49-F238E27FC236}">
                <a16:creationId xmlns:a16="http://schemas.microsoft.com/office/drawing/2014/main" id="{21E611D4-AF7B-AB55-3FD4-60CE7547185B}"/>
              </a:ext>
            </a:extLst>
          </p:cNvPr>
          <p:cNvSpPr/>
          <p:nvPr/>
        </p:nvSpPr>
        <p:spPr>
          <a:xfrm>
            <a:off x="1072638" y="3297922"/>
            <a:ext cx="345075" cy="344800"/>
          </a:xfrm>
          <a:custGeom>
            <a:avLst/>
            <a:gdLst/>
            <a:ahLst/>
            <a:cxnLst/>
            <a:rect l="l" t="t" r="r" b="b"/>
            <a:pathLst>
              <a:path w="13803" h="13792" extrusionOk="0">
                <a:moveTo>
                  <a:pt x="11337" y="1344"/>
                </a:moveTo>
                <a:lnTo>
                  <a:pt x="11454" y="1998"/>
                </a:lnTo>
                <a:cubicBezTo>
                  <a:pt x="11488" y="2163"/>
                  <a:pt x="11617" y="2290"/>
                  <a:pt x="11783" y="2326"/>
                </a:cubicBezTo>
                <a:lnTo>
                  <a:pt x="12425" y="2444"/>
                </a:lnTo>
                <a:lnTo>
                  <a:pt x="11314" y="3566"/>
                </a:lnTo>
                <a:lnTo>
                  <a:pt x="10391" y="3389"/>
                </a:lnTo>
                <a:lnTo>
                  <a:pt x="10214" y="2466"/>
                </a:lnTo>
                <a:lnTo>
                  <a:pt x="11337" y="1344"/>
                </a:lnTo>
                <a:close/>
                <a:moveTo>
                  <a:pt x="6896" y="5670"/>
                </a:moveTo>
                <a:cubicBezTo>
                  <a:pt x="7084" y="5670"/>
                  <a:pt x="7258" y="5715"/>
                  <a:pt x="7420" y="5785"/>
                </a:cubicBezTo>
                <a:lnTo>
                  <a:pt x="6615" y="6593"/>
                </a:lnTo>
                <a:cubicBezTo>
                  <a:pt x="6452" y="6756"/>
                  <a:pt x="6452" y="7014"/>
                  <a:pt x="6615" y="7165"/>
                </a:cubicBezTo>
                <a:cubicBezTo>
                  <a:pt x="6691" y="7247"/>
                  <a:pt x="6793" y="7287"/>
                  <a:pt x="6896" y="7287"/>
                </a:cubicBezTo>
                <a:cubicBezTo>
                  <a:pt x="6998" y="7287"/>
                  <a:pt x="7100" y="7247"/>
                  <a:pt x="7176" y="7165"/>
                </a:cubicBezTo>
                <a:lnTo>
                  <a:pt x="7995" y="6357"/>
                </a:lnTo>
                <a:cubicBezTo>
                  <a:pt x="8066" y="6523"/>
                  <a:pt x="8110" y="6697"/>
                  <a:pt x="8110" y="6885"/>
                </a:cubicBezTo>
                <a:cubicBezTo>
                  <a:pt x="8110" y="7550"/>
                  <a:pt x="7561" y="8099"/>
                  <a:pt x="6896" y="8099"/>
                </a:cubicBezTo>
                <a:cubicBezTo>
                  <a:pt x="6228" y="8099"/>
                  <a:pt x="5681" y="7550"/>
                  <a:pt x="5681" y="6885"/>
                </a:cubicBezTo>
                <a:cubicBezTo>
                  <a:pt x="5681" y="6217"/>
                  <a:pt x="6228" y="5670"/>
                  <a:pt x="6896" y="5670"/>
                </a:cubicBezTo>
                <a:close/>
                <a:moveTo>
                  <a:pt x="6896" y="3788"/>
                </a:moveTo>
                <a:cubicBezTo>
                  <a:pt x="7608" y="3788"/>
                  <a:pt x="8262" y="4021"/>
                  <a:pt x="8778" y="4430"/>
                </a:cubicBezTo>
                <a:lnTo>
                  <a:pt x="8007" y="5202"/>
                </a:lnTo>
                <a:cubicBezTo>
                  <a:pt x="7690" y="4980"/>
                  <a:pt x="7305" y="4862"/>
                  <a:pt x="6896" y="4862"/>
                </a:cubicBezTo>
                <a:cubicBezTo>
                  <a:pt x="5785" y="4862"/>
                  <a:pt x="4873" y="5763"/>
                  <a:pt x="4873" y="6885"/>
                </a:cubicBezTo>
                <a:cubicBezTo>
                  <a:pt x="4873" y="7996"/>
                  <a:pt x="5785" y="8907"/>
                  <a:pt x="6896" y="8907"/>
                </a:cubicBezTo>
                <a:cubicBezTo>
                  <a:pt x="8007" y="8907"/>
                  <a:pt x="8918" y="7996"/>
                  <a:pt x="8918" y="6885"/>
                </a:cubicBezTo>
                <a:cubicBezTo>
                  <a:pt x="8918" y="6475"/>
                  <a:pt x="8789" y="6091"/>
                  <a:pt x="8579" y="5774"/>
                </a:cubicBezTo>
                <a:lnTo>
                  <a:pt x="9350" y="4991"/>
                </a:lnTo>
                <a:cubicBezTo>
                  <a:pt x="9760" y="5516"/>
                  <a:pt x="9993" y="6172"/>
                  <a:pt x="9993" y="6885"/>
                </a:cubicBezTo>
                <a:cubicBezTo>
                  <a:pt x="9993" y="8590"/>
                  <a:pt x="8601" y="9982"/>
                  <a:pt x="6896" y="9982"/>
                </a:cubicBezTo>
                <a:cubicBezTo>
                  <a:pt x="5190" y="9982"/>
                  <a:pt x="3799" y="8590"/>
                  <a:pt x="3799" y="6885"/>
                </a:cubicBezTo>
                <a:cubicBezTo>
                  <a:pt x="3799" y="5179"/>
                  <a:pt x="5190" y="3788"/>
                  <a:pt x="6896" y="3788"/>
                </a:cubicBezTo>
                <a:close/>
                <a:moveTo>
                  <a:pt x="7608" y="806"/>
                </a:moveTo>
                <a:lnTo>
                  <a:pt x="7678" y="1673"/>
                </a:lnTo>
                <a:cubicBezTo>
                  <a:pt x="7690" y="1846"/>
                  <a:pt x="7819" y="1987"/>
                  <a:pt x="7995" y="2034"/>
                </a:cubicBezTo>
                <a:cubicBezTo>
                  <a:pt x="8498" y="2138"/>
                  <a:pt x="8977" y="2326"/>
                  <a:pt x="9420" y="2595"/>
                </a:cubicBezTo>
                <a:lnTo>
                  <a:pt x="9608" y="3611"/>
                </a:lnTo>
                <a:lnTo>
                  <a:pt x="9362" y="3858"/>
                </a:lnTo>
                <a:cubicBezTo>
                  <a:pt x="8693" y="3312"/>
                  <a:pt x="7834" y="2989"/>
                  <a:pt x="6895" y="2989"/>
                </a:cubicBezTo>
                <a:cubicBezTo>
                  <a:pt x="6848" y="2989"/>
                  <a:pt x="6802" y="2989"/>
                  <a:pt x="6755" y="2991"/>
                </a:cubicBezTo>
                <a:cubicBezTo>
                  <a:pt x="4699" y="3061"/>
                  <a:pt x="3038" y="4744"/>
                  <a:pt x="2991" y="6803"/>
                </a:cubicBezTo>
                <a:cubicBezTo>
                  <a:pt x="2947" y="9001"/>
                  <a:pt x="4712" y="10802"/>
                  <a:pt x="6884" y="10802"/>
                </a:cubicBezTo>
                <a:cubicBezTo>
                  <a:pt x="6918" y="10802"/>
                  <a:pt x="6953" y="10802"/>
                  <a:pt x="6988" y="10801"/>
                </a:cubicBezTo>
                <a:cubicBezTo>
                  <a:pt x="9047" y="10765"/>
                  <a:pt x="10731" y="9107"/>
                  <a:pt x="10812" y="7047"/>
                </a:cubicBezTo>
                <a:cubicBezTo>
                  <a:pt x="10846" y="6054"/>
                  <a:pt x="10506" y="5143"/>
                  <a:pt x="9934" y="4430"/>
                </a:cubicBezTo>
                <a:lnTo>
                  <a:pt x="10181" y="4183"/>
                </a:lnTo>
                <a:lnTo>
                  <a:pt x="11207" y="4371"/>
                </a:lnTo>
                <a:cubicBezTo>
                  <a:pt x="11466" y="4814"/>
                  <a:pt x="11654" y="5294"/>
                  <a:pt x="11769" y="5810"/>
                </a:cubicBezTo>
                <a:cubicBezTo>
                  <a:pt x="11805" y="5973"/>
                  <a:pt x="11956" y="6102"/>
                  <a:pt x="12133" y="6125"/>
                </a:cubicBezTo>
                <a:lnTo>
                  <a:pt x="12997" y="6195"/>
                </a:lnTo>
                <a:lnTo>
                  <a:pt x="12997" y="7597"/>
                </a:lnTo>
                <a:lnTo>
                  <a:pt x="12133" y="7667"/>
                </a:lnTo>
                <a:cubicBezTo>
                  <a:pt x="11956" y="7690"/>
                  <a:pt x="11805" y="7819"/>
                  <a:pt x="11769" y="7996"/>
                </a:cubicBezTo>
                <a:cubicBezTo>
                  <a:pt x="11642" y="8557"/>
                  <a:pt x="11418" y="9081"/>
                  <a:pt x="11115" y="9561"/>
                </a:cubicBezTo>
                <a:cubicBezTo>
                  <a:pt x="11022" y="9713"/>
                  <a:pt x="11034" y="9912"/>
                  <a:pt x="11151" y="10041"/>
                </a:cubicBezTo>
                <a:lnTo>
                  <a:pt x="11712" y="10706"/>
                </a:lnTo>
                <a:lnTo>
                  <a:pt x="10705" y="11701"/>
                </a:lnTo>
                <a:lnTo>
                  <a:pt x="10052" y="11140"/>
                </a:lnTo>
                <a:cubicBezTo>
                  <a:pt x="9974" y="11075"/>
                  <a:pt x="9881" y="11042"/>
                  <a:pt x="9788" y="11042"/>
                </a:cubicBezTo>
                <a:cubicBezTo>
                  <a:pt x="9713" y="11042"/>
                  <a:pt x="9639" y="11063"/>
                  <a:pt x="9572" y="11104"/>
                </a:cubicBezTo>
                <a:cubicBezTo>
                  <a:pt x="9081" y="11421"/>
                  <a:pt x="8556" y="11643"/>
                  <a:pt x="7995" y="11758"/>
                </a:cubicBezTo>
                <a:cubicBezTo>
                  <a:pt x="7819" y="11805"/>
                  <a:pt x="7690" y="11946"/>
                  <a:pt x="7678" y="12122"/>
                </a:cubicBezTo>
                <a:lnTo>
                  <a:pt x="7608" y="12986"/>
                </a:lnTo>
                <a:lnTo>
                  <a:pt x="6194" y="12986"/>
                </a:lnTo>
                <a:lnTo>
                  <a:pt x="6124" y="12122"/>
                </a:lnTo>
                <a:cubicBezTo>
                  <a:pt x="6113" y="11946"/>
                  <a:pt x="5984" y="11805"/>
                  <a:pt x="5807" y="11758"/>
                </a:cubicBezTo>
                <a:cubicBezTo>
                  <a:pt x="5246" y="11643"/>
                  <a:pt x="4722" y="11421"/>
                  <a:pt x="4231" y="11104"/>
                </a:cubicBezTo>
                <a:cubicBezTo>
                  <a:pt x="4163" y="11063"/>
                  <a:pt x="4089" y="11042"/>
                  <a:pt x="4015" y="11042"/>
                </a:cubicBezTo>
                <a:cubicBezTo>
                  <a:pt x="3922" y="11042"/>
                  <a:pt x="3829" y="11075"/>
                  <a:pt x="3751" y="11140"/>
                </a:cubicBezTo>
                <a:lnTo>
                  <a:pt x="3097" y="11701"/>
                </a:lnTo>
                <a:lnTo>
                  <a:pt x="2090" y="10706"/>
                </a:lnTo>
                <a:lnTo>
                  <a:pt x="2651" y="10041"/>
                </a:lnTo>
                <a:cubicBezTo>
                  <a:pt x="2769" y="9912"/>
                  <a:pt x="2780" y="9713"/>
                  <a:pt x="2688" y="9561"/>
                </a:cubicBezTo>
                <a:cubicBezTo>
                  <a:pt x="2385" y="9081"/>
                  <a:pt x="2160" y="8546"/>
                  <a:pt x="2034" y="7984"/>
                </a:cubicBezTo>
                <a:cubicBezTo>
                  <a:pt x="1998" y="7819"/>
                  <a:pt x="1846" y="7690"/>
                  <a:pt x="1669" y="7667"/>
                </a:cubicBezTo>
                <a:lnTo>
                  <a:pt x="805" y="7597"/>
                </a:lnTo>
                <a:lnTo>
                  <a:pt x="805" y="6195"/>
                </a:lnTo>
                <a:lnTo>
                  <a:pt x="1669" y="6125"/>
                </a:lnTo>
                <a:cubicBezTo>
                  <a:pt x="1846" y="6102"/>
                  <a:pt x="1998" y="5984"/>
                  <a:pt x="2034" y="5810"/>
                </a:cubicBezTo>
                <a:cubicBezTo>
                  <a:pt x="2160" y="5249"/>
                  <a:pt x="2385" y="4711"/>
                  <a:pt x="2688" y="4220"/>
                </a:cubicBezTo>
                <a:cubicBezTo>
                  <a:pt x="2780" y="4079"/>
                  <a:pt x="2769" y="3880"/>
                  <a:pt x="2651" y="3751"/>
                </a:cubicBezTo>
                <a:lnTo>
                  <a:pt x="2090" y="3086"/>
                </a:lnTo>
                <a:lnTo>
                  <a:pt x="3097" y="2093"/>
                </a:lnTo>
                <a:lnTo>
                  <a:pt x="3751" y="2654"/>
                </a:lnTo>
                <a:cubicBezTo>
                  <a:pt x="3829" y="2718"/>
                  <a:pt x="3921" y="2750"/>
                  <a:pt x="4014" y="2750"/>
                </a:cubicBezTo>
                <a:cubicBezTo>
                  <a:pt x="4088" y="2750"/>
                  <a:pt x="4163" y="2729"/>
                  <a:pt x="4231" y="2688"/>
                </a:cubicBezTo>
                <a:cubicBezTo>
                  <a:pt x="4722" y="2374"/>
                  <a:pt x="5246" y="2149"/>
                  <a:pt x="5807" y="2034"/>
                </a:cubicBezTo>
                <a:cubicBezTo>
                  <a:pt x="5984" y="1987"/>
                  <a:pt x="6113" y="1846"/>
                  <a:pt x="6124" y="1673"/>
                </a:cubicBezTo>
                <a:lnTo>
                  <a:pt x="6194" y="806"/>
                </a:lnTo>
                <a:close/>
                <a:moveTo>
                  <a:pt x="5821" y="1"/>
                </a:moveTo>
                <a:cubicBezTo>
                  <a:pt x="5611" y="1"/>
                  <a:pt x="5434" y="152"/>
                  <a:pt x="5423" y="362"/>
                </a:cubicBezTo>
                <a:lnTo>
                  <a:pt x="5342" y="1308"/>
                </a:lnTo>
                <a:cubicBezTo>
                  <a:pt x="4895" y="1437"/>
                  <a:pt x="4463" y="1614"/>
                  <a:pt x="4054" y="1846"/>
                </a:cubicBezTo>
                <a:lnTo>
                  <a:pt x="3330" y="1226"/>
                </a:lnTo>
                <a:cubicBezTo>
                  <a:pt x="3252" y="1165"/>
                  <a:pt x="3158" y="1133"/>
                  <a:pt x="3064" y="1133"/>
                </a:cubicBezTo>
                <a:cubicBezTo>
                  <a:pt x="2961" y="1133"/>
                  <a:pt x="2859" y="1171"/>
                  <a:pt x="2780" y="1252"/>
                </a:cubicBezTo>
                <a:lnTo>
                  <a:pt x="1263" y="2781"/>
                </a:lnTo>
                <a:cubicBezTo>
                  <a:pt x="1108" y="2921"/>
                  <a:pt x="1097" y="3168"/>
                  <a:pt x="1237" y="3330"/>
                </a:cubicBezTo>
                <a:lnTo>
                  <a:pt x="1846" y="4057"/>
                </a:lnTo>
                <a:cubicBezTo>
                  <a:pt x="1624" y="4453"/>
                  <a:pt x="1437" y="4885"/>
                  <a:pt x="1319" y="5342"/>
                </a:cubicBezTo>
                <a:lnTo>
                  <a:pt x="373" y="5412"/>
                </a:lnTo>
                <a:cubicBezTo>
                  <a:pt x="163" y="5434"/>
                  <a:pt x="0" y="5611"/>
                  <a:pt x="0" y="5822"/>
                </a:cubicBezTo>
                <a:lnTo>
                  <a:pt x="0" y="7970"/>
                </a:lnTo>
                <a:cubicBezTo>
                  <a:pt x="0" y="8181"/>
                  <a:pt x="163" y="8358"/>
                  <a:pt x="373" y="8380"/>
                </a:cubicBezTo>
                <a:lnTo>
                  <a:pt x="1319" y="8450"/>
                </a:lnTo>
                <a:cubicBezTo>
                  <a:pt x="1437" y="8907"/>
                  <a:pt x="1624" y="9339"/>
                  <a:pt x="1846" y="9749"/>
                </a:cubicBezTo>
                <a:lnTo>
                  <a:pt x="1237" y="10462"/>
                </a:lnTo>
                <a:cubicBezTo>
                  <a:pt x="1097" y="10624"/>
                  <a:pt x="1108" y="10871"/>
                  <a:pt x="1263" y="11011"/>
                </a:cubicBezTo>
                <a:lnTo>
                  <a:pt x="2780" y="12543"/>
                </a:lnTo>
                <a:cubicBezTo>
                  <a:pt x="2859" y="12622"/>
                  <a:pt x="2961" y="12660"/>
                  <a:pt x="3063" y="12660"/>
                </a:cubicBezTo>
                <a:cubicBezTo>
                  <a:pt x="3157" y="12660"/>
                  <a:pt x="3252" y="12627"/>
                  <a:pt x="3330" y="12566"/>
                </a:cubicBezTo>
                <a:lnTo>
                  <a:pt x="4054" y="11946"/>
                </a:lnTo>
                <a:cubicBezTo>
                  <a:pt x="4463" y="12178"/>
                  <a:pt x="4895" y="12355"/>
                  <a:pt x="5342" y="12484"/>
                </a:cubicBezTo>
                <a:lnTo>
                  <a:pt x="5423" y="13430"/>
                </a:lnTo>
                <a:cubicBezTo>
                  <a:pt x="5434" y="13640"/>
                  <a:pt x="5611" y="13791"/>
                  <a:pt x="5821" y="13791"/>
                </a:cubicBezTo>
                <a:lnTo>
                  <a:pt x="7981" y="13791"/>
                </a:lnTo>
                <a:cubicBezTo>
                  <a:pt x="8192" y="13791"/>
                  <a:pt x="8368" y="13640"/>
                  <a:pt x="8380" y="13430"/>
                </a:cubicBezTo>
                <a:lnTo>
                  <a:pt x="8461" y="12484"/>
                </a:lnTo>
                <a:cubicBezTo>
                  <a:pt x="8907" y="12355"/>
                  <a:pt x="9339" y="12178"/>
                  <a:pt x="9749" y="11946"/>
                </a:cubicBezTo>
                <a:lnTo>
                  <a:pt x="10472" y="12566"/>
                </a:lnTo>
                <a:cubicBezTo>
                  <a:pt x="10551" y="12627"/>
                  <a:pt x="10645" y="12660"/>
                  <a:pt x="10740" y="12660"/>
                </a:cubicBezTo>
                <a:cubicBezTo>
                  <a:pt x="10842" y="12660"/>
                  <a:pt x="10944" y="12622"/>
                  <a:pt x="11022" y="12543"/>
                </a:cubicBezTo>
                <a:lnTo>
                  <a:pt x="12540" y="11011"/>
                </a:lnTo>
                <a:cubicBezTo>
                  <a:pt x="12694" y="10871"/>
                  <a:pt x="12706" y="10624"/>
                  <a:pt x="12565" y="10462"/>
                </a:cubicBezTo>
                <a:lnTo>
                  <a:pt x="11956" y="9749"/>
                </a:lnTo>
                <a:cubicBezTo>
                  <a:pt x="12178" y="9339"/>
                  <a:pt x="12366" y="8907"/>
                  <a:pt x="12484" y="8450"/>
                </a:cubicBezTo>
                <a:lnTo>
                  <a:pt x="13429" y="8380"/>
                </a:lnTo>
                <a:cubicBezTo>
                  <a:pt x="13640" y="8358"/>
                  <a:pt x="13802" y="8181"/>
                  <a:pt x="13802" y="7970"/>
                </a:cubicBezTo>
                <a:lnTo>
                  <a:pt x="13802" y="5822"/>
                </a:lnTo>
                <a:cubicBezTo>
                  <a:pt x="13802" y="5611"/>
                  <a:pt x="13640" y="5434"/>
                  <a:pt x="13429" y="5412"/>
                </a:cubicBezTo>
                <a:lnTo>
                  <a:pt x="12484" y="5342"/>
                </a:lnTo>
                <a:cubicBezTo>
                  <a:pt x="12366" y="4899"/>
                  <a:pt x="12189" y="4478"/>
                  <a:pt x="11968" y="4068"/>
                </a:cubicBezTo>
                <a:lnTo>
                  <a:pt x="13547" y="2489"/>
                </a:lnTo>
                <a:cubicBezTo>
                  <a:pt x="13780" y="2256"/>
                  <a:pt x="13662" y="1858"/>
                  <a:pt x="13337" y="1799"/>
                </a:cubicBezTo>
                <a:lnTo>
                  <a:pt x="12203" y="1588"/>
                </a:lnTo>
                <a:lnTo>
                  <a:pt x="11993" y="455"/>
                </a:lnTo>
                <a:cubicBezTo>
                  <a:pt x="11955" y="252"/>
                  <a:pt x="11774" y="131"/>
                  <a:pt x="11592" y="131"/>
                </a:cubicBezTo>
                <a:cubicBezTo>
                  <a:pt x="11492" y="131"/>
                  <a:pt x="11392" y="166"/>
                  <a:pt x="11314" y="245"/>
                </a:cubicBezTo>
                <a:lnTo>
                  <a:pt x="9723" y="1835"/>
                </a:lnTo>
                <a:cubicBezTo>
                  <a:pt x="9328" y="1614"/>
                  <a:pt x="8907" y="1437"/>
                  <a:pt x="8461" y="1308"/>
                </a:cubicBezTo>
                <a:lnTo>
                  <a:pt x="8380" y="362"/>
                </a:lnTo>
                <a:cubicBezTo>
                  <a:pt x="8368" y="152"/>
                  <a:pt x="8192" y="1"/>
                  <a:pt x="79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nvGrpSpPr>
          <p:cNvPr id="22" name="Google Shape;1294;p48">
            <a:extLst>
              <a:ext uri="{FF2B5EF4-FFF2-40B4-BE49-F238E27FC236}">
                <a16:creationId xmlns:a16="http://schemas.microsoft.com/office/drawing/2014/main" id="{9974977F-E040-5984-345B-48A9DF9DE3EF}"/>
              </a:ext>
            </a:extLst>
          </p:cNvPr>
          <p:cNvGrpSpPr/>
          <p:nvPr/>
        </p:nvGrpSpPr>
        <p:grpSpPr>
          <a:xfrm>
            <a:off x="5344950" y="3368270"/>
            <a:ext cx="289600" cy="345150"/>
            <a:chOff x="4801988" y="3797375"/>
            <a:chExt cx="289600" cy="345150"/>
          </a:xfrm>
        </p:grpSpPr>
        <p:sp>
          <p:nvSpPr>
            <p:cNvPr id="23" name="Google Shape;1295;p48">
              <a:extLst>
                <a:ext uri="{FF2B5EF4-FFF2-40B4-BE49-F238E27FC236}">
                  <a16:creationId xmlns:a16="http://schemas.microsoft.com/office/drawing/2014/main" id="{AB51E849-1CCB-CB82-1D35-93A508F44E09}"/>
                </a:ext>
              </a:extLst>
            </p:cNvPr>
            <p:cNvSpPr/>
            <p:nvPr/>
          </p:nvSpPr>
          <p:spPr>
            <a:xfrm>
              <a:off x="4916238" y="3885675"/>
              <a:ext cx="60825" cy="60775"/>
            </a:xfrm>
            <a:custGeom>
              <a:avLst/>
              <a:gdLst/>
              <a:ahLst/>
              <a:cxnLst/>
              <a:rect l="l" t="t" r="r" b="b"/>
              <a:pathLst>
                <a:path w="2433" h="2431" extrusionOk="0">
                  <a:moveTo>
                    <a:pt x="1215" y="806"/>
                  </a:moveTo>
                  <a:cubicBezTo>
                    <a:pt x="1436" y="806"/>
                    <a:pt x="1613" y="994"/>
                    <a:pt x="1613" y="1215"/>
                  </a:cubicBezTo>
                  <a:cubicBezTo>
                    <a:pt x="1613" y="1437"/>
                    <a:pt x="1436" y="1614"/>
                    <a:pt x="1215" y="1614"/>
                  </a:cubicBezTo>
                  <a:cubicBezTo>
                    <a:pt x="993" y="1614"/>
                    <a:pt x="805" y="1437"/>
                    <a:pt x="805" y="1215"/>
                  </a:cubicBezTo>
                  <a:cubicBezTo>
                    <a:pt x="805" y="994"/>
                    <a:pt x="993" y="806"/>
                    <a:pt x="1215" y="806"/>
                  </a:cubicBezTo>
                  <a:close/>
                  <a:moveTo>
                    <a:pt x="1215" y="1"/>
                  </a:moveTo>
                  <a:cubicBezTo>
                    <a:pt x="539" y="1"/>
                    <a:pt x="0" y="551"/>
                    <a:pt x="0" y="1215"/>
                  </a:cubicBezTo>
                  <a:cubicBezTo>
                    <a:pt x="0" y="1883"/>
                    <a:pt x="539" y="2430"/>
                    <a:pt x="1215" y="2430"/>
                  </a:cubicBezTo>
                  <a:cubicBezTo>
                    <a:pt x="1882" y="2430"/>
                    <a:pt x="2432" y="1883"/>
                    <a:pt x="2432" y="1215"/>
                  </a:cubicBezTo>
                  <a:cubicBezTo>
                    <a:pt x="2432" y="551"/>
                    <a:pt x="1882" y="1"/>
                    <a:pt x="12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4" name="Google Shape;1296;p48">
              <a:extLst>
                <a:ext uri="{FF2B5EF4-FFF2-40B4-BE49-F238E27FC236}">
                  <a16:creationId xmlns:a16="http://schemas.microsoft.com/office/drawing/2014/main" id="{E5F347D2-097B-F9CA-EA6C-36699F954957}"/>
                </a:ext>
              </a:extLst>
            </p:cNvPr>
            <p:cNvSpPr/>
            <p:nvPr/>
          </p:nvSpPr>
          <p:spPr>
            <a:xfrm>
              <a:off x="4801988" y="3797375"/>
              <a:ext cx="289600" cy="345150"/>
            </a:xfrm>
            <a:custGeom>
              <a:avLst/>
              <a:gdLst/>
              <a:ahLst/>
              <a:cxnLst/>
              <a:rect l="l" t="t" r="r" b="b"/>
              <a:pathLst>
                <a:path w="11584" h="13806" extrusionOk="0">
                  <a:moveTo>
                    <a:pt x="10731" y="11643"/>
                  </a:moveTo>
                  <a:cubicBezTo>
                    <a:pt x="10579" y="12288"/>
                    <a:pt x="10074" y="12801"/>
                    <a:pt x="9432" y="12953"/>
                  </a:cubicBezTo>
                  <a:lnTo>
                    <a:pt x="9432" y="11643"/>
                  </a:lnTo>
                  <a:close/>
                  <a:moveTo>
                    <a:pt x="10111" y="809"/>
                  </a:moveTo>
                  <a:cubicBezTo>
                    <a:pt x="10472" y="809"/>
                    <a:pt x="10775" y="1112"/>
                    <a:pt x="10775" y="1488"/>
                  </a:cubicBezTo>
                  <a:lnTo>
                    <a:pt x="10775" y="10838"/>
                  </a:lnTo>
                  <a:lnTo>
                    <a:pt x="9022" y="10838"/>
                  </a:lnTo>
                  <a:cubicBezTo>
                    <a:pt x="8801" y="10838"/>
                    <a:pt x="8627" y="11026"/>
                    <a:pt x="8627" y="11247"/>
                  </a:cubicBezTo>
                  <a:lnTo>
                    <a:pt x="8627" y="13001"/>
                  </a:lnTo>
                  <a:lnTo>
                    <a:pt x="1473" y="13001"/>
                  </a:lnTo>
                  <a:cubicBezTo>
                    <a:pt x="1111" y="13001"/>
                    <a:pt x="805" y="12695"/>
                    <a:pt x="805" y="12322"/>
                  </a:cubicBezTo>
                  <a:lnTo>
                    <a:pt x="805" y="1488"/>
                  </a:lnTo>
                  <a:cubicBezTo>
                    <a:pt x="805" y="1112"/>
                    <a:pt x="1111" y="809"/>
                    <a:pt x="1473" y="809"/>
                  </a:cubicBezTo>
                  <a:close/>
                  <a:moveTo>
                    <a:pt x="1473" y="1"/>
                  </a:moveTo>
                  <a:cubicBezTo>
                    <a:pt x="654" y="1"/>
                    <a:pt x="0" y="669"/>
                    <a:pt x="0" y="1488"/>
                  </a:cubicBezTo>
                  <a:lnTo>
                    <a:pt x="0" y="12322"/>
                  </a:lnTo>
                  <a:cubicBezTo>
                    <a:pt x="0" y="13141"/>
                    <a:pt x="654" y="13806"/>
                    <a:pt x="1473" y="13806"/>
                  </a:cubicBezTo>
                  <a:lnTo>
                    <a:pt x="9022" y="13806"/>
                  </a:lnTo>
                  <a:cubicBezTo>
                    <a:pt x="10439" y="13806"/>
                    <a:pt x="11583" y="12661"/>
                    <a:pt x="11583" y="11247"/>
                  </a:cubicBezTo>
                  <a:lnTo>
                    <a:pt x="11583" y="1488"/>
                  </a:lnTo>
                  <a:cubicBezTo>
                    <a:pt x="11583" y="669"/>
                    <a:pt x="10930" y="1"/>
                    <a:pt x="101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5" name="Google Shape;1297;p48">
              <a:extLst>
                <a:ext uri="{FF2B5EF4-FFF2-40B4-BE49-F238E27FC236}">
                  <a16:creationId xmlns:a16="http://schemas.microsoft.com/office/drawing/2014/main" id="{BADD9E56-4FA8-1599-7771-DFC3DDE9B60E}"/>
                </a:ext>
              </a:extLst>
            </p:cNvPr>
            <p:cNvSpPr/>
            <p:nvPr/>
          </p:nvSpPr>
          <p:spPr>
            <a:xfrm>
              <a:off x="4841688" y="3838625"/>
              <a:ext cx="210125" cy="269500"/>
            </a:xfrm>
            <a:custGeom>
              <a:avLst/>
              <a:gdLst/>
              <a:ahLst/>
              <a:cxnLst/>
              <a:rect l="l" t="t" r="r" b="b"/>
              <a:pathLst>
                <a:path w="8405" h="10780" extrusionOk="0">
                  <a:moveTo>
                    <a:pt x="4477" y="805"/>
                  </a:moveTo>
                  <a:lnTo>
                    <a:pt x="4503" y="1122"/>
                  </a:lnTo>
                  <a:cubicBezTo>
                    <a:pt x="4503" y="1263"/>
                    <a:pt x="4606" y="1392"/>
                    <a:pt x="4735" y="1437"/>
                  </a:cubicBezTo>
                  <a:cubicBezTo>
                    <a:pt x="4957" y="1507"/>
                    <a:pt x="5167" y="1625"/>
                    <a:pt x="5344" y="1776"/>
                  </a:cubicBezTo>
                  <a:cubicBezTo>
                    <a:pt x="5412" y="1839"/>
                    <a:pt x="5506" y="1873"/>
                    <a:pt x="5600" y="1873"/>
                  </a:cubicBezTo>
                  <a:cubicBezTo>
                    <a:pt x="5665" y="1873"/>
                    <a:pt x="5730" y="1857"/>
                    <a:pt x="5787" y="1824"/>
                  </a:cubicBezTo>
                  <a:lnTo>
                    <a:pt x="6031" y="1695"/>
                  </a:lnTo>
                  <a:lnTo>
                    <a:pt x="6326" y="2197"/>
                  </a:lnTo>
                  <a:lnTo>
                    <a:pt x="6057" y="2374"/>
                  </a:lnTo>
                  <a:cubicBezTo>
                    <a:pt x="5939" y="2455"/>
                    <a:pt x="5880" y="2595"/>
                    <a:pt x="5905" y="2736"/>
                  </a:cubicBezTo>
                  <a:cubicBezTo>
                    <a:pt x="5939" y="2853"/>
                    <a:pt x="5950" y="2980"/>
                    <a:pt x="5950" y="3097"/>
                  </a:cubicBezTo>
                  <a:cubicBezTo>
                    <a:pt x="5950" y="3215"/>
                    <a:pt x="5939" y="3344"/>
                    <a:pt x="5905" y="3459"/>
                  </a:cubicBezTo>
                  <a:cubicBezTo>
                    <a:pt x="5880" y="3600"/>
                    <a:pt x="5939" y="3740"/>
                    <a:pt x="6057" y="3821"/>
                  </a:cubicBezTo>
                  <a:lnTo>
                    <a:pt x="6326" y="3998"/>
                  </a:lnTo>
                  <a:lnTo>
                    <a:pt x="6031" y="4489"/>
                  </a:lnTo>
                  <a:lnTo>
                    <a:pt x="5751" y="4349"/>
                  </a:lnTo>
                  <a:cubicBezTo>
                    <a:pt x="5701" y="4321"/>
                    <a:pt x="5647" y="4308"/>
                    <a:pt x="5593" y="4308"/>
                  </a:cubicBezTo>
                  <a:cubicBezTo>
                    <a:pt x="5511" y="4308"/>
                    <a:pt x="5429" y="4339"/>
                    <a:pt x="5367" y="4396"/>
                  </a:cubicBezTo>
                  <a:cubicBezTo>
                    <a:pt x="5190" y="4559"/>
                    <a:pt x="4994" y="4677"/>
                    <a:pt x="4769" y="4747"/>
                  </a:cubicBezTo>
                  <a:cubicBezTo>
                    <a:pt x="4618" y="4803"/>
                    <a:pt x="4503" y="4943"/>
                    <a:pt x="4503" y="5109"/>
                  </a:cubicBezTo>
                  <a:lnTo>
                    <a:pt x="4477" y="5389"/>
                  </a:lnTo>
                  <a:lnTo>
                    <a:pt x="3905" y="5389"/>
                  </a:lnTo>
                  <a:lnTo>
                    <a:pt x="3894" y="5061"/>
                  </a:lnTo>
                  <a:cubicBezTo>
                    <a:pt x="3883" y="4921"/>
                    <a:pt x="3787" y="4803"/>
                    <a:pt x="3647" y="4758"/>
                  </a:cubicBezTo>
                  <a:cubicBezTo>
                    <a:pt x="3425" y="4688"/>
                    <a:pt x="3226" y="4570"/>
                    <a:pt x="3052" y="4419"/>
                  </a:cubicBezTo>
                  <a:cubicBezTo>
                    <a:pt x="2976" y="4356"/>
                    <a:pt x="2884" y="4322"/>
                    <a:pt x="2789" y="4322"/>
                  </a:cubicBezTo>
                  <a:cubicBezTo>
                    <a:pt x="2724" y="4322"/>
                    <a:pt x="2658" y="4338"/>
                    <a:pt x="2595" y="4371"/>
                  </a:cubicBezTo>
                  <a:lnTo>
                    <a:pt x="2351" y="4489"/>
                  </a:lnTo>
                  <a:lnTo>
                    <a:pt x="2070" y="3998"/>
                  </a:lnTo>
                  <a:lnTo>
                    <a:pt x="2340" y="3821"/>
                  </a:lnTo>
                  <a:cubicBezTo>
                    <a:pt x="2455" y="3740"/>
                    <a:pt x="2514" y="3600"/>
                    <a:pt x="2480" y="3459"/>
                  </a:cubicBezTo>
                  <a:cubicBezTo>
                    <a:pt x="2455" y="3344"/>
                    <a:pt x="2443" y="3215"/>
                    <a:pt x="2443" y="3097"/>
                  </a:cubicBezTo>
                  <a:cubicBezTo>
                    <a:pt x="2443" y="2980"/>
                    <a:pt x="2455" y="2853"/>
                    <a:pt x="2480" y="2736"/>
                  </a:cubicBezTo>
                  <a:cubicBezTo>
                    <a:pt x="2514" y="2595"/>
                    <a:pt x="2455" y="2455"/>
                    <a:pt x="2340" y="2374"/>
                  </a:cubicBezTo>
                  <a:lnTo>
                    <a:pt x="2070" y="2197"/>
                  </a:lnTo>
                  <a:lnTo>
                    <a:pt x="2351" y="1695"/>
                  </a:lnTo>
                  <a:lnTo>
                    <a:pt x="2643" y="1846"/>
                  </a:lnTo>
                  <a:cubicBezTo>
                    <a:pt x="2694" y="1874"/>
                    <a:pt x="2749" y="1887"/>
                    <a:pt x="2803" y="1887"/>
                  </a:cubicBezTo>
                  <a:cubicBezTo>
                    <a:pt x="2885" y="1887"/>
                    <a:pt x="2966" y="1857"/>
                    <a:pt x="3030" y="1801"/>
                  </a:cubicBezTo>
                  <a:cubicBezTo>
                    <a:pt x="3204" y="1625"/>
                    <a:pt x="3414" y="1507"/>
                    <a:pt x="3647" y="1425"/>
                  </a:cubicBezTo>
                  <a:cubicBezTo>
                    <a:pt x="3787" y="1392"/>
                    <a:pt x="3883" y="1263"/>
                    <a:pt x="3894" y="1122"/>
                  </a:cubicBezTo>
                  <a:lnTo>
                    <a:pt x="3905" y="805"/>
                  </a:lnTo>
                  <a:close/>
                  <a:moveTo>
                    <a:pt x="1229" y="7002"/>
                  </a:moveTo>
                  <a:cubicBezTo>
                    <a:pt x="1450" y="7002"/>
                    <a:pt x="1638" y="7188"/>
                    <a:pt x="1638" y="7412"/>
                  </a:cubicBezTo>
                  <a:cubicBezTo>
                    <a:pt x="1638" y="7634"/>
                    <a:pt x="1450" y="7808"/>
                    <a:pt x="1229" y="7808"/>
                  </a:cubicBezTo>
                  <a:cubicBezTo>
                    <a:pt x="1007" y="7808"/>
                    <a:pt x="819" y="7634"/>
                    <a:pt x="819" y="7412"/>
                  </a:cubicBezTo>
                  <a:cubicBezTo>
                    <a:pt x="819" y="7188"/>
                    <a:pt x="1007" y="7002"/>
                    <a:pt x="1229" y="7002"/>
                  </a:cubicBezTo>
                  <a:close/>
                  <a:moveTo>
                    <a:pt x="7154" y="7002"/>
                  </a:moveTo>
                  <a:cubicBezTo>
                    <a:pt x="7389" y="7002"/>
                    <a:pt x="7563" y="7188"/>
                    <a:pt x="7563" y="7412"/>
                  </a:cubicBezTo>
                  <a:cubicBezTo>
                    <a:pt x="7563" y="7634"/>
                    <a:pt x="7389" y="7808"/>
                    <a:pt x="7154" y="7808"/>
                  </a:cubicBezTo>
                  <a:cubicBezTo>
                    <a:pt x="6932" y="7808"/>
                    <a:pt x="6758" y="7634"/>
                    <a:pt x="6758" y="7412"/>
                  </a:cubicBezTo>
                  <a:cubicBezTo>
                    <a:pt x="6758" y="7188"/>
                    <a:pt x="6932" y="7002"/>
                    <a:pt x="7154" y="7002"/>
                  </a:cubicBezTo>
                  <a:close/>
                  <a:moveTo>
                    <a:pt x="4197" y="9165"/>
                  </a:moveTo>
                  <a:cubicBezTo>
                    <a:pt x="4418" y="9165"/>
                    <a:pt x="4595" y="9339"/>
                    <a:pt x="4595" y="9561"/>
                  </a:cubicBezTo>
                  <a:cubicBezTo>
                    <a:pt x="4595" y="9782"/>
                    <a:pt x="4418" y="9970"/>
                    <a:pt x="4197" y="9970"/>
                  </a:cubicBezTo>
                  <a:cubicBezTo>
                    <a:pt x="3975" y="9970"/>
                    <a:pt x="3787" y="9782"/>
                    <a:pt x="3787" y="9561"/>
                  </a:cubicBezTo>
                  <a:cubicBezTo>
                    <a:pt x="3787" y="9339"/>
                    <a:pt x="3975" y="9165"/>
                    <a:pt x="4197" y="9165"/>
                  </a:cubicBezTo>
                  <a:close/>
                  <a:moveTo>
                    <a:pt x="3532" y="0"/>
                  </a:moveTo>
                  <a:cubicBezTo>
                    <a:pt x="3310" y="0"/>
                    <a:pt x="3134" y="163"/>
                    <a:pt x="3122" y="385"/>
                  </a:cubicBezTo>
                  <a:lnTo>
                    <a:pt x="3111" y="783"/>
                  </a:lnTo>
                  <a:cubicBezTo>
                    <a:pt x="2982" y="842"/>
                    <a:pt x="2864" y="912"/>
                    <a:pt x="2749" y="993"/>
                  </a:cubicBezTo>
                  <a:lnTo>
                    <a:pt x="2385" y="805"/>
                  </a:lnTo>
                  <a:cubicBezTo>
                    <a:pt x="2326" y="773"/>
                    <a:pt x="2263" y="757"/>
                    <a:pt x="2201" y="757"/>
                  </a:cubicBezTo>
                  <a:cubicBezTo>
                    <a:pt x="2064" y="757"/>
                    <a:pt x="1931" y="831"/>
                    <a:pt x="1860" y="960"/>
                  </a:cubicBezTo>
                  <a:lnTo>
                    <a:pt x="1181" y="2127"/>
                  </a:lnTo>
                  <a:cubicBezTo>
                    <a:pt x="1077" y="2315"/>
                    <a:pt x="1136" y="2559"/>
                    <a:pt x="1310" y="2677"/>
                  </a:cubicBezTo>
                  <a:lnTo>
                    <a:pt x="1650" y="2887"/>
                  </a:lnTo>
                  <a:cubicBezTo>
                    <a:pt x="1650" y="2957"/>
                    <a:pt x="1638" y="3027"/>
                    <a:pt x="1638" y="3097"/>
                  </a:cubicBezTo>
                  <a:cubicBezTo>
                    <a:pt x="1638" y="3168"/>
                    <a:pt x="1650" y="3238"/>
                    <a:pt x="1650" y="3308"/>
                  </a:cubicBezTo>
                  <a:lnTo>
                    <a:pt x="1310" y="3518"/>
                  </a:lnTo>
                  <a:cubicBezTo>
                    <a:pt x="1136" y="3636"/>
                    <a:pt x="1077" y="3880"/>
                    <a:pt x="1181" y="4068"/>
                  </a:cubicBezTo>
                  <a:lnTo>
                    <a:pt x="1860" y="5224"/>
                  </a:lnTo>
                  <a:cubicBezTo>
                    <a:pt x="1933" y="5356"/>
                    <a:pt x="2071" y="5430"/>
                    <a:pt x="2211" y="5430"/>
                  </a:cubicBezTo>
                  <a:cubicBezTo>
                    <a:pt x="2270" y="5430"/>
                    <a:pt x="2330" y="5417"/>
                    <a:pt x="2385" y="5389"/>
                  </a:cubicBezTo>
                  <a:lnTo>
                    <a:pt x="2749" y="5201"/>
                  </a:lnTo>
                  <a:cubicBezTo>
                    <a:pt x="2864" y="5283"/>
                    <a:pt x="2982" y="5353"/>
                    <a:pt x="3111" y="5412"/>
                  </a:cubicBezTo>
                  <a:lnTo>
                    <a:pt x="3122" y="5810"/>
                  </a:lnTo>
                  <a:cubicBezTo>
                    <a:pt x="3134" y="6032"/>
                    <a:pt x="3310" y="6194"/>
                    <a:pt x="3532" y="6194"/>
                  </a:cubicBezTo>
                  <a:lnTo>
                    <a:pt x="3801" y="6194"/>
                  </a:lnTo>
                  <a:lnTo>
                    <a:pt x="3801" y="7002"/>
                  </a:lnTo>
                  <a:lnTo>
                    <a:pt x="2385" y="7002"/>
                  </a:lnTo>
                  <a:cubicBezTo>
                    <a:pt x="2216" y="6527"/>
                    <a:pt x="1761" y="6193"/>
                    <a:pt x="1222" y="6193"/>
                  </a:cubicBezTo>
                  <a:cubicBezTo>
                    <a:pt x="1205" y="6193"/>
                    <a:pt x="1187" y="6194"/>
                    <a:pt x="1170" y="6194"/>
                  </a:cubicBezTo>
                  <a:cubicBezTo>
                    <a:pt x="550" y="6231"/>
                    <a:pt x="48" y="6744"/>
                    <a:pt x="25" y="7364"/>
                  </a:cubicBezTo>
                  <a:cubicBezTo>
                    <a:pt x="0" y="8054"/>
                    <a:pt x="550" y="8627"/>
                    <a:pt x="1240" y="8627"/>
                  </a:cubicBezTo>
                  <a:cubicBezTo>
                    <a:pt x="1767" y="8627"/>
                    <a:pt x="2211" y="8287"/>
                    <a:pt x="2385" y="7819"/>
                  </a:cubicBezTo>
                  <a:lnTo>
                    <a:pt x="3801" y="7819"/>
                  </a:lnTo>
                  <a:lnTo>
                    <a:pt x="3801" y="8428"/>
                  </a:lnTo>
                  <a:cubicBezTo>
                    <a:pt x="3310" y="8604"/>
                    <a:pt x="2960" y="9081"/>
                    <a:pt x="2993" y="9631"/>
                  </a:cubicBezTo>
                  <a:cubicBezTo>
                    <a:pt x="3030" y="10251"/>
                    <a:pt x="3532" y="10753"/>
                    <a:pt x="4152" y="10778"/>
                  </a:cubicBezTo>
                  <a:cubicBezTo>
                    <a:pt x="4172" y="10779"/>
                    <a:pt x="4191" y="10780"/>
                    <a:pt x="4211" y="10780"/>
                  </a:cubicBezTo>
                  <a:cubicBezTo>
                    <a:pt x="4872" y="10780"/>
                    <a:pt x="5414" y="10231"/>
                    <a:pt x="5414" y="9561"/>
                  </a:cubicBezTo>
                  <a:cubicBezTo>
                    <a:pt x="5414" y="9036"/>
                    <a:pt x="5075" y="8590"/>
                    <a:pt x="4606" y="8428"/>
                  </a:cubicBezTo>
                  <a:lnTo>
                    <a:pt x="4606" y="7819"/>
                  </a:lnTo>
                  <a:lnTo>
                    <a:pt x="6020" y="7819"/>
                  </a:lnTo>
                  <a:cubicBezTo>
                    <a:pt x="6191" y="8294"/>
                    <a:pt x="6658" y="8628"/>
                    <a:pt x="7186" y="8628"/>
                  </a:cubicBezTo>
                  <a:cubicBezTo>
                    <a:pt x="7203" y="8628"/>
                    <a:pt x="7221" y="8627"/>
                    <a:pt x="7238" y="8627"/>
                  </a:cubicBezTo>
                  <a:cubicBezTo>
                    <a:pt x="7855" y="8590"/>
                    <a:pt x="8360" y="8077"/>
                    <a:pt x="8382" y="7457"/>
                  </a:cubicBezTo>
                  <a:cubicBezTo>
                    <a:pt x="8405" y="6767"/>
                    <a:pt x="7855" y="6194"/>
                    <a:pt x="7168" y="6194"/>
                  </a:cubicBezTo>
                  <a:cubicBezTo>
                    <a:pt x="6640" y="6194"/>
                    <a:pt x="6197" y="6534"/>
                    <a:pt x="6020" y="7002"/>
                  </a:cubicBezTo>
                  <a:lnTo>
                    <a:pt x="4606" y="7002"/>
                  </a:lnTo>
                  <a:lnTo>
                    <a:pt x="4606" y="6194"/>
                  </a:lnTo>
                  <a:lnTo>
                    <a:pt x="4876" y="6194"/>
                  </a:lnTo>
                  <a:cubicBezTo>
                    <a:pt x="5097" y="6194"/>
                    <a:pt x="5274" y="6032"/>
                    <a:pt x="5285" y="5810"/>
                  </a:cubicBezTo>
                  <a:lnTo>
                    <a:pt x="5296" y="5412"/>
                  </a:lnTo>
                  <a:cubicBezTo>
                    <a:pt x="5426" y="5353"/>
                    <a:pt x="5541" y="5283"/>
                    <a:pt x="5658" y="5201"/>
                  </a:cubicBezTo>
                  <a:lnTo>
                    <a:pt x="6020" y="5389"/>
                  </a:lnTo>
                  <a:cubicBezTo>
                    <a:pt x="6076" y="5417"/>
                    <a:pt x="6136" y="5430"/>
                    <a:pt x="6195" y="5430"/>
                  </a:cubicBezTo>
                  <a:cubicBezTo>
                    <a:pt x="6335" y="5430"/>
                    <a:pt x="6473" y="5356"/>
                    <a:pt x="6548" y="5224"/>
                  </a:cubicBezTo>
                  <a:lnTo>
                    <a:pt x="7224" y="4068"/>
                  </a:lnTo>
                  <a:cubicBezTo>
                    <a:pt x="7330" y="3880"/>
                    <a:pt x="7271" y="3636"/>
                    <a:pt x="7098" y="3518"/>
                  </a:cubicBezTo>
                  <a:lnTo>
                    <a:pt x="6758" y="3308"/>
                  </a:lnTo>
                  <a:cubicBezTo>
                    <a:pt x="6758" y="3238"/>
                    <a:pt x="6769" y="3168"/>
                    <a:pt x="6769" y="3097"/>
                  </a:cubicBezTo>
                  <a:cubicBezTo>
                    <a:pt x="6769" y="3027"/>
                    <a:pt x="6758" y="2957"/>
                    <a:pt x="6758" y="2887"/>
                  </a:cubicBezTo>
                  <a:lnTo>
                    <a:pt x="7098" y="2677"/>
                  </a:lnTo>
                  <a:cubicBezTo>
                    <a:pt x="7271" y="2559"/>
                    <a:pt x="7330" y="2315"/>
                    <a:pt x="7224" y="2127"/>
                  </a:cubicBezTo>
                  <a:lnTo>
                    <a:pt x="6548" y="960"/>
                  </a:lnTo>
                  <a:cubicBezTo>
                    <a:pt x="6475" y="831"/>
                    <a:pt x="6342" y="757"/>
                    <a:pt x="6205" y="757"/>
                  </a:cubicBezTo>
                  <a:cubicBezTo>
                    <a:pt x="6143" y="757"/>
                    <a:pt x="6079" y="773"/>
                    <a:pt x="6020" y="805"/>
                  </a:cubicBezTo>
                  <a:lnTo>
                    <a:pt x="5658" y="993"/>
                  </a:lnTo>
                  <a:cubicBezTo>
                    <a:pt x="5541" y="912"/>
                    <a:pt x="5426" y="842"/>
                    <a:pt x="5296" y="783"/>
                  </a:cubicBezTo>
                  <a:lnTo>
                    <a:pt x="5285" y="385"/>
                  </a:lnTo>
                  <a:cubicBezTo>
                    <a:pt x="5274" y="163"/>
                    <a:pt x="5097" y="0"/>
                    <a:pt x="48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Tree>
    <p:extLst>
      <p:ext uri="{BB962C8B-B14F-4D97-AF65-F5344CB8AC3E}">
        <p14:creationId xmlns:p14="http://schemas.microsoft.com/office/powerpoint/2010/main" val="431616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235F367F-307C-E8B0-38FB-922EC8DCBAE9}"/>
              </a:ext>
            </a:extLst>
          </p:cNvPr>
          <p:cNvPicPr>
            <a:picLocks noChangeAspect="1"/>
          </p:cNvPicPr>
          <p:nvPr/>
        </p:nvPicPr>
        <p:blipFill>
          <a:blip r:embed="rId2"/>
          <a:stretch>
            <a:fillRect/>
          </a:stretch>
        </p:blipFill>
        <p:spPr>
          <a:xfrm>
            <a:off x="216340" y="475930"/>
            <a:ext cx="5068007" cy="2295845"/>
          </a:xfrm>
          <a:prstGeom prst="rect">
            <a:avLst/>
          </a:prstGeom>
        </p:spPr>
      </p:pic>
      <p:pic>
        <p:nvPicPr>
          <p:cNvPr id="5" name="Imagem 4">
            <a:extLst>
              <a:ext uri="{FF2B5EF4-FFF2-40B4-BE49-F238E27FC236}">
                <a16:creationId xmlns:a16="http://schemas.microsoft.com/office/drawing/2014/main" id="{09FB2A85-AA2A-0CDB-6A99-D5264B24AB2F}"/>
              </a:ext>
            </a:extLst>
          </p:cNvPr>
          <p:cNvPicPr>
            <a:picLocks noChangeAspect="1"/>
          </p:cNvPicPr>
          <p:nvPr/>
        </p:nvPicPr>
        <p:blipFill>
          <a:blip r:embed="rId3"/>
          <a:stretch>
            <a:fillRect/>
          </a:stretch>
        </p:blipFill>
        <p:spPr>
          <a:xfrm>
            <a:off x="5501877" y="771525"/>
            <a:ext cx="3520679" cy="3718664"/>
          </a:xfrm>
          <a:prstGeom prst="rect">
            <a:avLst/>
          </a:prstGeom>
        </p:spPr>
      </p:pic>
    </p:spTree>
    <p:extLst>
      <p:ext uri="{BB962C8B-B14F-4D97-AF65-F5344CB8AC3E}">
        <p14:creationId xmlns:p14="http://schemas.microsoft.com/office/powerpoint/2010/main" val="6935920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32"/>
          <p:cNvSpPr txBox="1">
            <a:spLocks noGrp="1"/>
          </p:cNvSpPr>
          <p:nvPr>
            <p:ph type="title"/>
          </p:nvPr>
        </p:nvSpPr>
        <p:spPr>
          <a:xfrm>
            <a:off x="1136799" y="2292595"/>
            <a:ext cx="5879573" cy="1022530"/>
          </a:xfrm>
          <a:prstGeom prst="rect">
            <a:avLst/>
          </a:prstGeom>
        </p:spPr>
        <p:txBody>
          <a:bodyPr spcFirstLastPara="1" wrap="square" lIns="91425" tIns="91425" rIns="91425" bIns="91425" anchor="ctr" anchorCtr="0">
            <a:noAutofit/>
          </a:bodyPr>
          <a:lstStyle/>
          <a:p>
            <a:r>
              <a:rPr lang="en" dirty="0"/>
              <a:t>Bibliotecas e Frameworks</a:t>
            </a:r>
          </a:p>
        </p:txBody>
      </p:sp>
      <p:sp>
        <p:nvSpPr>
          <p:cNvPr id="741" name="Google Shape;741;p32"/>
          <p:cNvSpPr/>
          <p:nvPr/>
        </p:nvSpPr>
        <p:spPr>
          <a:xfrm rot="-5400000">
            <a:off x="689075" y="2684117"/>
            <a:ext cx="357300" cy="309016"/>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2"/>
          <p:cNvSpPr/>
          <p:nvPr/>
        </p:nvSpPr>
        <p:spPr>
          <a:xfrm>
            <a:off x="7016375" y="-1615175"/>
            <a:ext cx="1633483" cy="5920031"/>
          </a:xfrm>
          <a:custGeom>
            <a:avLst/>
            <a:gdLst/>
            <a:ahLst/>
            <a:cxnLst/>
            <a:rect l="l" t="t" r="r" b="b"/>
            <a:pathLst>
              <a:path w="18075" h="65507" extrusionOk="0">
                <a:moveTo>
                  <a:pt x="0" y="65507"/>
                </a:moveTo>
                <a:lnTo>
                  <a:pt x="18075" y="47432"/>
                </a:lnTo>
                <a:lnTo>
                  <a:pt x="18075" y="0"/>
                </a:lnTo>
              </a:path>
            </a:pathLst>
          </a:custGeom>
          <a:noFill/>
          <a:ln w="9525" cap="flat" cmpd="sng">
            <a:solidFill>
              <a:schemeClr val="accent1"/>
            </a:solidFill>
            <a:prstDash val="solid"/>
            <a:round/>
            <a:headEnd type="none" w="med" len="med"/>
            <a:tailEnd type="none" w="med" len="med"/>
          </a:ln>
        </p:spPr>
        <p:txBody>
          <a:bodyPr/>
          <a:lstStyle/>
          <a:p>
            <a:endParaRPr lang="pt-BR"/>
          </a:p>
        </p:txBody>
      </p:sp>
      <p:grpSp>
        <p:nvGrpSpPr>
          <p:cNvPr id="743" name="Google Shape;743;p32"/>
          <p:cNvGrpSpPr/>
          <p:nvPr/>
        </p:nvGrpSpPr>
        <p:grpSpPr>
          <a:xfrm rot="10800000" flipH="1">
            <a:off x="7968643" y="3562070"/>
            <a:ext cx="681217" cy="3360485"/>
            <a:chOff x="1337800" y="-2525590"/>
            <a:chExt cx="1498167" cy="7390555"/>
          </a:xfrm>
        </p:grpSpPr>
        <p:cxnSp>
          <p:nvCxnSpPr>
            <p:cNvPr id="744" name="Google Shape;744;p32"/>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745" name="Google Shape;745;p32"/>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746" name="Google Shape;746;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7" name="Google Shape;747;p32"/>
          <p:cNvGrpSpPr/>
          <p:nvPr/>
        </p:nvGrpSpPr>
        <p:grpSpPr>
          <a:xfrm rot="-5400000" flipH="1">
            <a:off x="70043" y="-592705"/>
            <a:ext cx="681217" cy="3360485"/>
            <a:chOff x="1337800" y="-2525590"/>
            <a:chExt cx="1498167" cy="7390555"/>
          </a:xfrm>
        </p:grpSpPr>
        <p:cxnSp>
          <p:nvCxnSpPr>
            <p:cNvPr id="748" name="Google Shape;748;p32"/>
            <p:cNvCxnSpPr/>
            <p:nvPr/>
          </p:nvCxnSpPr>
          <p:spPr>
            <a:xfrm rot="10800000">
              <a:off x="1337800" y="-2525590"/>
              <a:ext cx="0" cy="5870700"/>
            </a:xfrm>
            <a:prstGeom prst="straightConnector1">
              <a:avLst/>
            </a:prstGeom>
            <a:noFill/>
            <a:ln w="9525" cap="flat" cmpd="sng">
              <a:solidFill>
                <a:schemeClr val="lt1"/>
              </a:solidFill>
              <a:prstDash val="solid"/>
              <a:round/>
              <a:headEnd type="none" w="med" len="med"/>
              <a:tailEnd type="none" w="med" len="med"/>
            </a:ln>
          </p:spPr>
        </p:cxnSp>
        <p:cxnSp>
          <p:nvCxnSpPr>
            <p:cNvPr id="749" name="Google Shape;749;p32"/>
            <p:cNvCxnSpPr/>
            <p:nvPr/>
          </p:nvCxnSpPr>
          <p:spPr>
            <a:xfrm>
              <a:off x="1337800" y="3347125"/>
              <a:ext cx="1158600" cy="1141200"/>
            </a:xfrm>
            <a:prstGeom prst="straightConnector1">
              <a:avLst/>
            </a:prstGeom>
            <a:noFill/>
            <a:ln w="9525" cap="flat" cmpd="sng">
              <a:solidFill>
                <a:schemeClr val="lt1"/>
              </a:solidFill>
              <a:prstDash val="solid"/>
              <a:round/>
              <a:headEnd type="none" w="med" len="med"/>
              <a:tailEnd type="none" w="med" len="med"/>
            </a:ln>
          </p:spPr>
        </p:cxnSp>
        <p:sp>
          <p:nvSpPr>
            <p:cNvPr id="750" name="Google Shape;750;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1" name="Google Shape;751;p32"/>
          <p:cNvSpPr/>
          <p:nvPr/>
        </p:nvSpPr>
        <p:spPr>
          <a:xfrm rot="-5400000">
            <a:off x="5572485" y="-2452153"/>
            <a:ext cx="1971347" cy="6005438"/>
          </a:xfrm>
          <a:custGeom>
            <a:avLst/>
            <a:gdLst/>
            <a:ahLst/>
            <a:cxnLst/>
            <a:rect l="l" t="t" r="r" b="b"/>
            <a:pathLst>
              <a:path w="62917" h="191668" extrusionOk="0">
                <a:moveTo>
                  <a:pt x="0" y="0"/>
                </a:moveTo>
                <a:lnTo>
                  <a:pt x="0" y="21836"/>
                </a:lnTo>
                <a:lnTo>
                  <a:pt x="38334" y="60169"/>
                </a:lnTo>
                <a:lnTo>
                  <a:pt x="38334" y="81762"/>
                </a:lnTo>
                <a:lnTo>
                  <a:pt x="22442" y="97654"/>
                </a:lnTo>
                <a:lnTo>
                  <a:pt x="22442" y="116457"/>
                </a:lnTo>
                <a:lnTo>
                  <a:pt x="62917" y="139825"/>
                </a:lnTo>
                <a:lnTo>
                  <a:pt x="62917" y="191668"/>
                </a:lnTo>
              </a:path>
            </a:pathLst>
          </a:custGeom>
          <a:noFill/>
          <a:ln w="9525" cap="flat" cmpd="sng">
            <a:solidFill>
              <a:schemeClr val="accent1"/>
            </a:solidFill>
            <a:prstDash val="solid"/>
            <a:round/>
            <a:headEnd type="none" w="med" len="med"/>
            <a:tailEnd type="none" w="med" len="med"/>
          </a:ln>
        </p:spPr>
        <p:txBody>
          <a:bodyPr/>
          <a:lstStyle/>
          <a:p>
            <a:endParaRPr lang="pt-BR"/>
          </a:p>
        </p:txBody>
      </p:sp>
      <p:grpSp>
        <p:nvGrpSpPr>
          <p:cNvPr id="752" name="Google Shape;752;p32"/>
          <p:cNvGrpSpPr/>
          <p:nvPr/>
        </p:nvGrpSpPr>
        <p:grpSpPr>
          <a:xfrm>
            <a:off x="7221623" y="1260360"/>
            <a:ext cx="1160062" cy="523162"/>
            <a:chOff x="7221623" y="1260360"/>
            <a:chExt cx="1160062" cy="523162"/>
          </a:xfrm>
        </p:grpSpPr>
        <p:sp>
          <p:nvSpPr>
            <p:cNvPr id="753" name="Google Shape;753;p32"/>
            <p:cNvSpPr/>
            <p:nvPr/>
          </p:nvSpPr>
          <p:spPr>
            <a:xfrm rot="-5400000">
              <a:off x="8141200" y="1059948"/>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2"/>
            <p:cNvSpPr/>
            <p:nvPr/>
          </p:nvSpPr>
          <p:spPr>
            <a:xfrm rot="5400000">
              <a:off x="7437562" y="1320304"/>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2"/>
            <p:cNvSpPr/>
            <p:nvPr/>
          </p:nvSpPr>
          <p:spPr>
            <a:xfrm rot="-5400000">
              <a:off x="7930383" y="13322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29"/>
        <p:cNvGrpSpPr/>
        <p:nvPr/>
      </p:nvGrpSpPr>
      <p:grpSpPr>
        <a:xfrm>
          <a:off x="0" y="0"/>
          <a:ext cx="0" cy="0"/>
          <a:chOff x="0" y="0"/>
          <a:chExt cx="0" cy="0"/>
        </a:xfrm>
      </p:grpSpPr>
      <p:sp>
        <p:nvSpPr>
          <p:cNvPr id="730" name="Google Shape;730;p31"/>
          <p:cNvSpPr txBox="1">
            <a:spLocks noGrp="1"/>
          </p:cNvSpPr>
          <p:nvPr>
            <p:ph type="title"/>
          </p:nvPr>
        </p:nvSpPr>
        <p:spPr>
          <a:xfrm>
            <a:off x="1780997" y="477948"/>
            <a:ext cx="6759370" cy="68618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pt-BR" dirty="0"/>
              <a:t>Bibliotecas e Frameworks</a:t>
            </a:r>
            <a:endParaRPr dirty="0"/>
          </a:p>
        </p:txBody>
      </p:sp>
      <p:sp>
        <p:nvSpPr>
          <p:cNvPr id="731" name="Google Shape;731;p31"/>
          <p:cNvSpPr txBox="1">
            <a:spLocks noGrp="1"/>
          </p:cNvSpPr>
          <p:nvPr>
            <p:ph type="subTitle" idx="1"/>
          </p:nvPr>
        </p:nvSpPr>
        <p:spPr>
          <a:xfrm>
            <a:off x="1876247" y="1547620"/>
            <a:ext cx="2789350" cy="108424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BR" dirty="0"/>
              <a:t>Bibliotecas Python são conjuntos de módulos e funções predefinidas que expandem as capacidades da linguagem, facilitando o desenvolvimento de software.</a:t>
            </a:r>
            <a:endParaRPr dirty="0"/>
          </a:p>
        </p:txBody>
      </p:sp>
      <p:sp>
        <p:nvSpPr>
          <p:cNvPr id="734" name="Google Shape;734;p31"/>
          <p:cNvSpPr/>
          <p:nvPr/>
        </p:nvSpPr>
        <p:spPr>
          <a:xfrm rot="-5400000">
            <a:off x="1514485" y="808552"/>
            <a:ext cx="228075" cy="197250"/>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 name="Google Shape;1268;p48">
            <a:extLst>
              <a:ext uri="{FF2B5EF4-FFF2-40B4-BE49-F238E27FC236}">
                <a16:creationId xmlns:a16="http://schemas.microsoft.com/office/drawing/2014/main" id="{157A598E-579A-5671-E982-8251721F7B58}"/>
              </a:ext>
            </a:extLst>
          </p:cNvPr>
          <p:cNvGrpSpPr/>
          <p:nvPr/>
        </p:nvGrpSpPr>
        <p:grpSpPr>
          <a:xfrm>
            <a:off x="1434647" y="1616200"/>
            <a:ext cx="346350" cy="345150"/>
            <a:chOff x="7006463" y="3797375"/>
            <a:chExt cx="346350" cy="345150"/>
          </a:xfrm>
        </p:grpSpPr>
        <p:sp>
          <p:nvSpPr>
            <p:cNvPr id="5" name="Google Shape;1269;p48">
              <a:extLst>
                <a:ext uri="{FF2B5EF4-FFF2-40B4-BE49-F238E27FC236}">
                  <a16:creationId xmlns:a16="http://schemas.microsoft.com/office/drawing/2014/main" id="{6932E994-8EB8-7E0E-95F6-DE96DDECFDA4}"/>
                </a:ext>
              </a:extLst>
            </p:cNvPr>
            <p:cNvSpPr/>
            <p:nvPr/>
          </p:nvSpPr>
          <p:spPr>
            <a:xfrm>
              <a:off x="7006463" y="4007625"/>
              <a:ext cx="346350" cy="134900"/>
            </a:xfrm>
            <a:custGeom>
              <a:avLst/>
              <a:gdLst/>
              <a:ahLst/>
              <a:cxnLst/>
              <a:rect l="l" t="t" r="r" b="b"/>
              <a:pathLst>
                <a:path w="13854" h="5396" extrusionOk="0">
                  <a:moveTo>
                    <a:pt x="2211" y="907"/>
                  </a:moveTo>
                  <a:lnTo>
                    <a:pt x="4910" y="1480"/>
                  </a:lnTo>
                  <a:cubicBezTo>
                    <a:pt x="5670" y="1634"/>
                    <a:pt x="6254" y="2206"/>
                    <a:pt x="6453" y="2919"/>
                  </a:cubicBezTo>
                  <a:cubicBezTo>
                    <a:pt x="6173" y="2697"/>
                    <a:pt x="5833" y="2546"/>
                    <a:pt x="5471" y="2475"/>
                  </a:cubicBezTo>
                  <a:lnTo>
                    <a:pt x="2211" y="1855"/>
                  </a:lnTo>
                  <a:lnTo>
                    <a:pt x="2211" y="907"/>
                  </a:lnTo>
                  <a:close/>
                  <a:moveTo>
                    <a:pt x="11643" y="907"/>
                  </a:moveTo>
                  <a:lnTo>
                    <a:pt x="11643" y="1855"/>
                  </a:lnTo>
                  <a:lnTo>
                    <a:pt x="8383" y="2475"/>
                  </a:lnTo>
                  <a:cubicBezTo>
                    <a:pt x="8018" y="2546"/>
                    <a:pt x="7682" y="2697"/>
                    <a:pt x="7401" y="2919"/>
                  </a:cubicBezTo>
                  <a:cubicBezTo>
                    <a:pt x="7598" y="2206"/>
                    <a:pt x="8184" y="1634"/>
                    <a:pt x="8930" y="1480"/>
                  </a:cubicBezTo>
                  <a:lnTo>
                    <a:pt x="11643" y="907"/>
                  </a:lnTo>
                  <a:close/>
                  <a:moveTo>
                    <a:pt x="1673" y="2568"/>
                  </a:moveTo>
                  <a:lnTo>
                    <a:pt x="5320" y="3269"/>
                  </a:lnTo>
                  <a:cubicBezTo>
                    <a:pt x="5951" y="3387"/>
                    <a:pt x="6431" y="3901"/>
                    <a:pt x="6512" y="4532"/>
                  </a:cubicBezTo>
                  <a:lnTo>
                    <a:pt x="1673" y="3923"/>
                  </a:lnTo>
                  <a:lnTo>
                    <a:pt x="1673" y="2568"/>
                  </a:lnTo>
                  <a:close/>
                  <a:moveTo>
                    <a:pt x="12182" y="2568"/>
                  </a:moveTo>
                  <a:lnTo>
                    <a:pt x="12182" y="3923"/>
                  </a:lnTo>
                  <a:lnTo>
                    <a:pt x="7342" y="4532"/>
                  </a:lnTo>
                  <a:cubicBezTo>
                    <a:pt x="7424" y="3901"/>
                    <a:pt x="7903" y="3387"/>
                    <a:pt x="8535" y="3269"/>
                  </a:cubicBezTo>
                  <a:lnTo>
                    <a:pt x="12182" y="2568"/>
                  </a:lnTo>
                  <a:close/>
                  <a:moveTo>
                    <a:pt x="1809" y="0"/>
                  </a:moveTo>
                  <a:cubicBezTo>
                    <a:pt x="1592" y="0"/>
                    <a:pt x="1404" y="173"/>
                    <a:pt x="1404" y="405"/>
                  </a:cubicBezTo>
                  <a:lnTo>
                    <a:pt x="1404" y="1690"/>
                  </a:lnTo>
                  <a:lnTo>
                    <a:pt x="1345" y="1679"/>
                  </a:lnTo>
                  <a:cubicBezTo>
                    <a:pt x="1320" y="1674"/>
                    <a:pt x="1295" y="1672"/>
                    <a:pt x="1271" y="1672"/>
                  </a:cubicBezTo>
                  <a:cubicBezTo>
                    <a:pt x="1046" y="1672"/>
                    <a:pt x="854" y="1854"/>
                    <a:pt x="854" y="2077"/>
                  </a:cubicBezTo>
                  <a:lnTo>
                    <a:pt x="854" y="3830"/>
                  </a:lnTo>
                  <a:lnTo>
                    <a:pt x="481" y="3783"/>
                  </a:lnTo>
                  <a:cubicBezTo>
                    <a:pt x="461" y="3780"/>
                    <a:pt x="442" y="3778"/>
                    <a:pt x="422" y="3778"/>
                  </a:cubicBezTo>
                  <a:cubicBezTo>
                    <a:pt x="225" y="3778"/>
                    <a:pt x="57" y="3931"/>
                    <a:pt x="23" y="4133"/>
                  </a:cubicBezTo>
                  <a:cubicBezTo>
                    <a:pt x="1" y="4355"/>
                    <a:pt x="152" y="4554"/>
                    <a:pt x="374" y="4579"/>
                  </a:cubicBezTo>
                  <a:lnTo>
                    <a:pt x="6874" y="5396"/>
                  </a:lnTo>
                  <a:lnTo>
                    <a:pt x="6981" y="5396"/>
                  </a:lnTo>
                  <a:lnTo>
                    <a:pt x="13478" y="4579"/>
                  </a:lnTo>
                  <a:cubicBezTo>
                    <a:pt x="13699" y="4554"/>
                    <a:pt x="13854" y="4355"/>
                    <a:pt x="13828" y="4133"/>
                  </a:cubicBezTo>
                  <a:cubicBezTo>
                    <a:pt x="13798" y="3931"/>
                    <a:pt x="13629" y="3778"/>
                    <a:pt x="13432" y="3778"/>
                  </a:cubicBezTo>
                  <a:cubicBezTo>
                    <a:pt x="13413" y="3778"/>
                    <a:pt x="13393" y="3780"/>
                    <a:pt x="13374" y="3783"/>
                  </a:cubicBezTo>
                  <a:lnTo>
                    <a:pt x="12987" y="3830"/>
                  </a:lnTo>
                  <a:lnTo>
                    <a:pt x="12987" y="2077"/>
                  </a:lnTo>
                  <a:cubicBezTo>
                    <a:pt x="12987" y="1854"/>
                    <a:pt x="12806" y="1672"/>
                    <a:pt x="12581" y="1672"/>
                  </a:cubicBezTo>
                  <a:cubicBezTo>
                    <a:pt x="12557" y="1672"/>
                    <a:pt x="12532" y="1674"/>
                    <a:pt x="12507" y="1679"/>
                  </a:cubicBezTo>
                  <a:lnTo>
                    <a:pt x="12451" y="1690"/>
                  </a:lnTo>
                  <a:lnTo>
                    <a:pt x="12451" y="405"/>
                  </a:lnTo>
                  <a:cubicBezTo>
                    <a:pt x="12451" y="173"/>
                    <a:pt x="12260" y="0"/>
                    <a:pt x="12045" y="0"/>
                  </a:cubicBezTo>
                  <a:cubicBezTo>
                    <a:pt x="12020" y="0"/>
                    <a:pt x="11996" y="2"/>
                    <a:pt x="11971" y="7"/>
                  </a:cubicBezTo>
                  <a:lnTo>
                    <a:pt x="8768" y="686"/>
                  </a:lnTo>
                  <a:cubicBezTo>
                    <a:pt x="8136" y="815"/>
                    <a:pt x="7564" y="1165"/>
                    <a:pt x="7154" y="1668"/>
                  </a:cubicBezTo>
                  <a:cubicBezTo>
                    <a:pt x="7073" y="1774"/>
                    <a:pt x="6992" y="1889"/>
                    <a:pt x="6922" y="1996"/>
                  </a:cubicBezTo>
                  <a:cubicBezTo>
                    <a:pt x="6863" y="1889"/>
                    <a:pt x="6781" y="1774"/>
                    <a:pt x="6700" y="1668"/>
                  </a:cubicBezTo>
                  <a:cubicBezTo>
                    <a:pt x="6290" y="1165"/>
                    <a:pt x="5718" y="815"/>
                    <a:pt x="5087" y="686"/>
                  </a:cubicBezTo>
                  <a:lnTo>
                    <a:pt x="1883" y="7"/>
                  </a:lnTo>
                  <a:cubicBezTo>
                    <a:pt x="1858" y="2"/>
                    <a:pt x="1834" y="0"/>
                    <a:pt x="18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 name="Google Shape;1270;p48">
              <a:extLst>
                <a:ext uri="{FF2B5EF4-FFF2-40B4-BE49-F238E27FC236}">
                  <a16:creationId xmlns:a16="http://schemas.microsoft.com/office/drawing/2014/main" id="{6F7E82FD-EB89-BB38-9EF9-4893E30F6C79}"/>
                </a:ext>
              </a:extLst>
            </p:cNvPr>
            <p:cNvSpPr/>
            <p:nvPr/>
          </p:nvSpPr>
          <p:spPr>
            <a:xfrm>
              <a:off x="7101713" y="3797375"/>
              <a:ext cx="155800" cy="209025"/>
            </a:xfrm>
            <a:custGeom>
              <a:avLst/>
              <a:gdLst/>
              <a:ahLst/>
              <a:cxnLst/>
              <a:rect l="l" t="t" r="r" b="b"/>
              <a:pathLst>
                <a:path w="6232" h="8361" extrusionOk="0">
                  <a:moveTo>
                    <a:pt x="3112" y="809"/>
                  </a:moveTo>
                  <a:cubicBezTo>
                    <a:pt x="4385" y="809"/>
                    <a:pt x="5401" y="1838"/>
                    <a:pt x="5401" y="3101"/>
                  </a:cubicBezTo>
                  <a:cubicBezTo>
                    <a:pt x="5401" y="3788"/>
                    <a:pt x="5098" y="4433"/>
                    <a:pt x="4573" y="4865"/>
                  </a:cubicBezTo>
                  <a:cubicBezTo>
                    <a:pt x="4234" y="5157"/>
                    <a:pt x="3998" y="5530"/>
                    <a:pt x="3917" y="5928"/>
                  </a:cubicBezTo>
                  <a:lnTo>
                    <a:pt x="3521" y="5928"/>
                  </a:lnTo>
                  <a:lnTo>
                    <a:pt x="3521" y="3813"/>
                  </a:lnTo>
                  <a:lnTo>
                    <a:pt x="4208" y="3123"/>
                  </a:lnTo>
                  <a:cubicBezTo>
                    <a:pt x="4374" y="2960"/>
                    <a:pt x="4374" y="2702"/>
                    <a:pt x="4208" y="2551"/>
                  </a:cubicBezTo>
                  <a:cubicBezTo>
                    <a:pt x="4133" y="2468"/>
                    <a:pt x="4031" y="2427"/>
                    <a:pt x="3928" y="2427"/>
                  </a:cubicBezTo>
                  <a:cubicBezTo>
                    <a:pt x="3824" y="2427"/>
                    <a:pt x="3719" y="2468"/>
                    <a:pt x="3636" y="2551"/>
                  </a:cubicBezTo>
                  <a:lnTo>
                    <a:pt x="3112" y="3064"/>
                  </a:lnTo>
                  <a:lnTo>
                    <a:pt x="2595" y="2551"/>
                  </a:lnTo>
                  <a:cubicBezTo>
                    <a:pt x="2514" y="2468"/>
                    <a:pt x="2409" y="2427"/>
                    <a:pt x="2305" y="2427"/>
                  </a:cubicBezTo>
                  <a:cubicBezTo>
                    <a:pt x="2201" y="2427"/>
                    <a:pt x="2099" y="2468"/>
                    <a:pt x="2023" y="2551"/>
                  </a:cubicBezTo>
                  <a:cubicBezTo>
                    <a:pt x="1860" y="2702"/>
                    <a:pt x="1860" y="2960"/>
                    <a:pt x="2023" y="3123"/>
                  </a:cubicBezTo>
                  <a:lnTo>
                    <a:pt x="2713" y="3813"/>
                  </a:lnTo>
                  <a:lnTo>
                    <a:pt x="2713" y="5928"/>
                  </a:lnTo>
                  <a:lnTo>
                    <a:pt x="2304" y="5928"/>
                  </a:lnTo>
                  <a:cubicBezTo>
                    <a:pt x="2234" y="5530"/>
                    <a:pt x="2001" y="5157"/>
                    <a:pt x="1661" y="4865"/>
                  </a:cubicBezTo>
                  <a:cubicBezTo>
                    <a:pt x="1123" y="4433"/>
                    <a:pt x="820" y="3788"/>
                    <a:pt x="820" y="3101"/>
                  </a:cubicBezTo>
                  <a:cubicBezTo>
                    <a:pt x="820" y="1838"/>
                    <a:pt x="1849" y="809"/>
                    <a:pt x="3112" y="809"/>
                  </a:cubicBezTo>
                  <a:close/>
                  <a:moveTo>
                    <a:pt x="3894" y="6748"/>
                  </a:moveTo>
                  <a:lnTo>
                    <a:pt x="3894" y="7412"/>
                  </a:lnTo>
                  <a:cubicBezTo>
                    <a:pt x="3894" y="7494"/>
                    <a:pt x="3835" y="7553"/>
                    <a:pt x="3765" y="7553"/>
                  </a:cubicBezTo>
                  <a:lnTo>
                    <a:pt x="2469" y="7553"/>
                  </a:lnTo>
                  <a:cubicBezTo>
                    <a:pt x="2399" y="7553"/>
                    <a:pt x="2340" y="7494"/>
                    <a:pt x="2340" y="7412"/>
                  </a:cubicBezTo>
                  <a:lnTo>
                    <a:pt x="2340" y="6748"/>
                  </a:lnTo>
                  <a:close/>
                  <a:moveTo>
                    <a:pt x="3112" y="1"/>
                  </a:moveTo>
                  <a:cubicBezTo>
                    <a:pt x="1403" y="1"/>
                    <a:pt x="1" y="1392"/>
                    <a:pt x="1" y="3101"/>
                  </a:cubicBezTo>
                  <a:cubicBezTo>
                    <a:pt x="1" y="4035"/>
                    <a:pt x="410" y="4899"/>
                    <a:pt x="1137" y="5496"/>
                  </a:cubicBezTo>
                  <a:cubicBezTo>
                    <a:pt x="1381" y="5696"/>
                    <a:pt x="1521" y="5976"/>
                    <a:pt x="1521" y="6257"/>
                  </a:cubicBezTo>
                  <a:lnTo>
                    <a:pt x="1521" y="7412"/>
                  </a:lnTo>
                  <a:cubicBezTo>
                    <a:pt x="1521" y="7940"/>
                    <a:pt x="1942" y="8361"/>
                    <a:pt x="2469" y="8361"/>
                  </a:cubicBezTo>
                  <a:lnTo>
                    <a:pt x="3765" y="8361"/>
                  </a:lnTo>
                  <a:cubicBezTo>
                    <a:pt x="4279" y="8361"/>
                    <a:pt x="4713" y="7940"/>
                    <a:pt x="4713" y="7412"/>
                  </a:cubicBezTo>
                  <a:lnTo>
                    <a:pt x="4713" y="6257"/>
                  </a:lnTo>
                  <a:cubicBezTo>
                    <a:pt x="4713" y="5976"/>
                    <a:pt x="4854" y="5696"/>
                    <a:pt x="5098" y="5496"/>
                  </a:cubicBezTo>
                  <a:cubicBezTo>
                    <a:pt x="5810" y="4899"/>
                    <a:pt x="6231" y="4035"/>
                    <a:pt x="6231" y="3101"/>
                  </a:cubicBezTo>
                  <a:cubicBezTo>
                    <a:pt x="6231" y="1392"/>
                    <a:pt x="4828" y="1"/>
                    <a:pt x="31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 name="Google Shape;1271;p48">
              <a:extLst>
                <a:ext uri="{FF2B5EF4-FFF2-40B4-BE49-F238E27FC236}">
                  <a16:creationId xmlns:a16="http://schemas.microsoft.com/office/drawing/2014/main" id="{C3B153FC-8230-A6E2-16C8-179B0CC56D85}"/>
                </a:ext>
              </a:extLst>
            </p:cNvPr>
            <p:cNvSpPr/>
            <p:nvPr/>
          </p:nvSpPr>
          <p:spPr>
            <a:xfrm>
              <a:off x="7277388" y="3864925"/>
              <a:ext cx="40350" cy="20150"/>
            </a:xfrm>
            <a:custGeom>
              <a:avLst/>
              <a:gdLst/>
              <a:ahLst/>
              <a:cxnLst/>
              <a:rect l="l" t="t" r="r" b="b"/>
              <a:pathLst>
                <a:path w="1614" h="806" extrusionOk="0">
                  <a:moveTo>
                    <a:pt x="396" y="0"/>
                  </a:moveTo>
                  <a:cubicBezTo>
                    <a:pt x="175" y="0"/>
                    <a:pt x="1" y="174"/>
                    <a:pt x="1" y="399"/>
                  </a:cubicBezTo>
                  <a:cubicBezTo>
                    <a:pt x="1" y="620"/>
                    <a:pt x="175" y="805"/>
                    <a:pt x="396" y="805"/>
                  </a:cubicBezTo>
                  <a:lnTo>
                    <a:pt x="1216" y="805"/>
                  </a:lnTo>
                  <a:cubicBezTo>
                    <a:pt x="1437" y="805"/>
                    <a:pt x="1614" y="620"/>
                    <a:pt x="1614" y="399"/>
                  </a:cubicBezTo>
                  <a:cubicBezTo>
                    <a:pt x="1614" y="174"/>
                    <a:pt x="1437" y="0"/>
                    <a:pt x="12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8" name="Google Shape;1272;p48">
              <a:extLst>
                <a:ext uri="{FF2B5EF4-FFF2-40B4-BE49-F238E27FC236}">
                  <a16:creationId xmlns:a16="http://schemas.microsoft.com/office/drawing/2014/main" id="{49663CBA-694A-DF86-B644-DA5C79C2B92C}"/>
                </a:ext>
              </a:extLst>
            </p:cNvPr>
            <p:cNvSpPr/>
            <p:nvPr/>
          </p:nvSpPr>
          <p:spPr>
            <a:xfrm>
              <a:off x="7269188" y="3810875"/>
              <a:ext cx="40625" cy="30350"/>
            </a:xfrm>
            <a:custGeom>
              <a:avLst/>
              <a:gdLst/>
              <a:ahLst/>
              <a:cxnLst/>
              <a:rect l="l" t="t" r="r" b="b"/>
              <a:pathLst>
                <a:path w="1625" h="1214" extrusionOk="0">
                  <a:moveTo>
                    <a:pt x="1167" y="1"/>
                  </a:moveTo>
                  <a:cubicBezTo>
                    <a:pt x="1097" y="1"/>
                    <a:pt x="1026" y="19"/>
                    <a:pt x="960" y="58"/>
                  </a:cubicBezTo>
                  <a:lnTo>
                    <a:pt x="259" y="457"/>
                  </a:lnTo>
                  <a:cubicBezTo>
                    <a:pt x="71" y="572"/>
                    <a:pt x="1" y="819"/>
                    <a:pt x="104" y="1018"/>
                  </a:cubicBezTo>
                  <a:cubicBezTo>
                    <a:pt x="183" y="1142"/>
                    <a:pt x="320" y="1214"/>
                    <a:pt x="460" y="1214"/>
                  </a:cubicBezTo>
                  <a:cubicBezTo>
                    <a:pt x="530" y="1214"/>
                    <a:pt x="600" y="1196"/>
                    <a:pt x="665" y="1158"/>
                  </a:cubicBezTo>
                  <a:lnTo>
                    <a:pt x="1367" y="760"/>
                  </a:lnTo>
                  <a:cubicBezTo>
                    <a:pt x="1555" y="642"/>
                    <a:pt x="1625" y="398"/>
                    <a:pt x="1507" y="199"/>
                  </a:cubicBezTo>
                  <a:cubicBezTo>
                    <a:pt x="1438" y="74"/>
                    <a:pt x="1305" y="1"/>
                    <a:pt x="11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9" name="Google Shape;1273;p48">
              <a:extLst>
                <a:ext uri="{FF2B5EF4-FFF2-40B4-BE49-F238E27FC236}">
                  <a16:creationId xmlns:a16="http://schemas.microsoft.com/office/drawing/2014/main" id="{272365C6-8599-780E-68B0-A2342E9BBD21}"/>
                </a:ext>
              </a:extLst>
            </p:cNvPr>
            <p:cNvSpPr/>
            <p:nvPr/>
          </p:nvSpPr>
          <p:spPr>
            <a:xfrm>
              <a:off x="7269188" y="3908625"/>
              <a:ext cx="40625" cy="30350"/>
            </a:xfrm>
            <a:custGeom>
              <a:avLst/>
              <a:gdLst/>
              <a:ahLst/>
              <a:cxnLst/>
              <a:rect l="l" t="t" r="r" b="b"/>
              <a:pathLst>
                <a:path w="1625" h="1214" extrusionOk="0">
                  <a:moveTo>
                    <a:pt x="461" y="1"/>
                  </a:moveTo>
                  <a:cubicBezTo>
                    <a:pt x="320" y="1"/>
                    <a:pt x="183" y="71"/>
                    <a:pt x="104" y="205"/>
                  </a:cubicBezTo>
                  <a:cubicBezTo>
                    <a:pt x="1" y="390"/>
                    <a:pt x="71" y="648"/>
                    <a:pt x="259" y="755"/>
                  </a:cubicBezTo>
                  <a:lnTo>
                    <a:pt x="960" y="1161"/>
                  </a:lnTo>
                  <a:cubicBezTo>
                    <a:pt x="1025" y="1197"/>
                    <a:pt x="1095" y="1214"/>
                    <a:pt x="1164" y="1214"/>
                  </a:cubicBezTo>
                  <a:cubicBezTo>
                    <a:pt x="1304" y="1214"/>
                    <a:pt x="1438" y="1143"/>
                    <a:pt x="1507" y="1010"/>
                  </a:cubicBezTo>
                  <a:cubicBezTo>
                    <a:pt x="1625" y="811"/>
                    <a:pt x="1555" y="567"/>
                    <a:pt x="1367" y="460"/>
                  </a:cubicBezTo>
                  <a:lnTo>
                    <a:pt x="665" y="53"/>
                  </a:lnTo>
                  <a:cubicBezTo>
                    <a:pt x="601" y="18"/>
                    <a:pt x="530" y="1"/>
                    <a:pt x="46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 name="Google Shape;1274;p48">
              <a:extLst>
                <a:ext uri="{FF2B5EF4-FFF2-40B4-BE49-F238E27FC236}">
                  <a16:creationId xmlns:a16="http://schemas.microsoft.com/office/drawing/2014/main" id="{F0E25542-56DF-04A0-FDC6-DD036D11B60E}"/>
                </a:ext>
              </a:extLst>
            </p:cNvPr>
            <p:cNvSpPr/>
            <p:nvPr/>
          </p:nvSpPr>
          <p:spPr>
            <a:xfrm>
              <a:off x="7041538" y="3864925"/>
              <a:ext cx="40350" cy="20150"/>
            </a:xfrm>
            <a:custGeom>
              <a:avLst/>
              <a:gdLst/>
              <a:ahLst/>
              <a:cxnLst/>
              <a:rect l="l" t="t" r="r" b="b"/>
              <a:pathLst>
                <a:path w="1614" h="806" extrusionOk="0">
                  <a:moveTo>
                    <a:pt x="399" y="0"/>
                  </a:moveTo>
                  <a:cubicBezTo>
                    <a:pt x="177" y="0"/>
                    <a:pt x="1" y="174"/>
                    <a:pt x="1" y="399"/>
                  </a:cubicBezTo>
                  <a:cubicBezTo>
                    <a:pt x="1" y="620"/>
                    <a:pt x="177" y="805"/>
                    <a:pt x="399" y="805"/>
                  </a:cubicBezTo>
                  <a:lnTo>
                    <a:pt x="1204" y="805"/>
                  </a:lnTo>
                  <a:cubicBezTo>
                    <a:pt x="1426" y="805"/>
                    <a:pt x="1614" y="620"/>
                    <a:pt x="1614" y="399"/>
                  </a:cubicBezTo>
                  <a:cubicBezTo>
                    <a:pt x="1614" y="174"/>
                    <a:pt x="1426" y="0"/>
                    <a:pt x="12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 name="Google Shape;1275;p48">
              <a:extLst>
                <a:ext uri="{FF2B5EF4-FFF2-40B4-BE49-F238E27FC236}">
                  <a16:creationId xmlns:a16="http://schemas.microsoft.com/office/drawing/2014/main" id="{13C6DE08-D356-AB91-3083-2491333FE888}"/>
                </a:ext>
              </a:extLst>
            </p:cNvPr>
            <p:cNvSpPr/>
            <p:nvPr/>
          </p:nvSpPr>
          <p:spPr>
            <a:xfrm>
              <a:off x="7049463" y="3810875"/>
              <a:ext cx="40625" cy="30350"/>
            </a:xfrm>
            <a:custGeom>
              <a:avLst/>
              <a:gdLst/>
              <a:ahLst/>
              <a:cxnLst/>
              <a:rect l="l" t="t" r="r" b="b"/>
              <a:pathLst>
                <a:path w="1625" h="1214" extrusionOk="0">
                  <a:moveTo>
                    <a:pt x="457" y="1"/>
                  </a:moveTo>
                  <a:cubicBezTo>
                    <a:pt x="318" y="1"/>
                    <a:pt x="187" y="74"/>
                    <a:pt x="116" y="199"/>
                  </a:cubicBezTo>
                  <a:cubicBezTo>
                    <a:pt x="1" y="398"/>
                    <a:pt x="71" y="642"/>
                    <a:pt x="256" y="760"/>
                  </a:cubicBezTo>
                  <a:lnTo>
                    <a:pt x="957" y="1158"/>
                  </a:lnTo>
                  <a:cubicBezTo>
                    <a:pt x="1023" y="1196"/>
                    <a:pt x="1094" y="1214"/>
                    <a:pt x="1164" y="1214"/>
                  </a:cubicBezTo>
                  <a:cubicBezTo>
                    <a:pt x="1304" y="1214"/>
                    <a:pt x="1438" y="1142"/>
                    <a:pt x="1507" y="1018"/>
                  </a:cubicBezTo>
                  <a:cubicBezTo>
                    <a:pt x="1625" y="819"/>
                    <a:pt x="1555" y="572"/>
                    <a:pt x="1367" y="457"/>
                  </a:cubicBezTo>
                  <a:lnTo>
                    <a:pt x="665" y="58"/>
                  </a:lnTo>
                  <a:cubicBezTo>
                    <a:pt x="599" y="19"/>
                    <a:pt x="527" y="1"/>
                    <a:pt x="4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2" name="Google Shape;1276;p48">
              <a:extLst>
                <a:ext uri="{FF2B5EF4-FFF2-40B4-BE49-F238E27FC236}">
                  <a16:creationId xmlns:a16="http://schemas.microsoft.com/office/drawing/2014/main" id="{6CF68D10-34E0-ABEE-991B-93B1C9B4D830}"/>
                </a:ext>
              </a:extLst>
            </p:cNvPr>
            <p:cNvSpPr/>
            <p:nvPr/>
          </p:nvSpPr>
          <p:spPr>
            <a:xfrm>
              <a:off x="7049463" y="3908625"/>
              <a:ext cx="40625" cy="30350"/>
            </a:xfrm>
            <a:custGeom>
              <a:avLst/>
              <a:gdLst/>
              <a:ahLst/>
              <a:cxnLst/>
              <a:rect l="l" t="t" r="r" b="b"/>
              <a:pathLst>
                <a:path w="1625" h="1214" extrusionOk="0">
                  <a:moveTo>
                    <a:pt x="1163" y="1"/>
                  </a:moveTo>
                  <a:cubicBezTo>
                    <a:pt x="1094" y="1"/>
                    <a:pt x="1023" y="18"/>
                    <a:pt x="957" y="53"/>
                  </a:cubicBezTo>
                  <a:lnTo>
                    <a:pt x="256" y="460"/>
                  </a:lnTo>
                  <a:cubicBezTo>
                    <a:pt x="71" y="567"/>
                    <a:pt x="1" y="811"/>
                    <a:pt x="116" y="1010"/>
                  </a:cubicBezTo>
                  <a:cubicBezTo>
                    <a:pt x="187" y="1143"/>
                    <a:pt x="320" y="1214"/>
                    <a:pt x="460" y="1214"/>
                  </a:cubicBezTo>
                  <a:cubicBezTo>
                    <a:pt x="529" y="1214"/>
                    <a:pt x="600" y="1197"/>
                    <a:pt x="665" y="1161"/>
                  </a:cubicBezTo>
                  <a:lnTo>
                    <a:pt x="1367" y="755"/>
                  </a:lnTo>
                  <a:cubicBezTo>
                    <a:pt x="1555" y="648"/>
                    <a:pt x="1625" y="390"/>
                    <a:pt x="1507" y="205"/>
                  </a:cubicBezTo>
                  <a:cubicBezTo>
                    <a:pt x="1437" y="71"/>
                    <a:pt x="1304" y="1"/>
                    <a:pt x="11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13" name="Google Shape;1461;p48">
            <a:extLst>
              <a:ext uri="{FF2B5EF4-FFF2-40B4-BE49-F238E27FC236}">
                <a16:creationId xmlns:a16="http://schemas.microsoft.com/office/drawing/2014/main" id="{79460A24-6189-DD2C-00BA-282C51562E5C}"/>
              </a:ext>
            </a:extLst>
          </p:cNvPr>
          <p:cNvGrpSpPr/>
          <p:nvPr/>
        </p:nvGrpSpPr>
        <p:grpSpPr>
          <a:xfrm>
            <a:off x="4988107" y="1616200"/>
            <a:ext cx="345150" cy="345150"/>
            <a:chOff x="7783763" y="1564575"/>
            <a:chExt cx="345150" cy="345150"/>
          </a:xfrm>
        </p:grpSpPr>
        <p:sp>
          <p:nvSpPr>
            <p:cNvPr id="14" name="Google Shape;1462;p48">
              <a:extLst>
                <a:ext uri="{FF2B5EF4-FFF2-40B4-BE49-F238E27FC236}">
                  <a16:creationId xmlns:a16="http://schemas.microsoft.com/office/drawing/2014/main" id="{3AE350A7-3648-A4E1-DA39-77185B917228}"/>
                </a:ext>
              </a:extLst>
            </p:cNvPr>
            <p:cNvSpPr/>
            <p:nvPr/>
          </p:nvSpPr>
          <p:spPr>
            <a:xfrm>
              <a:off x="7783763" y="1564575"/>
              <a:ext cx="345150" cy="345150"/>
            </a:xfrm>
            <a:custGeom>
              <a:avLst/>
              <a:gdLst/>
              <a:ahLst/>
              <a:cxnLst/>
              <a:rect l="l" t="t" r="r" b="b"/>
              <a:pathLst>
                <a:path w="13806" h="13806" extrusionOk="0">
                  <a:moveTo>
                    <a:pt x="5928" y="805"/>
                  </a:moveTo>
                  <a:lnTo>
                    <a:pt x="6899" y="2747"/>
                  </a:lnTo>
                  <a:cubicBezTo>
                    <a:pt x="6957" y="2876"/>
                    <a:pt x="7098" y="2968"/>
                    <a:pt x="7249" y="2968"/>
                  </a:cubicBezTo>
                  <a:lnTo>
                    <a:pt x="12989" y="2968"/>
                  </a:lnTo>
                  <a:lnTo>
                    <a:pt x="12989" y="3776"/>
                  </a:lnTo>
                  <a:lnTo>
                    <a:pt x="6500" y="3776"/>
                  </a:lnTo>
                  <a:lnTo>
                    <a:pt x="5541" y="1846"/>
                  </a:lnTo>
                  <a:cubicBezTo>
                    <a:pt x="5471" y="1706"/>
                    <a:pt x="5330" y="1613"/>
                    <a:pt x="5179" y="1613"/>
                  </a:cubicBezTo>
                  <a:lnTo>
                    <a:pt x="2691" y="1613"/>
                  </a:lnTo>
                  <a:lnTo>
                    <a:pt x="2691" y="805"/>
                  </a:lnTo>
                  <a:close/>
                  <a:moveTo>
                    <a:pt x="4924" y="2432"/>
                  </a:moveTo>
                  <a:lnTo>
                    <a:pt x="5891" y="4360"/>
                  </a:lnTo>
                  <a:cubicBezTo>
                    <a:pt x="5962" y="4500"/>
                    <a:pt x="6102" y="4581"/>
                    <a:pt x="6256" y="4581"/>
                  </a:cubicBezTo>
                  <a:lnTo>
                    <a:pt x="12989" y="4581"/>
                  </a:lnTo>
                  <a:lnTo>
                    <a:pt x="12989" y="5389"/>
                  </a:lnTo>
                  <a:lnTo>
                    <a:pt x="5507" y="5389"/>
                  </a:lnTo>
                  <a:lnTo>
                    <a:pt x="4536" y="3459"/>
                  </a:lnTo>
                  <a:cubicBezTo>
                    <a:pt x="4466" y="3319"/>
                    <a:pt x="4326" y="3238"/>
                    <a:pt x="4175" y="3238"/>
                  </a:cubicBezTo>
                  <a:lnTo>
                    <a:pt x="1613" y="3238"/>
                  </a:lnTo>
                  <a:lnTo>
                    <a:pt x="1613" y="2432"/>
                  </a:lnTo>
                  <a:close/>
                  <a:moveTo>
                    <a:pt x="4166" y="7876"/>
                  </a:moveTo>
                  <a:cubicBezTo>
                    <a:pt x="4839" y="7876"/>
                    <a:pt x="5389" y="8414"/>
                    <a:pt x="5389" y="9081"/>
                  </a:cubicBezTo>
                  <a:lnTo>
                    <a:pt x="5389" y="9760"/>
                  </a:lnTo>
                  <a:lnTo>
                    <a:pt x="2960" y="9760"/>
                  </a:lnTo>
                  <a:lnTo>
                    <a:pt x="2960" y="9106"/>
                  </a:lnTo>
                  <a:cubicBezTo>
                    <a:pt x="2960" y="8475"/>
                    <a:pt x="3473" y="7914"/>
                    <a:pt x="4104" y="7878"/>
                  </a:cubicBezTo>
                  <a:cubicBezTo>
                    <a:pt x="4125" y="7877"/>
                    <a:pt x="4145" y="7876"/>
                    <a:pt x="4166" y="7876"/>
                  </a:cubicBezTo>
                  <a:close/>
                  <a:moveTo>
                    <a:pt x="3928" y="4045"/>
                  </a:moveTo>
                  <a:lnTo>
                    <a:pt x="4887" y="5973"/>
                  </a:lnTo>
                  <a:cubicBezTo>
                    <a:pt x="4957" y="6113"/>
                    <a:pt x="5098" y="6206"/>
                    <a:pt x="5249" y="6206"/>
                  </a:cubicBezTo>
                  <a:lnTo>
                    <a:pt x="12989" y="6206"/>
                  </a:lnTo>
                  <a:lnTo>
                    <a:pt x="12989" y="10299"/>
                  </a:lnTo>
                  <a:lnTo>
                    <a:pt x="6733" y="10299"/>
                  </a:lnTo>
                  <a:lnTo>
                    <a:pt x="6733" y="10169"/>
                  </a:lnTo>
                  <a:cubicBezTo>
                    <a:pt x="6733" y="9948"/>
                    <a:pt x="6559" y="9760"/>
                    <a:pt x="6337" y="9760"/>
                  </a:cubicBezTo>
                  <a:lnTo>
                    <a:pt x="6197" y="9760"/>
                  </a:lnTo>
                  <a:lnTo>
                    <a:pt x="6197" y="9117"/>
                  </a:lnTo>
                  <a:cubicBezTo>
                    <a:pt x="6197" y="8018"/>
                    <a:pt x="5344" y="7106"/>
                    <a:pt x="4256" y="7072"/>
                  </a:cubicBezTo>
                  <a:cubicBezTo>
                    <a:pt x="4227" y="7071"/>
                    <a:pt x="4199" y="7071"/>
                    <a:pt x="4170" y="7071"/>
                  </a:cubicBezTo>
                  <a:cubicBezTo>
                    <a:pt x="3054" y="7071"/>
                    <a:pt x="2152" y="7976"/>
                    <a:pt x="2152" y="9081"/>
                  </a:cubicBezTo>
                  <a:lnTo>
                    <a:pt x="2152" y="9760"/>
                  </a:lnTo>
                  <a:lnTo>
                    <a:pt x="2023" y="9760"/>
                  </a:lnTo>
                  <a:cubicBezTo>
                    <a:pt x="1801" y="9760"/>
                    <a:pt x="1613" y="9948"/>
                    <a:pt x="1613" y="10169"/>
                  </a:cubicBezTo>
                  <a:lnTo>
                    <a:pt x="1613" y="10299"/>
                  </a:lnTo>
                  <a:lnTo>
                    <a:pt x="808" y="10299"/>
                  </a:lnTo>
                  <a:lnTo>
                    <a:pt x="808" y="4045"/>
                  </a:lnTo>
                  <a:close/>
                  <a:moveTo>
                    <a:pt x="1613" y="11104"/>
                  </a:moveTo>
                  <a:lnTo>
                    <a:pt x="1613" y="11923"/>
                  </a:lnTo>
                  <a:lnTo>
                    <a:pt x="808" y="11923"/>
                  </a:lnTo>
                  <a:lnTo>
                    <a:pt x="808" y="11104"/>
                  </a:lnTo>
                  <a:close/>
                  <a:moveTo>
                    <a:pt x="12989" y="11104"/>
                  </a:moveTo>
                  <a:lnTo>
                    <a:pt x="12989" y="11923"/>
                  </a:lnTo>
                  <a:lnTo>
                    <a:pt x="6733" y="11923"/>
                  </a:lnTo>
                  <a:lnTo>
                    <a:pt x="6733" y="11104"/>
                  </a:lnTo>
                  <a:close/>
                  <a:moveTo>
                    <a:pt x="5928" y="10568"/>
                  </a:moveTo>
                  <a:lnTo>
                    <a:pt x="5928" y="12997"/>
                  </a:lnTo>
                  <a:lnTo>
                    <a:pt x="2421" y="12997"/>
                  </a:lnTo>
                  <a:lnTo>
                    <a:pt x="2421" y="10568"/>
                  </a:lnTo>
                  <a:close/>
                  <a:moveTo>
                    <a:pt x="2292" y="0"/>
                  </a:moveTo>
                  <a:cubicBezTo>
                    <a:pt x="2071" y="0"/>
                    <a:pt x="1883" y="188"/>
                    <a:pt x="1883" y="410"/>
                  </a:cubicBezTo>
                  <a:lnTo>
                    <a:pt x="1883" y="1613"/>
                  </a:lnTo>
                  <a:lnTo>
                    <a:pt x="1207" y="1613"/>
                  </a:lnTo>
                  <a:cubicBezTo>
                    <a:pt x="982" y="1613"/>
                    <a:pt x="808" y="1801"/>
                    <a:pt x="808" y="2023"/>
                  </a:cubicBezTo>
                  <a:lnTo>
                    <a:pt x="808" y="3238"/>
                  </a:lnTo>
                  <a:lnTo>
                    <a:pt x="399" y="3238"/>
                  </a:lnTo>
                  <a:cubicBezTo>
                    <a:pt x="177" y="3238"/>
                    <a:pt x="0" y="3414"/>
                    <a:pt x="0" y="3636"/>
                  </a:cubicBezTo>
                  <a:lnTo>
                    <a:pt x="0" y="12321"/>
                  </a:lnTo>
                  <a:cubicBezTo>
                    <a:pt x="0" y="12543"/>
                    <a:pt x="177" y="12728"/>
                    <a:pt x="399" y="12728"/>
                  </a:cubicBezTo>
                  <a:lnTo>
                    <a:pt x="1613" y="12728"/>
                  </a:lnTo>
                  <a:lnTo>
                    <a:pt x="1613" y="13396"/>
                  </a:lnTo>
                  <a:cubicBezTo>
                    <a:pt x="1613" y="13628"/>
                    <a:pt x="1801" y="13805"/>
                    <a:pt x="2023" y="13805"/>
                  </a:cubicBezTo>
                  <a:lnTo>
                    <a:pt x="6337" y="13805"/>
                  </a:lnTo>
                  <a:cubicBezTo>
                    <a:pt x="6559" y="13805"/>
                    <a:pt x="6733" y="13628"/>
                    <a:pt x="6733" y="13396"/>
                  </a:cubicBezTo>
                  <a:lnTo>
                    <a:pt x="6733" y="12728"/>
                  </a:lnTo>
                  <a:lnTo>
                    <a:pt x="13396" y="12728"/>
                  </a:lnTo>
                  <a:cubicBezTo>
                    <a:pt x="13620" y="12728"/>
                    <a:pt x="13805" y="12543"/>
                    <a:pt x="13805" y="12321"/>
                  </a:cubicBezTo>
                  <a:lnTo>
                    <a:pt x="13805" y="2559"/>
                  </a:lnTo>
                  <a:cubicBezTo>
                    <a:pt x="13805" y="2337"/>
                    <a:pt x="13620" y="2163"/>
                    <a:pt x="13396" y="2163"/>
                  </a:cubicBezTo>
                  <a:lnTo>
                    <a:pt x="7505" y="2163"/>
                  </a:lnTo>
                  <a:lnTo>
                    <a:pt x="6537" y="222"/>
                  </a:lnTo>
                  <a:cubicBezTo>
                    <a:pt x="6467" y="82"/>
                    <a:pt x="6326" y="0"/>
                    <a:pt x="61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5" name="Google Shape;1463;p48">
              <a:extLst>
                <a:ext uri="{FF2B5EF4-FFF2-40B4-BE49-F238E27FC236}">
                  <a16:creationId xmlns:a16="http://schemas.microsoft.com/office/drawing/2014/main" id="{53D207C4-3991-15A8-3528-E197653837EC}"/>
                </a:ext>
              </a:extLst>
            </p:cNvPr>
            <p:cNvSpPr/>
            <p:nvPr/>
          </p:nvSpPr>
          <p:spPr>
            <a:xfrm>
              <a:off x="7867363" y="1848875"/>
              <a:ext cx="41525" cy="20525"/>
            </a:xfrm>
            <a:custGeom>
              <a:avLst/>
              <a:gdLst/>
              <a:ahLst/>
              <a:cxnLst/>
              <a:rect l="l" t="t" r="r" b="b"/>
              <a:pathLst>
                <a:path w="1661" h="821" extrusionOk="0">
                  <a:moveTo>
                    <a:pt x="432" y="1"/>
                  </a:moveTo>
                  <a:cubicBezTo>
                    <a:pt x="222" y="1"/>
                    <a:pt x="48" y="152"/>
                    <a:pt x="23" y="363"/>
                  </a:cubicBezTo>
                  <a:cubicBezTo>
                    <a:pt x="0" y="610"/>
                    <a:pt x="188" y="820"/>
                    <a:pt x="421" y="820"/>
                  </a:cubicBezTo>
                  <a:lnTo>
                    <a:pt x="1229" y="820"/>
                  </a:lnTo>
                  <a:cubicBezTo>
                    <a:pt x="1425" y="820"/>
                    <a:pt x="1613" y="669"/>
                    <a:pt x="1636" y="458"/>
                  </a:cubicBezTo>
                  <a:cubicBezTo>
                    <a:pt x="1661" y="211"/>
                    <a:pt x="1473" y="1"/>
                    <a:pt x="12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6" name="Google Shape;1464;p48">
              <a:extLst>
                <a:ext uri="{FF2B5EF4-FFF2-40B4-BE49-F238E27FC236}">
                  <a16:creationId xmlns:a16="http://schemas.microsoft.com/office/drawing/2014/main" id="{3C72213B-0586-BCB7-B795-AE49D7E6D0AA}"/>
                </a:ext>
              </a:extLst>
            </p:cNvPr>
            <p:cNvSpPr/>
            <p:nvPr/>
          </p:nvSpPr>
          <p:spPr>
            <a:xfrm>
              <a:off x="7972263" y="1740450"/>
              <a:ext cx="116025" cy="60850"/>
            </a:xfrm>
            <a:custGeom>
              <a:avLst/>
              <a:gdLst/>
              <a:ahLst/>
              <a:cxnLst/>
              <a:rect l="l" t="t" r="r" b="b"/>
              <a:pathLst>
                <a:path w="4641" h="2434" extrusionOk="0">
                  <a:moveTo>
                    <a:pt x="3836" y="809"/>
                  </a:moveTo>
                  <a:lnTo>
                    <a:pt x="3836" y="1614"/>
                  </a:lnTo>
                  <a:lnTo>
                    <a:pt x="820" y="1614"/>
                  </a:lnTo>
                  <a:lnTo>
                    <a:pt x="820" y="809"/>
                  </a:lnTo>
                  <a:close/>
                  <a:moveTo>
                    <a:pt x="411" y="1"/>
                  </a:moveTo>
                  <a:cubicBezTo>
                    <a:pt x="189" y="1"/>
                    <a:pt x="1" y="189"/>
                    <a:pt x="1" y="411"/>
                  </a:cubicBezTo>
                  <a:lnTo>
                    <a:pt x="1" y="2024"/>
                  </a:lnTo>
                  <a:cubicBezTo>
                    <a:pt x="1" y="2245"/>
                    <a:pt x="189" y="2433"/>
                    <a:pt x="411" y="2433"/>
                  </a:cubicBezTo>
                  <a:lnTo>
                    <a:pt x="4243" y="2433"/>
                  </a:lnTo>
                  <a:cubicBezTo>
                    <a:pt x="4467" y="2433"/>
                    <a:pt x="4641" y="2245"/>
                    <a:pt x="4641" y="2024"/>
                  </a:cubicBezTo>
                  <a:lnTo>
                    <a:pt x="4641" y="411"/>
                  </a:lnTo>
                  <a:cubicBezTo>
                    <a:pt x="4641" y="189"/>
                    <a:pt x="4467" y="1"/>
                    <a:pt x="42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
        <p:nvSpPr>
          <p:cNvPr id="17" name="CaixaDeTexto 16">
            <a:extLst>
              <a:ext uri="{FF2B5EF4-FFF2-40B4-BE49-F238E27FC236}">
                <a16:creationId xmlns:a16="http://schemas.microsoft.com/office/drawing/2014/main" id="{B67C7A1D-E61E-3356-4288-E40409593469}"/>
              </a:ext>
            </a:extLst>
          </p:cNvPr>
          <p:cNvSpPr txBox="1"/>
          <p:nvPr/>
        </p:nvSpPr>
        <p:spPr>
          <a:xfrm>
            <a:off x="5532120" y="1616200"/>
            <a:ext cx="2789350" cy="1015663"/>
          </a:xfrm>
          <a:prstGeom prst="rect">
            <a:avLst/>
          </a:prstGeom>
          <a:noFill/>
        </p:spPr>
        <p:txBody>
          <a:bodyPr wrap="square" rtlCol="0">
            <a:spAutoFit/>
          </a:bodyPr>
          <a:lstStyle/>
          <a:p>
            <a:r>
              <a:rPr lang="pt-BR" sz="1200" b="0" i="0" dirty="0">
                <a:solidFill>
                  <a:schemeClr val="tx1"/>
                </a:solidFill>
                <a:effectLst/>
                <a:latin typeface="Hanken Grotesk" pitchFamily="2" charset="0"/>
              </a:rPr>
              <a:t>Frameworks Python são estruturas pré-definidas que fornecem um conjunto de ferramentas e padrões para facilitar o desenvolvimento de aplicativos.</a:t>
            </a:r>
            <a:endParaRPr lang="pt-BR" sz="1200" dirty="0">
              <a:solidFill>
                <a:schemeClr val="tx1"/>
              </a:solidFill>
              <a:latin typeface="Hanken Grotesk" pitchFamily="2" charset="0"/>
            </a:endParaRPr>
          </a:p>
        </p:txBody>
      </p:sp>
      <p:sp>
        <p:nvSpPr>
          <p:cNvPr id="18" name="CaixaDeTexto 17">
            <a:extLst>
              <a:ext uri="{FF2B5EF4-FFF2-40B4-BE49-F238E27FC236}">
                <a16:creationId xmlns:a16="http://schemas.microsoft.com/office/drawing/2014/main" id="{2EA8F813-9819-76FE-524D-4D00862382C6}"/>
              </a:ext>
            </a:extLst>
          </p:cNvPr>
          <p:cNvSpPr txBox="1"/>
          <p:nvPr/>
        </p:nvSpPr>
        <p:spPr>
          <a:xfrm>
            <a:off x="1780997" y="3212631"/>
            <a:ext cx="2791003" cy="830997"/>
          </a:xfrm>
          <a:prstGeom prst="rect">
            <a:avLst/>
          </a:prstGeom>
          <a:noFill/>
        </p:spPr>
        <p:txBody>
          <a:bodyPr wrap="square" rtlCol="0">
            <a:spAutoFit/>
          </a:bodyPr>
          <a:lstStyle/>
          <a:p>
            <a:r>
              <a:rPr lang="pt-BR" sz="1200" dirty="0">
                <a:solidFill>
                  <a:schemeClr val="tx1"/>
                </a:solidFill>
                <a:latin typeface="Hanken Grotesk" pitchFamily="2" charset="0"/>
              </a:rPr>
              <a:t>As principais bibliotecas Python são: Pandas, Django/</a:t>
            </a:r>
            <a:r>
              <a:rPr lang="pt-BR" sz="1200" dirty="0" err="1">
                <a:solidFill>
                  <a:schemeClr val="tx1"/>
                </a:solidFill>
                <a:latin typeface="Hanken Grotesk" pitchFamily="2" charset="0"/>
              </a:rPr>
              <a:t>Flask</a:t>
            </a:r>
            <a:r>
              <a:rPr lang="pt-BR" sz="1200" dirty="0">
                <a:solidFill>
                  <a:schemeClr val="tx1"/>
                </a:solidFill>
                <a:latin typeface="Hanken Grotesk" pitchFamily="2" charset="0"/>
              </a:rPr>
              <a:t>, </a:t>
            </a:r>
            <a:r>
              <a:rPr lang="pt-BR" sz="1200" dirty="0" err="1">
                <a:solidFill>
                  <a:schemeClr val="tx1"/>
                </a:solidFill>
                <a:latin typeface="Hanken Grotesk" pitchFamily="2" charset="0"/>
              </a:rPr>
              <a:t>TensorFlow</a:t>
            </a:r>
            <a:r>
              <a:rPr lang="pt-BR" sz="1200" dirty="0">
                <a:solidFill>
                  <a:schemeClr val="tx1"/>
                </a:solidFill>
                <a:latin typeface="Hanken Grotesk" pitchFamily="2" charset="0"/>
              </a:rPr>
              <a:t>/</a:t>
            </a:r>
            <a:r>
              <a:rPr lang="pt-BR" sz="1200" dirty="0" err="1">
                <a:solidFill>
                  <a:schemeClr val="tx1"/>
                </a:solidFill>
                <a:latin typeface="Hanken Grotesk" pitchFamily="2" charset="0"/>
              </a:rPr>
              <a:t>PyTorch</a:t>
            </a:r>
            <a:r>
              <a:rPr lang="pt-BR" sz="1200" dirty="0">
                <a:solidFill>
                  <a:schemeClr val="tx1"/>
                </a:solidFill>
                <a:latin typeface="Hanken Grotesk" pitchFamily="2" charset="0"/>
              </a:rPr>
              <a:t>, </a:t>
            </a:r>
            <a:r>
              <a:rPr lang="pt-BR" sz="1200" dirty="0" err="1">
                <a:solidFill>
                  <a:schemeClr val="tx1"/>
                </a:solidFill>
                <a:latin typeface="Hanken Grotesk" pitchFamily="2" charset="0"/>
              </a:rPr>
              <a:t>Tkinter</a:t>
            </a:r>
            <a:r>
              <a:rPr lang="pt-BR" sz="1200" dirty="0">
                <a:solidFill>
                  <a:schemeClr val="tx1"/>
                </a:solidFill>
                <a:latin typeface="Hanken Grotesk" pitchFamily="2" charset="0"/>
              </a:rPr>
              <a:t>, </a:t>
            </a:r>
            <a:r>
              <a:rPr lang="pt-BR" sz="1200" dirty="0" err="1">
                <a:solidFill>
                  <a:schemeClr val="tx1"/>
                </a:solidFill>
                <a:latin typeface="Hanken Grotesk" pitchFamily="2" charset="0"/>
              </a:rPr>
              <a:t>SQLAlchemy</a:t>
            </a:r>
            <a:r>
              <a:rPr lang="pt-BR" sz="1200" dirty="0">
                <a:solidFill>
                  <a:schemeClr val="tx1"/>
                </a:solidFill>
                <a:latin typeface="Hanken Grotesk" pitchFamily="2" charset="0"/>
              </a:rPr>
              <a:t> e </a:t>
            </a:r>
            <a:r>
              <a:rPr lang="pt-BR" sz="1200" dirty="0" err="1">
                <a:solidFill>
                  <a:schemeClr val="tx1"/>
                </a:solidFill>
                <a:latin typeface="Hanken Grotesk" pitchFamily="2" charset="0"/>
              </a:rPr>
              <a:t>Sickit-learn</a:t>
            </a:r>
            <a:r>
              <a:rPr lang="pt-BR" sz="1200" dirty="0">
                <a:solidFill>
                  <a:schemeClr val="tx1"/>
                </a:solidFill>
                <a:latin typeface="Hanken Grotesk" pitchFamily="2" charset="0"/>
              </a:rPr>
              <a:t>	 </a:t>
            </a:r>
          </a:p>
        </p:txBody>
      </p:sp>
      <p:sp>
        <p:nvSpPr>
          <p:cNvPr id="19" name="Google Shape;9605;p62">
            <a:extLst>
              <a:ext uri="{FF2B5EF4-FFF2-40B4-BE49-F238E27FC236}">
                <a16:creationId xmlns:a16="http://schemas.microsoft.com/office/drawing/2014/main" id="{8BD8F794-0D76-2355-7D01-E0CC9876F509}"/>
              </a:ext>
            </a:extLst>
          </p:cNvPr>
          <p:cNvSpPr/>
          <p:nvPr/>
        </p:nvSpPr>
        <p:spPr>
          <a:xfrm>
            <a:off x="1407231" y="3284763"/>
            <a:ext cx="373766" cy="340357"/>
          </a:xfrm>
          <a:custGeom>
            <a:avLst/>
            <a:gdLst/>
            <a:ahLst/>
            <a:cxnLst/>
            <a:rect l="l" t="t" r="r" b="b"/>
            <a:pathLst>
              <a:path w="12698" h="11563" extrusionOk="0">
                <a:moveTo>
                  <a:pt x="2490" y="820"/>
                </a:moveTo>
                <a:cubicBezTo>
                  <a:pt x="3529" y="914"/>
                  <a:pt x="4600" y="1292"/>
                  <a:pt x="5483" y="2017"/>
                </a:cubicBezTo>
                <a:lnTo>
                  <a:pt x="5798" y="2237"/>
                </a:lnTo>
                <a:lnTo>
                  <a:pt x="5798" y="10334"/>
                </a:lnTo>
                <a:lnTo>
                  <a:pt x="5766" y="10334"/>
                </a:lnTo>
                <a:cubicBezTo>
                  <a:pt x="4789" y="9609"/>
                  <a:pt x="3655" y="9168"/>
                  <a:pt x="2490" y="9105"/>
                </a:cubicBezTo>
                <a:lnTo>
                  <a:pt x="2490" y="820"/>
                </a:lnTo>
                <a:close/>
                <a:moveTo>
                  <a:pt x="9925" y="883"/>
                </a:moveTo>
                <a:lnTo>
                  <a:pt x="9925" y="9137"/>
                </a:lnTo>
                <a:cubicBezTo>
                  <a:pt x="8728" y="9200"/>
                  <a:pt x="7593" y="9609"/>
                  <a:pt x="6617" y="10334"/>
                </a:cubicBezTo>
                <a:lnTo>
                  <a:pt x="6617" y="2300"/>
                </a:lnTo>
                <a:lnTo>
                  <a:pt x="6932" y="2048"/>
                </a:lnTo>
                <a:cubicBezTo>
                  <a:pt x="7782" y="1355"/>
                  <a:pt x="8854" y="946"/>
                  <a:pt x="9925" y="883"/>
                </a:cubicBezTo>
                <a:close/>
                <a:moveTo>
                  <a:pt x="1702" y="2458"/>
                </a:moveTo>
                <a:lnTo>
                  <a:pt x="1702" y="9483"/>
                </a:lnTo>
                <a:cubicBezTo>
                  <a:pt x="1702" y="9735"/>
                  <a:pt x="1891" y="9924"/>
                  <a:pt x="2080" y="9924"/>
                </a:cubicBezTo>
                <a:cubicBezTo>
                  <a:pt x="3057" y="9924"/>
                  <a:pt x="4096" y="10208"/>
                  <a:pt x="4978" y="10744"/>
                </a:cubicBezTo>
                <a:lnTo>
                  <a:pt x="1261" y="10744"/>
                </a:lnTo>
                <a:cubicBezTo>
                  <a:pt x="1009" y="10744"/>
                  <a:pt x="851" y="10555"/>
                  <a:pt x="851" y="10334"/>
                </a:cubicBezTo>
                <a:lnTo>
                  <a:pt x="851" y="2867"/>
                </a:lnTo>
                <a:cubicBezTo>
                  <a:pt x="851" y="2647"/>
                  <a:pt x="1040" y="2489"/>
                  <a:pt x="1261" y="2458"/>
                </a:cubicBezTo>
                <a:close/>
                <a:moveTo>
                  <a:pt x="11406" y="2458"/>
                </a:moveTo>
                <a:cubicBezTo>
                  <a:pt x="11658" y="2458"/>
                  <a:pt x="11815" y="2647"/>
                  <a:pt x="11847" y="2867"/>
                </a:cubicBezTo>
                <a:lnTo>
                  <a:pt x="11847" y="10334"/>
                </a:lnTo>
                <a:cubicBezTo>
                  <a:pt x="11847" y="10555"/>
                  <a:pt x="11658" y="10712"/>
                  <a:pt x="11406" y="10744"/>
                </a:cubicBezTo>
                <a:lnTo>
                  <a:pt x="7436" y="10744"/>
                </a:lnTo>
                <a:cubicBezTo>
                  <a:pt x="8255" y="10239"/>
                  <a:pt x="9295" y="9924"/>
                  <a:pt x="10303" y="9924"/>
                </a:cubicBezTo>
                <a:cubicBezTo>
                  <a:pt x="10555" y="9924"/>
                  <a:pt x="10712" y="9735"/>
                  <a:pt x="10712" y="9483"/>
                </a:cubicBezTo>
                <a:lnTo>
                  <a:pt x="10712" y="2458"/>
                </a:lnTo>
                <a:close/>
                <a:moveTo>
                  <a:pt x="2080" y="0"/>
                </a:moveTo>
                <a:cubicBezTo>
                  <a:pt x="1828" y="0"/>
                  <a:pt x="1670" y="189"/>
                  <a:pt x="1670" y="410"/>
                </a:cubicBezTo>
                <a:lnTo>
                  <a:pt x="1670" y="1670"/>
                </a:lnTo>
                <a:lnTo>
                  <a:pt x="1261" y="1670"/>
                </a:lnTo>
                <a:cubicBezTo>
                  <a:pt x="568" y="1670"/>
                  <a:pt x="1" y="2206"/>
                  <a:pt x="32" y="2930"/>
                </a:cubicBezTo>
                <a:lnTo>
                  <a:pt x="32" y="10334"/>
                </a:lnTo>
                <a:cubicBezTo>
                  <a:pt x="32" y="10996"/>
                  <a:pt x="568" y="11563"/>
                  <a:pt x="1261" y="11563"/>
                </a:cubicBezTo>
                <a:lnTo>
                  <a:pt x="11437" y="11563"/>
                </a:lnTo>
                <a:cubicBezTo>
                  <a:pt x="12130" y="11563"/>
                  <a:pt x="12697" y="11027"/>
                  <a:pt x="12697" y="10334"/>
                </a:cubicBezTo>
                <a:lnTo>
                  <a:pt x="12697" y="2867"/>
                </a:lnTo>
                <a:cubicBezTo>
                  <a:pt x="12666" y="2206"/>
                  <a:pt x="12130" y="1670"/>
                  <a:pt x="11437" y="1670"/>
                </a:cubicBezTo>
                <a:lnTo>
                  <a:pt x="10744" y="1670"/>
                </a:lnTo>
                <a:lnTo>
                  <a:pt x="10744" y="410"/>
                </a:lnTo>
                <a:cubicBezTo>
                  <a:pt x="10744" y="158"/>
                  <a:pt x="10555" y="0"/>
                  <a:pt x="10334" y="0"/>
                </a:cubicBezTo>
                <a:cubicBezTo>
                  <a:pt x="8980" y="0"/>
                  <a:pt x="7562" y="473"/>
                  <a:pt x="6396" y="1387"/>
                </a:cubicBezTo>
                <a:lnTo>
                  <a:pt x="6207" y="1544"/>
                </a:lnTo>
                <a:lnTo>
                  <a:pt x="6018" y="1387"/>
                </a:lnTo>
                <a:cubicBezTo>
                  <a:pt x="4915" y="473"/>
                  <a:pt x="3498" y="0"/>
                  <a:pt x="2080" y="0"/>
                </a:cubicBez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9464;p61">
            <a:extLst>
              <a:ext uri="{FF2B5EF4-FFF2-40B4-BE49-F238E27FC236}">
                <a16:creationId xmlns:a16="http://schemas.microsoft.com/office/drawing/2014/main" id="{2F6B31D9-6DFC-CB47-0D74-6952863C87DD}"/>
              </a:ext>
            </a:extLst>
          </p:cNvPr>
          <p:cNvSpPr/>
          <p:nvPr/>
        </p:nvSpPr>
        <p:spPr>
          <a:xfrm>
            <a:off x="4961856" y="3235503"/>
            <a:ext cx="429502" cy="438876"/>
          </a:xfrm>
          <a:custGeom>
            <a:avLst/>
            <a:gdLst/>
            <a:ahLst/>
            <a:cxnLst/>
            <a:rect l="l" t="t" r="r" b="b"/>
            <a:pathLst>
              <a:path w="19325" h="14718" extrusionOk="0">
                <a:moveTo>
                  <a:pt x="14192" y="1133"/>
                </a:moveTo>
                <a:cubicBezTo>
                  <a:pt x="14974" y="1133"/>
                  <a:pt x="15520" y="1906"/>
                  <a:pt x="15261" y="2643"/>
                </a:cubicBezTo>
                <a:cubicBezTo>
                  <a:pt x="15131" y="3008"/>
                  <a:pt x="15403" y="3395"/>
                  <a:pt x="15792" y="3398"/>
                </a:cubicBezTo>
                <a:lnTo>
                  <a:pt x="17628" y="3398"/>
                </a:lnTo>
                <a:cubicBezTo>
                  <a:pt x="17939" y="3398"/>
                  <a:pt x="18193" y="3648"/>
                  <a:pt x="18193" y="3962"/>
                </a:cubicBezTo>
                <a:lnTo>
                  <a:pt x="18193" y="10756"/>
                </a:lnTo>
                <a:cubicBezTo>
                  <a:pt x="18193" y="11070"/>
                  <a:pt x="17939" y="11324"/>
                  <a:pt x="17628" y="11324"/>
                </a:cubicBezTo>
                <a:lnTo>
                  <a:pt x="10230" y="11324"/>
                </a:lnTo>
                <a:lnTo>
                  <a:pt x="10230" y="9624"/>
                </a:lnTo>
                <a:cubicBezTo>
                  <a:pt x="11480" y="9624"/>
                  <a:pt x="12492" y="8609"/>
                  <a:pt x="12492" y="7359"/>
                </a:cubicBezTo>
                <a:cubicBezTo>
                  <a:pt x="12492" y="6109"/>
                  <a:pt x="11480" y="5095"/>
                  <a:pt x="10230" y="5095"/>
                </a:cubicBezTo>
                <a:lnTo>
                  <a:pt x="10230" y="3398"/>
                </a:lnTo>
                <a:lnTo>
                  <a:pt x="12592" y="3398"/>
                </a:lnTo>
                <a:cubicBezTo>
                  <a:pt x="12981" y="3395"/>
                  <a:pt x="13253" y="3008"/>
                  <a:pt x="13123" y="2643"/>
                </a:cubicBezTo>
                <a:cubicBezTo>
                  <a:pt x="12863" y="1906"/>
                  <a:pt x="13410" y="1133"/>
                  <a:pt x="14192" y="1133"/>
                </a:cubicBezTo>
                <a:close/>
                <a:moveTo>
                  <a:pt x="9098" y="3398"/>
                </a:moveTo>
                <a:lnTo>
                  <a:pt x="9098" y="5759"/>
                </a:lnTo>
                <a:cubicBezTo>
                  <a:pt x="9098" y="6082"/>
                  <a:pt x="9363" y="6323"/>
                  <a:pt x="9663" y="6323"/>
                </a:cubicBezTo>
                <a:cubicBezTo>
                  <a:pt x="9726" y="6323"/>
                  <a:pt x="9790" y="6313"/>
                  <a:pt x="9853" y="6290"/>
                </a:cubicBezTo>
                <a:cubicBezTo>
                  <a:pt x="9979" y="6247"/>
                  <a:pt x="10105" y="6226"/>
                  <a:pt x="10229" y="6226"/>
                </a:cubicBezTo>
                <a:cubicBezTo>
                  <a:pt x="10828" y="6226"/>
                  <a:pt x="11357" y="6708"/>
                  <a:pt x="11360" y="7353"/>
                </a:cubicBezTo>
                <a:cubicBezTo>
                  <a:pt x="11362" y="8003"/>
                  <a:pt x="10832" y="8493"/>
                  <a:pt x="10229" y="8493"/>
                </a:cubicBezTo>
                <a:cubicBezTo>
                  <a:pt x="10108" y="8493"/>
                  <a:pt x="9985" y="8473"/>
                  <a:pt x="9862" y="8431"/>
                </a:cubicBezTo>
                <a:cubicBezTo>
                  <a:pt x="9829" y="8419"/>
                  <a:pt x="9796" y="8410"/>
                  <a:pt x="9759" y="8404"/>
                </a:cubicBezTo>
                <a:cubicBezTo>
                  <a:pt x="9726" y="8398"/>
                  <a:pt x="9692" y="8395"/>
                  <a:pt x="9659" y="8395"/>
                </a:cubicBezTo>
                <a:cubicBezTo>
                  <a:pt x="9350" y="8395"/>
                  <a:pt x="9090" y="8653"/>
                  <a:pt x="9098" y="8975"/>
                </a:cubicBezTo>
                <a:lnTo>
                  <a:pt x="9098" y="11324"/>
                </a:lnTo>
                <a:lnTo>
                  <a:pt x="6737" y="11324"/>
                </a:lnTo>
                <a:cubicBezTo>
                  <a:pt x="6344" y="11324"/>
                  <a:pt x="6073" y="11710"/>
                  <a:pt x="6202" y="12079"/>
                </a:cubicBezTo>
                <a:cubicBezTo>
                  <a:pt x="6462" y="12813"/>
                  <a:pt x="5916" y="13585"/>
                  <a:pt x="5134" y="13585"/>
                </a:cubicBezTo>
                <a:cubicBezTo>
                  <a:pt x="4352" y="13585"/>
                  <a:pt x="3805" y="12813"/>
                  <a:pt x="4065" y="12079"/>
                </a:cubicBezTo>
                <a:cubicBezTo>
                  <a:pt x="4195" y="11710"/>
                  <a:pt x="3923" y="11324"/>
                  <a:pt x="3533" y="11324"/>
                </a:cubicBezTo>
                <a:lnTo>
                  <a:pt x="1700" y="11324"/>
                </a:lnTo>
                <a:cubicBezTo>
                  <a:pt x="1386" y="11324"/>
                  <a:pt x="1133" y="11070"/>
                  <a:pt x="1133" y="10756"/>
                </a:cubicBezTo>
                <a:lnTo>
                  <a:pt x="1133" y="3962"/>
                </a:lnTo>
                <a:cubicBezTo>
                  <a:pt x="1133" y="3648"/>
                  <a:pt x="1386" y="3398"/>
                  <a:pt x="1700" y="3398"/>
                </a:cubicBezTo>
                <a:lnTo>
                  <a:pt x="2941" y="3398"/>
                </a:lnTo>
                <a:cubicBezTo>
                  <a:pt x="2570" y="4829"/>
                  <a:pt x="3654" y="6227"/>
                  <a:pt x="5134" y="6227"/>
                </a:cubicBezTo>
                <a:cubicBezTo>
                  <a:pt x="6613" y="6227"/>
                  <a:pt x="7697" y="4829"/>
                  <a:pt x="7326" y="3398"/>
                </a:cubicBezTo>
                <a:close/>
                <a:moveTo>
                  <a:pt x="14192" y="1"/>
                </a:moveTo>
                <a:cubicBezTo>
                  <a:pt x="12942" y="1"/>
                  <a:pt x="11927" y="1012"/>
                  <a:pt x="11927" y="2266"/>
                </a:cubicBezTo>
                <a:lnTo>
                  <a:pt x="6399" y="2266"/>
                </a:lnTo>
                <a:cubicBezTo>
                  <a:pt x="5910" y="2266"/>
                  <a:pt x="5650" y="2842"/>
                  <a:pt x="5979" y="3208"/>
                </a:cubicBezTo>
                <a:cubicBezTo>
                  <a:pt x="6631" y="3938"/>
                  <a:pt x="6112" y="5095"/>
                  <a:pt x="5134" y="5095"/>
                </a:cubicBezTo>
                <a:cubicBezTo>
                  <a:pt x="4155" y="5095"/>
                  <a:pt x="3636" y="3938"/>
                  <a:pt x="4291" y="3208"/>
                </a:cubicBezTo>
                <a:cubicBezTo>
                  <a:pt x="4617" y="2842"/>
                  <a:pt x="4358" y="2266"/>
                  <a:pt x="3868" y="2266"/>
                </a:cubicBezTo>
                <a:lnTo>
                  <a:pt x="1700" y="2266"/>
                </a:lnTo>
                <a:cubicBezTo>
                  <a:pt x="761" y="2266"/>
                  <a:pt x="1" y="3023"/>
                  <a:pt x="1" y="3962"/>
                </a:cubicBezTo>
                <a:lnTo>
                  <a:pt x="1" y="10756"/>
                </a:lnTo>
                <a:cubicBezTo>
                  <a:pt x="1" y="11695"/>
                  <a:pt x="761" y="12453"/>
                  <a:pt x="1700" y="12456"/>
                </a:cubicBezTo>
                <a:lnTo>
                  <a:pt x="2869" y="12456"/>
                </a:lnTo>
                <a:cubicBezTo>
                  <a:pt x="2869" y="13706"/>
                  <a:pt x="3884" y="14718"/>
                  <a:pt x="5134" y="14718"/>
                </a:cubicBezTo>
                <a:cubicBezTo>
                  <a:pt x="6384" y="14718"/>
                  <a:pt x="7398" y="13706"/>
                  <a:pt x="7398" y="12456"/>
                </a:cubicBezTo>
                <a:lnTo>
                  <a:pt x="17628" y="12456"/>
                </a:lnTo>
                <a:cubicBezTo>
                  <a:pt x="18564" y="12453"/>
                  <a:pt x="19325" y="11695"/>
                  <a:pt x="19325" y="10756"/>
                </a:cubicBezTo>
                <a:lnTo>
                  <a:pt x="19325" y="3962"/>
                </a:lnTo>
                <a:cubicBezTo>
                  <a:pt x="19325" y="3023"/>
                  <a:pt x="18564" y="2266"/>
                  <a:pt x="17628" y="2266"/>
                </a:cubicBezTo>
                <a:lnTo>
                  <a:pt x="16457" y="2266"/>
                </a:lnTo>
                <a:cubicBezTo>
                  <a:pt x="16457" y="1012"/>
                  <a:pt x="15442" y="1"/>
                  <a:pt x="14192" y="1"/>
                </a:cubicBez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21" name="CaixaDeTexto 20">
            <a:extLst>
              <a:ext uri="{FF2B5EF4-FFF2-40B4-BE49-F238E27FC236}">
                <a16:creationId xmlns:a16="http://schemas.microsoft.com/office/drawing/2014/main" id="{629D4D89-B3C1-15DF-C518-5754E961183E}"/>
              </a:ext>
            </a:extLst>
          </p:cNvPr>
          <p:cNvSpPr txBox="1"/>
          <p:nvPr/>
        </p:nvSpPr>
        <p:spPr>
          <a:xfrm>
            <a:off x="5532120" y="3235503"/>
            <a:ext cx="2789350" cy="646331"/>
          </a:xfrm>
          <a:prstGeom prst="rect">
            <a:avLst/>
          </a:prstGeom>
          <a:noFill/>
        </p:spPr>
        <p:txBody>
          <a:bodyPr wrap="square" rtlCol="0">
            <a:spAutoFit/>
          </a:bodyPr>
          <a:lstStyle/>
          <a:p>
            <a:r>
              <a:rPr lang="pt-BR" sz="1200" dirty="0">
                <a:solidFill>
                  <a:schemeClr val="tx1"/>
                </a:solidFill>
                <a:latin typeface="Hanken Grotesk" pitchFamily="2" charset="0"/>
              </a:rPr>
              <a:t>Os principais frameworks são: Django, </a:t>
            </a:r>
            <a:r>
              <a:rPr lang="pt-BR" sz="1200" dirty="0" err="1">
                <a:solidFill>
                  <a:schemeClr val="tx1"/>
                </a:solidFill>
                <a:latin typeface="Hanken Grotesk" pitchFamily="2" charset="0"/>
              </a:rPr>
              <a:t>Flask</a:t>
            </a:r>
            <a:r>
              <a:rPr lang="pt-BR" sz="1200" dirty="0">
                <a:solidFill>
                  <a:schemeClr val="tx1"/>
                </a:solidFill>
                <a:latin typeface="Hanken Grotesk" pitchFamily="2" charset="0"/>
              </a:rPr>
              <a:t>, Pyramid, </a:t>
            </a:r>
            <a:r>
              <a:rPr lang="pt-BR" sz="1200" dirty="0" err="1">
                <a:solidFill>
                  <a:schemeClr val="tx1"/>
                </a:solidFill>
                <a:latin typeface="Hanken Grotesk" pitchFamily="2" charset="0"/>
              </a:rPr>
              <a:t>FastAPI</a:t>
            </a:r>
            <a:r>
              <a:rPr lang="pt-BR" sz="1200" dirty="0">
                <a:solidFill>
                  <a:schemeClr val="tx1"/>
                </a:solidFill>
                <a:latin typeface="Hanken Grotesk" pitchFamily="2" charset="0"/>
              </a:rPr>
              <a:t>, </a:t>
            </a:r>
            <a:r>
              <a:rPr lang="pt-BR" sz="1200" dirty="0" err="1">
                <a:solidFill>
                  <a:schemeClr val="tx1"/>
                </a:solidFill>
                <a:latin typeface="Hanken Grotesk" pitchFamily="2" charset="0"/>
              </a:rPr>
              <a:t>CherryPy</a:t>
            </a:r>
            <a:r>
              <a:rPr lang="pt-BR" sz="1200" dirty="0">
                <a:solidFill>
                  <a:schemeClr val="tx1"/>
                </a:solidFill>
                <a:latin typeface="Hanken Grotesk" pitchFamily="2" charset="0"/>
              </a:rPr>
              <a:t>, Dash e Tornado</a:t>
            </a:r>
          </a:p>
        </p:txBody>
      </p:sp>
    </p:spTree>
    <p:extLst>
      <p:ext uri="{BB962C8B-B14F-4D97-AF65-F5344CB8AC3E}">
        <p14:creationId xmlns:p14="http://schemas.microsoft.com/office/powerpoint/2010/main" val="3644419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32"/>
          <p:cNvSpPr txBox="1">
            <a:spLocks noGrp="1"/>
          </p:cNvSpPr>
          <p:nvPr>
            <p:ph type="title"/>
          </p:nvPr>
        </p:nvSpPr>
        <p:spPr>
          <a:xfrm>
            <a:off x="1136800" y="2292595"/>
            <a:ext cx="5193822" cy="1022530"/>
          </a:xfrm>
          <a:prstGeom prst="rect">
            <a:avLst/>
          </a:prstGeom>
        </p:spPr>
        <p:txBody>
          <a:bodyPr spcFirstLastPara="1" wrap="square" lIns="91425" tIns="91425" rIns="91425" bIns="91425" anchor="ctr" anchorCtr="0">
            <a:noAutofit/>
          </a:bodyPr>
          <a:lstStyle/>
          <a:p>
            <a:r>
              <a:rPr lang="en" err="1"/>
              <a:t>Lógica</a:t>
            </a:r>
            <a:r>
              <a:rPr lang="en"/>
              <a:t> e </a:t>
            </a:r>
            <a:r>
              <a:rPr lang="en" err="1"/>
              <a:t>Sintaxe</a:t>
            </a:r>
            <a:r>
              <a:rPr lang="en"/>
              <a:t> Java</a:t>
            </a:r>
          </a:p>
        </p:txBody>
      </p:sp>
      <p:sp>
        <p:nvSpPr>
          <p:cNvPr id="741" name="Google Shape;741;p32"/>
          <p:cNvSpPr/>
          <p:nvPr/>
        </p:nvSpPr>
        <p:spPr>
          <a:xfrm rot="-5400000">
            <a:off x="689075" y="2684117"/>
            <a:ext cx="357300" cy="309016"/>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2"/>
          <p:cNvSpPr/>
          <p:nvPr/>
        </p:nvSpPr>
        <p:spPr>
          <a:xfrm>
            <a:off x="7016375" y="-1615175"/>
            <a:ext cx="1633483" cy="5920031"/>
          </a:xfrm>
          <a:custGeom>
            <a:avLst/>
            <a:gdLst/>
            <a:ahLst/>
            <a:cxnLst/>
            <a:rect l="l" t="t" r="r" b="b"/>
            <a:pathLst>
              <a:path w="18075" h="65507" extrusionOk="0">
                <a:moveTo>
                  <a:pt x="0" y="65507"/>
                </a:moveTo>
                <a:lnTo>
                  <a:pt x="18075" y="47432"/>
                </a:lnTo>
                <a:lnTo>
                  <a:pt x="18075" y="0"/>
                </a:lnTo>
              </a:path>
            </a:pathLst>
          </a:custGeom>
          <a:noFill/>
          <a:ln w="9525" cap="flat" cmpd="sng">
            <a:solidFill>
              <a:schemeClr val="accent1"/>
            </a:solidFill>
            <a:prstDash val="solid"/>
            <a:round/>
            <a:headEnd type="none" w="med" len="med"/>
            <a:tailEnd type="none" w="med" len="med"/>
          </a:ln>
        </p:spPr>
        <p:txBody>
          <a:bodyPr/>
          <a:lstStyle/>
          <a:p>
            <a:endParaRPr lang="pt-BR"/>
          </a:p>
        </p:txBody>
      </p:sp>
      <p:grpSp>
        <p:nvGrpSpPr>
          <p:cNvPr id="743" name="Google Shape;743;p32"/>
          <p:cNvGrpSpPr/>
          <p:nvPr/>
        </p:nvGrpSpPr>
        <p:grpSpPr>
          <a:xfrm rot="10800000" flipH="1">
            <a:off x="7968643" y="3562070"/>
            <a:ext cx="681217" cy="3360485"/>
            <a:chOff x="1337800" y="-2525590"/>
            <a:chExt cx="1498167" cy="7390555"/>
          </a:xfrm>
        </p:grpSpPr>
        <p:cxnSp>
          <p:nvCxnSpPr>
            <p:cNvPr id="744" name="Google Shape;744;p32"/>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745" name="Google Shape;745;p32"/>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746" name="Google Shape;746;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7" name="Google Shape;747;p32"/>
          <p:cNvGrpSpPr/>
          <p:nvPr/>
        </p:nvGrpSpPr>
        <p:grpSpPr>
          <a:xfrm rot="-5400000" flipH="1">
            <a:off x="70043" y="-592705"/>
            <a:ext cx="681217" cy="3360485"/>
            <a:chOff x="1337800" y="-2525590"/>
            <a:chExt cx="1498167" cy="7390555"/>
          </a:xfrm>
        </p:grpSpPr>
        <p:cxnSp>
          <p:nvCxnSpPr>
            <p:cNvPr id="748" name="Google Shape;748;p32"/>
            <p:cNvCxnSpPr/>
            <p:nvPr/>
          </p:nvCxnSpPr>
          <p:spPr>
            <a:xfrm rot="10800000">
              <a:off x="1337800" y="-2525590"/>
              <a:ext cx="0" cy="5870700"/>
            </a:xfrm>
            <a:prstGeom prst="straightConnector1">
              <a:avLst/>
            </a:prstGeom>
            <a:noFill/>
            <a:ln w="9525" cap="flat" cmpd="sng">
              <a:solidFill>
                <a:schemeClr val="lt1"/>
              </a:solidFill>
              <a:prstDash val="solid"/>
              <a:round/>
              <a:headEnd type="none" w="med" len="med"/>
              <a:tailEnd type="none" w="med" len="med"/>
            </a:ln>
          </p:spPr>
        </p:cxnSp>
        <p:cxnSp>
          <p:nvCxnSpPr>
            <p:cNvPr id="749" name="Google Shape;749;p32"/>
            <p:cNvCxnSpPr/>
            <p:nvPr/>
          </p:nvCxnSpPr>
          <p:spPr>
            <a:xfrm>
              <a:off x="1337800" y="3347125"/>
              <a:ext cx="1158600" cy="1141200"/>
            </a:xfrm>
            <a:prstGeom prst="straightConnector1">
              <a:avLst/>
            </a:prstGeom>
            <a:noFill/>
            <a:ln w="9525" cap="flat" cmpd="sng">
              <a:solidFill>
                <a:schemeClr val="lt1"/>
              </a:solidFill>
              <a:prstDash val="solid"/>
              <a:round/>
              <a:headEnd type="none" w="med" len="med"/>
              <a:tailEnd type="none" w="med" len="med"/>
            </a:ln>
          </p:spPr>
        </p:cxnSp>
        <p:sp>
          <p:nvSpPr>
            <p:cNvPr id="750" name="Google Shape;750;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1" name="Google Shape;751;p32"/>
          <p:cNvSpPr/>
          <p:nvPr/>
        </p:nvSpPr>
        <p:spPr>
          <a:xfrm rot="-5400000">
            <a:off x="5572485" y="-2452153"/>
            <a:ext cx="1971347" cy="6005438"/>
          </a:xfrm>
          <a:custGeom>
            <a:avLst/>
            <a:gdLst/>
            <a:ahLst/>
            <a:cxnLst/>
            <a:rect l="l" t="t" r="r" b="b"/>
            <a:pathLst>
              <a:path w="62917" h="191668" extrusionOk="0">
                <a:moveTo>
                  <a:pt x="0" y="0"/>
                </a:moveTo>
                <a:lnTo>
                  <a:pt x="0" y="21836"/>
                </a:lnTo>
                <a:lnTo>
                  <a:pt x="38334" y="60169"/>
                </a:lnTo>
                <a:lnTo>
                  <a:pt x="38334" y="81762"/>
                </a:lnTo>
                <a:lnTo>
                  <a:pt x="22442" y="97654"/>
                </a:lnTo>
                <a:lnTo>
                  <a:pt x="22442" y="116457"/>
                </a:lnTo>
                <a:lnTo>
                  <a:pt x="62917" y="139825"/>
                </a:lnTo>
                <a:lnTo>
                  <a:pt x="62917" y="191668"/>
                </a:lnTo>
              </a:path>
            </a:pathLst>
          </a:custGeom>
          <a:noFill/>
          <a:ln w="9525" cap="flat" cmpd="sng">
            <a:solidFill>
              <a:schemeClr val="accent1"/>
            </a:solidFill>
            <a:prstDash val="solid"/>
            <a:round/>
            <a:headEnd type="none" w="med" len="med"/>
            <a:tailEnd type="none" w="med" len="med"/>
          </a:ln>
        </p:spPr>
        <p:txBody>
          <a:bodyPr/>
          <a:lstStyle/>
          <a:p>
            <a:endParaRPr lang="pt-BR"/>
          </a:p>
        </p:txBody>
      </p:sp>
      <p:grpSp>
        <p:nvGrpSpPr>
          <p:cNvPr id="752" name="Google Shape;752;p32"/>
          <p:cNvGrpSpPr/>
          <p:nvPr/>
        </p:nvGrpSpPr>
        <p:grpSpPr>
          <a:xfrm>
            <a:off x="7221623" y="1260360"/>
            <a:ext cx="1160062" cy="523162"/>
            <a:chOff x="7221623" y="1260360"/>
            <a:chExt cx="1160062" cy="523162"/>
          </a:xfrm>
        </p:grpSpPr>
        <p:sp>
          <p:nvSpPr>
            <p:cNvPr id="753" name="Google Shape;753;p32"/>
            <p:cNvSpPr/>
            <p:nvPr/>
          </p:nvSpPr>
          <p:spPr>
            <a:xfrm rot="-5400000">
              <a:off x="8141200" y="1059948"/>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2"/>
            <p:cNvSpPr/>
            <p:nvPr/>
          </p:nvSpPr>
          <p:spPr>
            <a:xfrm rot="5400000">
              <a:off x="7437562" y="1320304"/>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2"/>
            <p:cNvSpPr/>
            <p:nvPr/>
          </p:nvSpPr>
          <p:spPr>
            <a:xfrm rot="-5400000">
              <a:off x="7930383" y="13322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1246796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F9C970-74A8-21A7-452C-D56A6B5A00EB}"/>
              </a:ext>
            </a:extLst>
          </p:cNvPr>
          <p:cNvSpPr>
            <a:spLocks noGrp="1"/>
          </p:cNvSpPr>
          <p:nvPr>
            <p:ph type="title"/>
          </p:nvPr>
        </p:nvSpPr>
        <p:spPr/>
        <p:txBody>
          <a:bodyPr/>
          <a:lstStyle/>
          <a:p>
            <a:r>
              <a:rPr lang="pt-BR" dirty="0"/>
              <a:t>Lógica e Sintaxe Java</a:t>
            </a:r>
          </a:p>
        </p:txBody>
      </p:sp>
      <p:grpSp>
        <p:nvGrpSpPr>
          <p:cNvPr id="6" name="Google Shape;1340;p48">
            <a:extLst>
              <a:ext uri="{FF2B5EF4-FFF2-40B4-BE49-F238E27FC236}">
                <a16:creationId xmlns:a16="http://schemas.microsoft.com/office/drawing/2014/main" id="{E491D302-A88A-17AE-0DEF-6161B69E8E93}"/>
              </a:ext>
            </a:extLst>
          </p:cNvPr>
          <p:cNvGrpSpPr/>
          <p:nvPr/>
        </p:nvGrpSpPr>
        <p:grpSpPr>
          <a:xfrm>
            <a:off x="909826" y="1582599"/>
            <a:ext cx="347475" cy="345150"/>
            <a:chOff x="4744113" y="3243975"/>
            <a:chExt cx="347475" cy="345150"/>
          </a:xfrm>
        </p:grpSpPr>
        <p:sp>
          <p:nvSpPr>
            <p:cNvPr id="7" name="Google Shape;1341;p48">
              <a:extLst>
                <a:ext uri="{FF2B5EF4-FFF2-40B4-BE49-F238E27FC236}">
                  <a16:creationId xmlns:a16="http://schemas.microsoft.com/office/drawing/2014/main" id="{7D9FFB24-D389-739C-4B31-E1F6BD10BA87}"/>
                </a:ext>
              </a:extLst>
            </p:cNvPr>
            <p:cNvSpPr/>
            <p:nvPr/>
          </p:nvSpPr>
          <p:spPr>
            <a:xfrm>
              <a:off x="4744113" y="3339725"/>
              <a:ext cx="182950" cy="249400"/>
            </a:xfrm>
            <a:custGeom>
              <a:avLst/>
              <a:gdLst/>
              <a:ahLst/>
              <a:cxnLst/>
              <a:rect l="l" t="t" r="r" b="b"/>
              <a:pathLst>
                <a:path w="7318" h="9976" extrusionOk="0">
                  <a:moveTo>
                    <a:pt x="3697" y="810"/>
                  </a:moveTo>
                  <a:cubicBezTo>
                    <a:pt x="3704" y="810"/>
                    <a:pt x="3711" y="810"/>
                    <a:pt x="3718" y="810"/>
                  </a:cubicBezTo>
                  <a:cubicBezTo>
                    <a:pt x="5272" y="833"/>
                    <a:pt x="6523" y="2095"/>
                    <a:pt x="6523" y="3638"/>
                  </a:cubicBezTo>
                  <a:cubicBezTo>
                    <a:pt x="6523" y="4398"/>
                    <a:pt x="6217" y="5111"/>
                    <a:pt x="5682" y="5649"/>
                  </a:cubicBezTo>
                  <a:cubicBezTo>
                    <a:pt x="5154" y="6174"/>
                    <a:pt x="4815" y="6842"/>
                    <a:pt x="4722" y="7554"/>
                  </a:cubicBezTo>
                  <a:lnTo>
                    <a:pt x="4091" y="7554"/>
                  </a:lnTo>
                  <a:lnTo>
                    <a:pt x="4091" y="4889"/>
                  </a:lnTo>
                  <a:lnTo>
                    <a:pt x="5050" y="3930"/>
                  </a:lnTo>
                  <a:cubicBezTo>
                    <a:pt x="5191" y="3789"/>
                    <a:pt x="5213" y="3557"/>
                    <a:pt x="5084" y="3394"/>
                  </a:cubicBezTo>
                  <a:cubicBezTo>
                    <a:pt x="5003" y="3288"/>
                    <a:pt x="4886" y="3235"/>
                    <a:pt x="4768" y="3235"/>
                  </a:cubicBezTo>
                  <a:cubicBezTo>
                    <a:pt x="4664" y="3235"/>
                    <a:pt x="4560" y="3276"/>
                    <a:pt x="4478" y="3357"/>
                  </a:cubicBezTo>
                  <a:lnTo>
                    <a:pt x="3693" y="4154"/>
                  </a:lnTo>
                  <a:lnTo>
                    <a:pt x="2899" y="3357"/>
                  </a:lnTo>
                  <a:cubicBezTo>
                    <a:pt x="2817" y="3276"/>
                    <a:pt x="2713" y="3235"/>
                    <a:pt x="2608" y="3235"/>
                  </a:cubicBezTo>
                  <a:cubicBezTo>
                    <a:pt x="2490" y="3235"/>
                    <a:pt x="2372" y="3288"/>
                    <a:pt x="2290" y="3394"/>
                  </a:cubicBezTo>
                  <a:cubicBezTo>
                    <a:pt x="2164" y="3557"/>
                    <a:pt x="2186" y="3789"/>
                    <a:pt x="2338" y="3930"/>
                  </a:cubicBezTo>
                  <a:lnTo>
                    <a:pt x="3286" y="4889"/>
                  </a:lnTo>
                  <a:lnTo>
                    <a:pt x="3286" y="7554"/>
                  </a:lnTo>
                  <a:lnTo>
                    <a:pt x="2655" y="7554"/>
                  </a:lnTo>
                  <a:cubicBezTo>
                    <a:pt x="2559" y="6842"/>
                    <a:pt x="2234" y="6174"/>
                    <a:pt x="1695" y="5649"/>
                  </a:cubicBezTo>
                  <a:cubicBezTo>
                    <a:pt x="1145" y="5099"/>
                    <a:pt x="854" y="4376"/>
                    <a:pt x="854" y="3615"/>
                  </a:cubicBezTo>
                  <a:cubicBezTo>
                    <a:pt x="876" y="2057"/>
                    <a:pt x="2152" y="810"/>
                    <a:pt x="3697" y="810"/>
                  </a:cubicBezTo>
                  <a:close/>
                  <a:moveTo>
                    <a:pt x="4689" y="8362"/>
                  </a:moveTo>
                  <a:lnTo>
                    <a:pt x="4689" y="8769"/>
                  </a:lnTo>
                  <a:cubicBezTo>
                    <a:pt x="4689" y="8993"/>
                    <a:pt x="4501" y="9167"/>
                    <a:pt x="4279" y="9167"/>
                  </a:cubicBezTo>
                  <a:lnTo>
                    <a:pt x="3075" y="9167"/>
                  </a:lnTo>
                  <a:cubicBezTo>
                    <a:pt x="2840" y="9167"/>
                    <a:pt x="2666" y="8993"/>
                    <a:pt x="2666" y="8769"/>
                  </a:cubicBezTo>
                  <a:lnTo>
                    <a:pt x="2666" y="8362"/>
                  </a:lnTo>
                  <a:close/>
                  <a:moveTo>
                    <a:pt x="3679" y="1"/>
                  </a:moveTo>
                  <a:cubicBezTo>
                    <a:pt x="3645" y="1"/>
                    <a:pt x="3611" y="1"/>
                    <a:pt x="3578" y="2"/>
                  </a:cubicBezTo>
                  <a:cubicBezTo>
                    <a:pt x="1659" y="50"/>
                    <a:pt x="105" y="1604"/>
                    <a:pt x="35" y="3509"/>
                  </a:cubicBezTo>
                  <a:cubicBezTo>
                    <a:pt x="1" y="4538"/>
                    <a:pt x="385" y="5498"/>
                    <a:pt x="1112" y="6222"/>
                  </a:cubicBezTo>
                  <a:cubicBezTo>
                    <a:pt x="1589" y="6701"/>
                    <a:pt x="1858" y="7321"/>
                    <a:pt x="1858" y="7952"/>
                  </a:cubicBezTo>
                  <a:lnTo>
                    <a:pt x="1858" y="8769"/>
                  </a:lnTo>
                  <a:cubicBezTo>
                    <a:pt x="1858" y="9436"/>
                    <a:pt x="2397" y="9975"/>
                    <a:pt x="3075" y="9975"/>
                  </a:cubicBezTo>
                  <a:lnTo>
                    <a:pt x="4279" y="9975"/>
                  </a:lnTo>
                  <a:cubicBezTo>
                    <a:pt x="4955" y="9975"/>
                    <a:pt x="5494" y="9436"/>
                    <a:pt x="5494" y="8769"/>
                  </a:cubicBezTo>
                  <a:lnTo>
                    <a:pt x="5494" y="7952"/>
                  </a:lnTo>
                  <a:cubicBezTo>
                    <a:pt x="5494" y="7321"/>
                    <a:pt x="5763" y="6701"/>
                    <a:pt x="6243" y="6222"/>
                  </a:cubicBezTo>
                  <a:cubicBezTo>
                    <a:pt x="6933" y="5531"/>
                    <a:pt x="7317" y="4620"/>
                    <a:pt x="7317" y="3638"/>
                  </a:cubicBezTo>
                  <a:cubicBezTo>
                    <a:pt x="7317" y="1638"/>
                    <a:pt x="5689" y="1"/>
                    <a:pt x="36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8" name="Google Shape;1342;p48">
              <a:extLst>
                <a:ext uri="{FF2B5EF4-FFF2-40B4-BE49-F238E27FC236}">
                  <a16:creationId xmlns:a16="http://schemas.microsoft.com/office/drawing/2014/main" id="{5AB59AD2-FAC9-9202-B4D6-BD88058336E3}"/>
                </a:ext>
              </a:extLst>
            </p:cNvPr>
            <p:cNvSpPr/>
            <p:nvPr/>
          </p:nvSpPr>
          <p:spPr>
            <a:xfrm>
              <a:off x="4935238" y="3434175"/>
              <a:ext cx="156350" cy="154950"/>
            </a:xfrm>
            <a:custGeom>
              <a:avLst/>
              <a:gdLst/>
              <a:ahLst/>
              <a:cxnLst/>
              <a:rect l="l" t="t" r="r" b="b"/>
              <a:pathLst>
                <a:path w="6254" h="6198" extrusionOk="0">
                  <a:moveTo>
                    <a:pt x="3412" y="808"/>
                  </a:moveTo>
                  <a:lnTo>
                    <a:pt x="3426" y="1089"/>
                  </a:lnTo>
                  <a:cubicBezTo>
                    <a:pt x="3437" y="1251"/>
                    <a:pt x="3541" y="1392"/>
                    <a:pt x="3706" y="1450"/>
                  </a:cubicBezTo>
                  <a:cubicBezTo>
                    <a:pt x="3917" y="1521"/>
                    <a:pt x="4102" y="1624"/>
                    <a:pt x="4267" y="1779"/>
                  </a:cubicBezTo>
                  <a:cubicBezTo>
                    <a:pt x="4342" y="1840"/>
                    <a:pt x="4434" y="1873"/>
                    <a:pt x="4528" y="1873"/>
                  </a:cubicBezTo>
                  <a:cubicBezTo>
                    <a:pt x="4593" y="1873"/>
                    <a:pt x="4660" y="1857"/>
                    <a:pt x="4722" y="1824"/>
                  </a:cubicBezTo>
                  <a:lnTo>
                    <a:pt x="4969" y="1709"/>
                  </a:lnTo>
                  <a:lnTo>
                    <a:pt x="5260" y="2200"/>
                  </a:lnTo>
                  <a:lnTo>
                    <a:pt x="5025" y="2351"/>
                  </a:lnTo>
                  <a:cubicBezTo>
                    <a:pt x="4884" y="2444"/>
                    <a:pt x="4814" y="2606"/>
                    <a:pt x="4851" y="2772"/>
                  </a:cubicBezTo>
                  <a:cubicBezTo>
                    <a:pt x="4873" y="2876"/>
                    <a:pt x="4873" y="2993"/>
                    <a:pt x="4873" y="3097"/>
                  </a:cubicBezTo>
                  <a:cubicBezTo>
                    <a:pt x="4873" y="3204"/>
                    <a:pt x="4873" y="3322"/>
                    <a:pt x="4851" y="3425"/>
                  </a:cubicBezTo>
                  <a:cubicBezTo>
                    <a:pt x="4814" y="3588"/>
                    <a:pt x="4884" y="3754"/>
                    <a:pt x="5025" y="3846"/>
                  </a:cubicBezTo>
                  <a:lnTo>
                    <a:pt x="5260" y="3998"/>
                  </a:lnTo>
                  <a:lnTo>
                    <a:pt x="4969" y="4500"/>
                  </a:lnTo>
                  <a:lnTo>
                    <a:pt x="4722" y="4374"/>
                  </a:lnTo>
                  <a:cubicBezTo>
                    <a:pt x="4660" y="4339"/>
                    <a:pt x="4594" y="4323"/>
                    <a:pt x="4529" y="4323"/>
                  </a:cubicBezTo>
                  <a:cubicBezTo>
                    <a:pt x="4434" y="4323"/>
                    <a:pt x="4342" y="4357"/>
                    <a:pt x="4267" y="4419"/>
                  </a:cubicBezTo>
                  <a:cubicBezTo>
                    <a:pt x="4102" y="4570"/>
                    <a:pt x="3917" y="4677"/>
                    <a:pt x="3706" y="4758"/>
                  </a:cubicBezTo>
                  <a:cubicBezTo>
                    <a:pt x="3541" y="4806"/>
                    <a:pt x="3437" y="4946"/>
                    <a:pt x="3426" y="5120"/>
                  </a:cubicBezTo>
                  <a:lnTo>
                    <a:pt x="3412" y="5389"/>
                  </a:lnTo>
                  <a:lnTo>
                    <a:pt x="2839" y="5389"/>
                  </a:lnTo>
                  <a:lnTo>
                    <a:pt x="2828" y="5120"/>
                  </a:lnTo>
                  <a:cubicBezTo>
                    <a:pt x="2817" y="4946"/>
                    <a:pt x="2710" y="4806"/>
                    <a:pt x="2548" y="4758"/>
                  </a:cubicBezTo>
                  <a:cubicBezTo>
                    <a:pt x="2337" y="4677"/>
                    <a:pt x="2149" y="4570"/>
                    <a:pt x="1987" y="4419"/>
                  </a:cubicBezTo>
                  <a:cubicBezTo>
                    <a:pt x="1910" y="4357"/>
                    <a:pt x="1818" y="4323"/>
                    <a:pt x="1724" y="4323"/>
                  </a:cubicBezTo>
                  <a:cubicBezTo>
                    <a:pt x="1659" y="4323"/>
                    <a:pt x="1594" y="4339"/>
                    <a:pt x="1532" y="4374"/>
                  </a:cubicBezTo>
                  <a:lnTo>
                    <a:pt x="1285" y="4500"/>
                  </a:lnTo>
                  <a:lnTo>
                    <a:pt x="993" y="3998"/>
                  </a:lnTo>
                  <a:lnTo>
                    <a:pt x="1226" y="3846"/>
                  </a:lnTo>
                  <a:cubicBezTo>
                    <a:pt x="1367" y="3754"/>
                    <a:pt x="1437" y="3588"/>
                    <a:pt x="1403" y="3425"/>
                  </a:cubicBezTo>
                  <a:cubicBezTo>
                    <a:pt x="1392" y="3322"/>
                    <a:pt x="1378" y="3204"/>
                    <a:pt x="1378" y="3097"/>
                  </a:cubicBezTo>
                  <a:cubicBezTo>
                    <a:pt x="1378" y="2993"/>
                    <a:pt x="1392" y="2876"/>
                    <a:pt x="1403" y="2772"/>
                  </a:cubicBezTo>
                  <a:cubicBezTo>
                    <a:pt x="1437" y="2606"/>
                    <a:pt x="1367" y="2444"/>
                    <a:pt x="1226" y="2351"/>
                  </a:cubicBezTo>
                  <a:lnTo>
                    <a:pt x="993" y="2200"/>
                  </a:lnTo>
                  <a:lnTo>
                    <a:pt x="1285" y="1709"/>
                  </a:lnTo>
                  <a:lnTo>
                    <a:pt x="1532" y="1824"/>
                  </a:lnTo>
                  <a:cubicBezTo>
                    <a:pt x="1594" y="1857"/>
                    <a:pt x="1660" y="1873"/>
                    <a:pt x="1725" y="1873"/>
                  </a:cubicBezTo>
                  <a:cubicBezTo>
                    <a:pt x="1819" y="1873"/>
                    <a:pt x="1910" y="1840"/>
                    <a:pt x="1987" y="1779"/>
                  </a:cubicBezTo>
                  <a:cubicBezTo>
                    <a:pt x="2149" y="1624"/>
                    <a:pt x="2337" y="1521"/>
                    <a:pt x="2548" y="1450"/>
                  </a:cubicBezTo>
                  <a:cubicBezTo>
                    <a:pt x="2710" y="1392"/>
                    <a:pt x="2817" y="1251"/>
                    <a:pt x="2828" y="1089"/>
                  </a:cubicBezTo>
                  <a:lnTo>
                    <a:pt x="2839" y="808"/>
                  </a:lnTo>
                  <a:close/>
                  <a:moveTo>
                    <a:pt x="2455" y="0"/>
                  </a:moveTo>
                  <a:cubicBezTo>
                    <a:pt x="2233" y="0"/>
                    <a:pt x="2057" y="166"/>
                    <a:pt x="2045" y="387"/>
                  </a:cubicBezTo>
                  <a:lnTo>
                    <a:pt x="2034" y="783"/>
                  </a:lnTo>
                  <a:cubicBezTo>
                    <a:pt x="1905" y="842"/>
                    <a:pt x="1787" y="912"/>
                    <a:pt x="1672" y="993"/>
                  </a:cubicBezTo>
                  <a:lnTo>
                    <a:pt x="1308" y="808"/>
                  </a:lnTo>
                  <a:cubicBezTo>
                    <a:pt x="1251" y="779"/>
                    <a:pt x="1190" y="765"/>
                    <a:pt x="1129" y="765"/>
                  </a:cubicBezTo>
                  <a:cubicBezTo>
                    <a:pt x="991" y="765"/>
                    <a:pt x="855" y="837"/>
                    <a:pt x="783" y="960"/>
                  </a:cubicBezTo>
                  <a:lnTo>
                    <a:pt x="104" y="2129"/>
                  </a:lnTo>
                  <a:cubicBezTo>
                    <a:pt x="0" y="2315"/>
                    <a:pt x="59" y="2561"/>
                    <a:pt x="233" y="2676"/>
                  </a:cubicBezTo>
                  <a:lnTo>
                    <a:pt x="573" y="2887"/>
                  </a:lnTo>
                  <a:cubicBezTo>
                    <a:pt x="573" y="2957"/>
                    <a:pt x="561" y="3027"/>
                    <a:pt x="561" y="3097"/>
                  </a:cubicBezTo>
                  <a:cubicBezTo>
                    <a:pt x="561" y="3167"/>
                    <a:pt x="573" y="3237"/>
                    <a:pt x="573" y="3308"/>
                  </a:cubicBezTo>
                  <a:lnTo>
                    <a:pt x="233" y="3518"/>
                  </a:lnTo>
                  <a:cubicBezTo>
                    <a:pt x="59" y="3636"/>
                    <a:pt x="0" y="3883"/>
                    <a:pt x="104" y="4068"/>
                  </a:cubicBezTo>
                  <a:lnTo>
                    <a:pt x="783" y="5238"/>
                  </a:lnTo>
                  <a:cubicBezTo>
                    <a:pt x="854" y="5366"/>
                    <a:pt x="986" y="5439"/>
                    <a:pt x="1121" y="5439"/>
                  </a:cubicBezTo>
                  <a:cubicBezTo>
                    <a:pt x="1185" y="5439"/>
                    <a:pt x="1249" y="5423"/>
                    <a:pt x="1308" y="5389"/>
                  </a:cubicBezTo>
                  <a:lnTo>
                    <a:pt x="1672" y="5201"/>
                  </a:lnTo>
                  <a:cubicBezTo>
                    <a:pt x="1787" y="5285"/>
                    <a:pt x="1905" y="5355"/>
                    <a:pt x="2034" y="5412"/>
                  </a:cubicBezTo>
                  <a:lnTo>
                    <a:pt x="2045" y="5810"/>
                  </a:lnTo>
                  <a:cubicBezTo>
                    <a:pt x="2057" y="6032"/>
                    <a:pt x="2233" y="6197"/>
                    <a:pt x="2455" y="6197"/>
                  </a:cubicBezTo>
                  <a:lnTo>
                    <a:pt x="3799" y="6197"/>
                  </a:lnTo>
                  <a:cubicBezTo>
                    <a:pt x="4020" y="6197"/>
                    <a:pt x="4197" y="6032"/>
                    <a:pt x="4208" y="5810"/>
                  </a:cubicBezTo>
                  <a:lnTo>
                    <a:pt x="4220" y="5412"/>
                  </a:lnTo>
                  <a:cubicBezTo>
                    <a:pt x="4349" y="5355"/>
                    <a:pt x="4464" y="5285"/>
                    <a:pt x="4581" y="5201"/>
                  </a:cubicBezTo>
                  <a:lnTo>
                    <a:pt x="4943" y="5389"/>
                  </a:lnTo>
                  <a:cubicBezTo>
                    <a:pt x="5003" y="5423"/>
                    <a:pt x="5068" y="5439"/>
                    <a:pt x="5131" y="5439"/>
                  </a:cubicBezTo>
                  <a:cubicBezTo>
                    <a:pt x="5267" y="5439"/>
                    <a:pt x="5398" y="5366"/>
                    <a:pt x="5471" y="5238"/>
                  </a:cubicBezTo>
                  <a:lnTo>
                    <a:pt x="6147" y="4068"/>
                  </a:lnTo>
                  <a:cubicBezTo>
                    <a:pt x="6253" y="3883"/>
                    <a:pt x="6194" y="3636"/>
                    <a:pt x="6021" y="3518"/>
                  </a:cubicBezTo>
                  <a:lnTo>
                    <a:pt x="5681" y="3308"/>
                  </a:lnTo>
                  <a:cubicBezTo>
                    <a:pt x="5681" y="3237"/>
                    <a:pt x="5692" y="3167"/>
                    <a:pt x="5692" y="3097"/>
                  </a:cubicBezTo>
                  <a:cubicBezTo>
                    <a:pt x="5692" y="3027"/>
                    <a:pt x="5681" y="2957"/>
                    <a:pt x="5681" y="2887"/>
                  </a:cubicBezTo>
                  <a:lnTo>
                    <a:pt x="6021" y="2676"/>
                  </a:lnTo>
                  <a:cubicBezTo>
                    <a:pt x="6194" y="2561"/>
                    <a:pt x="6253" y="2315"/>
                    <a:pt x="6147" y="2129"/>
                  </a:cubicBezTo>
                  <a:lnTo>
                    <a:pt x="5471" y="960"/>
                  </a:lnTo>
                  <a:cubicBezTo>
                    <a:pt x="5397" y="837"/>
                    <a:pt x="5261" y="765"/>
                    <a:pt x="5123" y="765"/>
                  </a:cubicBezTo>
                  <a:cubicBezTo>
                    <a:pt x="5062" y="765"/>
                    <a:pt x="5001" y="779"/>
                    <a:pt x="4943" y="808"/>
                  </a:cubicBezTo>
                  <a:lnTo>
                    <a:pt x="4581" y="993"/>
                  </a:lnTo>
                  <a:cubicBezTo>
                    <a:pt x="4464" y="912"/>
                    <a:pt x="4349" y="842"/>
                    <a:pt x="4220" y="783"/>
                  </a:cubicBezTo>
                  <a:lnTo>
                    <a:pt x="4208" y="387"/>
                  </a:lnTo>
                  <a:cubicBezTo>
                    <a:pt x="4197" y="166"/>
                    <a:pt x="4020" y="0"/>
                    <a:pt x="37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9" name="Google Shape;1343;p48">
              <a:extLst>
                <a:ext uri="{FF2B5EF4-FFF2-40B4-BE49-F238E27FC236}">
                  <a16:creationId xmlns:a16="http://schemas.microsoft.com/office/drawing/2014/main" id="{94B70426-3F0E-C652-68D4-2D4C0E35968A}"/>
                </a:ext>
              </a:extLst>
            </p:cNvPr>
            <p:cNvSpPr/>
            <p:nvPr/>
          </p:nvSpPr>
          <p:spPr>
            <a:xfrm>
              <a:off x="4983138" y="3481225"/>
              <a:ext cx="60550" cy="60825"/>
            </a:xfrm>
            <a:custGeom>
              <a:avLst/>
              <a:gdLst/>
              <a:ahLst/>
              <a:cxnLst/>
              <a:rect l="l" t="t" r="r" b="b"/>
              <a:pathLst>
                <a:path w="2422" h="2433" extrusionOk="0">
                  <a:moveTo>
                    <a:pt x="1215" y="808"/>
                  </a:moveTo>
                  <a:cubicBezTo>
                    <a:pt x="1440" y="808"/>
                    <a:pt x="1613" y="994"/>
                    <a:pt x="1613" y="1215"/>
                  </a:cubicBezTo>
                  <a:cubicBezTo>
                    <a:pt x="1613" y="1440"/>
                    <a:pt x="1440" y="1625"/>
                    <a:pt x="1215" y="1625"/>
                  </a:cubicBezTo>
                  <a:cubicBezTo>
                    <a:pt x="982" y="1625"/>
                    <a:pt x="808" y="1440"/>
                    <a:pt x="808" y="1215"/>
                  </a:cubicBezTo>
                  <a:cubicBezTo>
                    <a:pt x="808" y="994"/>
                    <a:pt x="982" y="808"/>
                    <a:pt x="1215" y="808"/>
                  </a:cubicBezTo>
                  <a:close/>
                  <a:moveTo>
                    <a:pt x="1215" y="1"/>
                  </a:moveTo>
                  <a:cubicBezTo>
                    <a:pt x="539" y="1"/>
                    <a:pt x="0" y="550"/>
                    <a:pt x="0" y="1215"/>
                  </a:cubicBezTo>
                  <a:cubicBezTo>
                    <a:pt x="0" y="1883"/>
                    <a:pt x="539" y="2433"/>
                    <a:pt x="1215" y="2433"/>
                  </a:cubicBezTo>
                  <a:cubicBezTo>
                    <a:pt x="1883" y="2433"/>
                    <a:pt x="2421" y="1883"/>
                    <a:pt x="2421" y="1215"/>
                  </a:cubicBezTo>
                  <a:cubicBezTo>
                    <a:pt x="2421" y="550"/>
                    <a:pt x="1883" y="1"/>
                    <a:pt x="12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 name="Google Shape;1344;p48">
              <a:extLst>
                <a:ext uri="{FF2B5EF4-FFF2-40B4-BE49-F238E27FC236}">
                  <a16:creationId xmlns:a16="http://schemas.microsoft.com/office/drawing/2014/main" id="{ACBA7BEF-48B1-2C59-EAF1-3E84697ACC26}"/>
                </a:ext>
              </a:extLst>
            </p:cNvPr>
            <p:cNvSpPr/>
            <p:nvPr/>
          </p:nvSpPr>
          <p:spPr>
            <a:xfrm>
              <a:off x="4826238" y="3243975"/>
              <a:ext cx="231950" cy="173375"/>
            </a:xfrm>
            <a:custGeom>
              <a:avLst/>
              <a:gdLst/>
              <a:ahLst/>
              <a:cxnLst/>
              <a:rect l="l" t="t" r="r" b="b"/>
              <a:pathLst>
                <a:path w="9278" h="6935" extrusionOk="0">
                  <a:moveTo>
                    <a:pt x="924" y="0"/>
                  </a:moveTo>
                  <a:cubicBezTo>
                    <a:pt x="408" y="0"/>
                    <a:pt x="1" y="421"/>
                    <a:pt x="1" y="923"/>
                  </a:cubicBezTo>
                  <a:lnTo>
                    <a:pt x="1" y="2839"/>
                  </a:lnTo>
                  <a:cubicBezTo>
                    <a:pt x="1" y="2946"/>
                    <a:pt x="82" y="3027"/>
                    <a:pt x="186" y="3027"/>
                  </a:cubicBezTo>
                  <a:lnTo>
                    <a:pt x="618" y="3027"/>
                  </a:lnTo>
                  <a:cubicBezTo>
                    <a:pt x="725" y="3027"/>
                    <a:pt x="806" y="2946"/>
                    <a:pt x="806" y="2839"/>
                  </a:cubicBezTo>
                  <a:lnTo>
                    <a:pt x="806" y="1366"/>
                  </a:lnTo>
                  <a:cubicBezTo>
                    <a:pt x="806" y="1063"/>
                    <a:pt x="1053" y="816"/>
                    <a:pt x="1356" y="816"/>
                  </a:cubicBezTo>
                  <a:lnTo>
                    <a:pt x="6860" y="816"/>
                  </a:lnTo>
                  <a:cubicBezTo>
                    <a:pt x="6989" y="816"/>
                    <a:pt x="7096" y="912"/>
                    <a:pt x="7096" y="1041"/>
                  </a:cubicBezTo>
                  <a:lnTo>
                    <a:pt x="7096" y="5412"/>
                  </a:lnTo>
                  <a:lnTo>
                    <a:pt x="6313" y="4640"/>
                  </a:lnTo>
                  <a:cubicBezTo>
                    <a:pt x="6299" y="4629"/>
                    <a:pt x="6288" y="4618"/>
                    <a:pt x="6265" y="4618"/>
                  </a:cubicBezTo>
                  <a:cubicBezTo>
                    <a:pt x="6258" y="4617"/>
                    <a:pt x="6250" y="4617"/>
                    <a:pt x="6243" y="4617"/>
                  </a:cubicBezTo>
                  <a:cubicBezTo>
                    <a:pt x="5748" y="4617"/>
                    <a:pt x="5626" y="5087"/>
                    <a:pt x="5856" y="5330"/>
                  </a:cubicBezTo>
                  <a:lnTo>
                    <a:pt x="7446" y="6907"/>
                  </a:lnTo>
                  <a:cubicBezTo>
                    <a:pt x="7457" y="6925"/>
                    <a:pt x="7475" y="6934"/>
                    <a:pt x="7494" y="6934"/>
                  </a:cubicBezTo>
                  <a:cubicBezTo>
                    <a:pt x="7513" y="6934"/>
                    <a:pt x="7533" y="6925"/>
                    <a:pt x="7550" y="6907"/>
                  </a:cubicBezTo>
                  <a:lnTo>
                    <a:pt x="9244" y="5212"/>
                  </a:lnTo>
                  <a:cubicBezTo>
                    <a:pt x="9258" y="5201"/>
                    <a:pt x="9270" y="5179"/>
                    <a:pt x="9270" y="5165"/>
                  </a:cubicBezTo>
                  <a:cubicBezTo>
                    <a:pt x="9277" y="4816"/>
                    <a:pt x="9058" y="4639"/>
                    <a:pt x="8841" y="4639"/>
                  </a:cubicBezTo>
                  <a:cubicBezTo>
                    <a:pt x="8738" y="4639"/>
                    <a:pt x="8635" y="4679"/>
                    <a:pt x="8557" y="4758"/>
                  </a:cubicBezTo>
                  <a:lnTo>
                    <a:pt x="7901" y="5412"/>
                  </a:lnTo>
                  <a:lnTo>
                    <a:pt x="7901" y="384"/>
                  </a:lnTo>
                  <a:cubicBezTo>
                    <a:pt x="7901" y="174"/>
                    <a:pt x="7727" y="0"/>
                    <a:pt x="75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11" name="Google Shape;1410;p48">
            <a:extLst>
              <a:ext uri="{FF2B5EF4-FFF2-40B4-BE49-F238E27FC236}">
                <a16:creationId xmlns:a16="http://schemas.microsoft.com/office/drawing/2014/main" id="{026FA5C0-1E58-F74F-6A66-776C5689A73F}"/>
              </a:ext>
            </a:extLst>
          </p:cNvPr>
          <p:cNvGrpSpPr/>
          <p:nvPr/>
        </p:nvGrpSpPr>
        <p:grpSpPr>
          <a:xfrm>
            <a:off x="5418116" y="1582599"/>
            <a:ext cx="346325" cy="345000"/>
            <a:chOff x="1725463" y="2681050"/>
            <a:chExt cx="346325" cy="345000"/>
          </a:xfrm>
        </p:grpSpPr>
        <p:sp>
          <p:nvSpPr>
            <p:cNvPr id="12" name="Google Shape;1411;p48">
              <a:extLst>
                <a:ext uri="{FF2B5EF4-FFF2-40B4-BE49-F238E27FC236}">
                  <a16:creationId xmlns:a16="http://schemas.microsoft.com/office/drawing/2014/main" id="{62DAAE01-06BB-5CE2-9815-648629F67FD9}"/>
                </a:ext>
              </a:extLst>
            </p:cNvPr>
            <p:cNvSpPr/>
            <p:nvPr/>
          </p:nvSpPr>
          <p:spPr>
            <a:xfrm>
              <a:off x="1807588" y="2762650"/>
              <a:ext cx="181800" cy="181800"/>
            </a:xfrm>
            <a:custGeom>
              <a:avLst/>
              <a:gdLst/>
              <a:ahLst/>
              <a:cxnLst/>
              <a:rect l="l" t="t" r="r" b="b"/>
              <a:pathLst>
                <a:path w="7272" h="7272" extrusionOk="0">
                  <a:moveTo>
                    <a:pt x="6032" y="808"/>
                  </a:moveTo>
                  <a:lnTo>
                    <a:pt x="6464" y="1240"/>
                  </a:lnTo>
                  <a:lnTo>
                    <a:pt x="6464" y="1613"/>
                  </a:lnTo>
                  <a:lnTo>
                    <a:pt x="2418" y="1613"/>
                  </a:lnTo>
                  <a:lnTo>
                    <a:pt x="2418" y="808"/>
                  </a:lnTo>
                  <a:close/>
                  <a:moveTo>
                    <a:pt x="1613" y="808"/>
                  </a:moveTo>
                  <a:lnTo>
                    <a:pt x="1613" y="4851"/>
                  </a:lnTo>
                  <a:lnTo>
                    <a:pt x="805" y="4851"/>
                  </a:lnTo>
                  <a:lnTo>
                    <a:pt x="805" y="1240"/>
                  </a:lnTo>
                  <a:lnTo>
                    <a:pt x="1240" y="808"/>
                  </a:lnTo>
                  <a:close/>
                  <a:moveTo>
                    <a:pt x="4851" y="2421"/>
                  </a:moveTo>
                  <a:lnTo>
                    <a:pt x="4851" y="4851"/>
                  </a:lnTo>
                  <a:lnTo>
                    <a:pt x="2418" y="4851"/>
                  </a:lnTo>
                  <a:lnTo>
                    <a:pt x="2418" y="2421"/>
                  </a:lnTo>
                  <a:close/>
                  <a:moveTo>
                    <a:pt x="4851" y="5659"/>
                  </a:moveTo>
                  <a:lnTo>
                    <a:pt x="4851" y="6464"/>
                  </a:lnTo>
                  <a:lnTo>
                    <a:pt x="1240" y="6464"/>
                  </a:lnTo>
                  <a:lnTo>
                    <a:pt x="805" y="6032"/>
                  </a:lnTo>
                  <a:lnTo>
                    <a:pt x="805" y="5659"/>
                  </a:lnTo>
                  <a:close/>
                  <a:moveTo>
                    <a:pt x="6464" y="2421"/>
                  </a:moveTo>
                  <a:lnTo>
                    <a:pt x="6464" y="6032"/>
                  </a:lnTo>
                  <a:lnTo>
                    <a:pt x="6032" y="6464"/>
                  </a:lnTo>
                  <a:lnTo>
                    <a:pt x="5659" y="6464"/>
                  </a:lnTo>
                  <a:lnTo>
                    <a:pt x="5659" y="2421"/>
                  </a:lnTo>
                  <a:close/>
                  <a:moveTo>
                    <a:pt x="1075" y="0"/>
                  </a:moveTo>
                  <a:cubicBezTo>
                    <a:pt x="960" y="0"/>
                    <a:pt x="864" y="37"/>
                    <a:pt x="783" y="118"/>
                  </a:cubicBezTo>
                  <a:lnTo>
                    <a:pt x="118" y="783"/>
                  </a:lnTo>
                  <a:cubicBezTo>
                    <a:pt x="34" y="867"/>
                    <a:pt x="0" y="960"/>
                    <a:pt x="0" y="1078"/>
                  </a:cubicBezTo>
                  <a:lnTo>
                    <a:pt x="0" y="6197"/>
                  </a:lnTo>
                  <a:cubicBezTo>
                    <a:pt x="0" y="6312"/>
                    <a:pt x="34" y="6408"/>
                    <a:pt x="118" y="6489"/>
                  </a:cubicBezTo>
                  <a:lnTo>
                    <a:pt x="783" y="7154"/>
                  </a:lnTo>
                  <a:cubicBezTo>
                    <a:pt x="864" y="7235"/>
                    <a:pt x="960" y="7272"/>
                    <a:pt x="1075" y="7272"/>
                  </a:cubicBezTo>
                  <a:lnTo>
                    <a:pt x="6206" y="7272"/>
                  </a:lnTo>
                  <a:cubicBezTo>
                    <a:pt x="6312" y="7272"/>
                    <a:pt x="6416" y="7235"/>
                    <a:pt x="6486" y="7154"/>
                  </a:cubicBezTo>
                  <a:lnTo>
                    <a:pt x="7154" y="6489"/>
                  </a:lnTo>
                  <a:cubicBezTo>
                    <a:pt x="7235" y="6408"/>
                    <a:pt x="7272" y="6312"/>
                    <a:pt x="7272" y="6197"/>
                  </a:cubicBezTo>
                  <a:lnTo>
                    <a:pt x="7272" y="1078"/>
                  </a:lnTo>
                  <a:cubicBezTo>
                    <a:pt x="7272" y="960"/>
                    <a:pt x="7235" y="867"/>
                    <a:pt x="7154" y="783"/>
                  </a:cubicBezTo>
                  <a:lnTo>
                    <a:pt x="6486" y="118"/>
                  </a:lnTo>
                  <a:cubicBezTo>
                    <a:pt x="6416" y="37"/>
                    <a:pt x="6312" y="0"/>
                    <a:pt x="62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 name="Google Shape;1412;p48">
              <a:extLst>
                <a:ext uri="{FF2B5EF4-FFF2-40B4-BE49-F238E27FC236}">
                  <a16:creationId xmlns:a16="http://schemas.microsoft.com/office/drawing/2014/main" id="{8F077FF6-F008-DAD4-E327-13F5E86F7868}"/>
                </a:ext>
              </a:extLst>
            </p:cNvPr>
            <p:cNvSpPr/>
            <p:nvPr/>
          </p:nvSpPr>
          <p:spPr>
            <a:xfrm>
              <a:off x="1725463" y="2681050"/>
              <a:ext cx="346325" cy="345000"/>
            </a:xfrm>
            <a:custGeom>
              <a:avLst/>
              <a:gdLst/>
              <a:ahLst/>
              <a:cxnLst/>
              <a:rect l="l" t="t" r="r" b="b"/>
              <a:pathLst>
                <a:path w="13853" h="13800" extrusionOk="0">
                  <a:moveTo>
                    <a:pt x="9996" y="2448"/>
                  </a:moveTo>
                  <a:lnTo>
                    <a:pt x="11373" y="3837"/>
                  </a:lnTo>
                  <a:lnTo>
                    <a:pt x="11373" y="9963"/>
                  </a:lnTo>
                  <a:lnTo>
                    <a:pt x="9996" y="11355"/>
                  </a:lnTo>
                  <a:lnTo>
                    <a:pt x="3858" y="11355"/>
                  </a:lnTo>
                  <a:lnTo>
                    <a:pt x="2466" y="9963"/>
                  </a:lnTo>
                  <a:lnTo>
                    <a:pt x="2466" y="3837"/>
                  </a:lnTo>
                  <a:lnTo>
                    <a:pt x="3858" y="2448"/>
                  </a:lnTo>
                  <a:close/>
                  <a:moveTo>
                    <a:pt x="3671" y="0"/>
                  </a:moveTo>
                  <a:cubicBezTo>
                    <a:pt x="3454" y="0"/>
                    <a:pt x="3285" y="186"/>
                    <a:pt x="3285" y="400"/>
                  </a:cubicBezTo>
                  <a:lnTo>
                    <a:pt x="3285" y="1873"/>
                  </a:lnTo>
                  <a:lnTo>
                    <a:pt x="1905" y="3264"/>
                  </a:lnTo>
                  <a:lnTo>
                    <a:pt x="432" y="3264"/>
                  </a:lnTo>
                  <a:cubicBezTo>
                    <a:pt x="222" y="3264"/>
                    <a:pt x="48" y="3416"/>
                    <a:pt x="23" y="3615"/>
                  </a:cubicBezTo>
                  <a:cubicBezTo>
                    <a:pt x="0" y="3862"/>
                    <a:pt x="188" y="4072"/>
                    <a:pt x="421" y="4072"/>
                  </a:cubicBezTo>
                  <a:lnTo>
                    <a:pt x="1661" y="4072"/>
                  </a:lnTo>
                  <a:lnTo>
                    <a:pt x="1661" y="4877"/>
                  </a:lnTo>
                  <a:lnTo>
                    <a:pt x="432" y="4877"/>
                  </a:lnTo>
                  <a:cubicBezTo>
                    <a:pt x="222" y="4877"/>
                    <a:pt x="48" y="5029"/>
                    <a:pt x="23" y="5239"/>
                  </a:cubicBezTo>
                  <a:cubicBezTo>
                    <a:pt x="0" y="5486"/>
                    <a:pt x="188" y="5685"/>
                    <a:pt x="421" y="5685"/>
                  </a:cubicBezTo>
                  <a:lnTo>
                    <a:pt x="1661" y="5685"/>
                  </a:lnTo>
                  <a:lnTo>
                    <a:pt x="1661" y="6490"/>
                  </a:lnTo>
                  <a:lnTo>
                    <a:pt x="432" y="6490"/>
                  </a:lnTo>
                  <a:cubicBezTo>
                    <a:pt x="222" y="6490"/>
                    <a:pt x="48" y="6642"/>
                    <a:pt x="23" y="6852"/>
                  </a:cubicBezTo>
                  <a:cubicBezTo>
                    <a:pt x="0" y="7099"/>
                    <a:pt x="188" y="7310"/>
                    <a:pt x="421" y="7310"/>
                  </a:cubicBezTo>
                  <a:lnTo>
                    <a:pt x="1661" y="7310"/>
                  </a:lnTo>
                  <a:lnTo>
                    <a:pt x="1661" y="8115"/>
                  </a:lnTo>
                  <a:lnTo>
                    <a:pt x="432" y="8115"/>
                  </a:lnTo>
                  <a:cubicBezTo>
                    <a:pt x="222" y="8115"/>
                    <a:pt x="48" y="8269"/>
                    <a:pt x="23" y="8465"/>
                  </a:cubicBezTo>
                  <a:cubicBezTo>
                    <a:pt x="0" y="8712"/>
                    <a:pt x="188" y="8923"/>
                    <a:pt x="421" y="8923"/>
                  </a:cubicBezTo>
                  <a:lnTo>
                    <a:pt x="1661" y="8923"/>
                  </a:lnTo>
                  <a:lnTo>
                    <a:pt x="1661" y="9728"/>
                  </a:lnTo>
                  <a:lnTo>
                    <a:pt x="432" y="9728"/>
                  </a:lnTo>
                  <a:cubicBezTo>
                    <a:pt x="222" y="9728"/>
                    <a:pt x="48" y="9882"/>
                    <a:pt x="23" y="10092"/>
                  </a:cubicBezTo>
                  <a:cubicBezTo>
                    <a:pt x="0" y="10337"/>
                    <a:pt x="188" y="10536"/>
                    <a:pt x="421" y="10536"/>
                  </a:cubicBezTo>
                  <a:lnTo>
                    <a:pt x="1905" y="10536"/>
                  </a:lnTo>
                  <a:lnTo>
                    <a:pt x="3285" y="11927"/>
                  </a:lnTo>
                  <a:lnTo>
                    <a:pt x="3285" y="13389"/>
                  </a:lnTo>
                  <a:cubicBezTo>
                    <a:pt x="3285" y="13599"/>
                    <a:pt x="3437" y="13773"/>
                    <a:pt x="3636" y="13795"/>
                  </a:cubicBezTo>
                  <a:cubicBezTo>
                    <a:pt x="3655" y="13798"/>
                    <a:pt x="3675" y="13800"/>
                    <a:pt x="3694" y="13800"/>
                  </a:cubicBezTo>
                  <a:cubicBezTo>
                    <a:pt x="3912" y="13800"/>
                    <a:pt x="4090" y="13614"/>
                    <a:pt x="4090" y="13400"/>
                  </a:cubicBezTo>
                  <a:lnTo>
                    <a:pt x="4090" y="12160"/>
                  </a:lnTo>
                  <a:lnTo>
                    <a:pt x="4898" y="12160"/>
                  </a:lnTo>
                  <a:lnTo>
                    <a:pt x="4898" y="13389"/>
                  </a:lnTo>
                  <a:cubicBezTo>
                    <a:pt x="4898" y="13599"/>
                    <a:pt x="5050" y="13773"/>
                    <a:pt x="5260" y="13795"/>
                  </a:cubicBezTo>
                  <a:cubicBezTo>
                    <a:pt x="5280" y="13798"/>
                    <a:pt x="5299" y="13800"/>
                    <a:pt x="5318" y="13800"/>
                  </a:cubicBezTo>
                  <a:cubicBezTo>
                    <a:pt x="5537" y="13800"/>
                    <a:pt x="5703" y="13614"/>
                    <a:pt x="5703" y="13400"/>
                  </a:cubicBezTo>
                  <a:lnTo>
                    <a:pt x="5703" y="12160"/>
                  </a:lnTo>
                  <a:lnTo>
                    <a:pt x="6511" y="12160"/>
                  </a:lnTo>
                  <a:lnTo>
                    <a:pt x="6511" y="13389"/>
                  </a:lnTo>
                  <a:cubicBezTo>
                    <a:pt x="6511" y="13599"/>
                    <a:pt x="6663" y="13773"/>
                    <a:pt x="6873" y="13795"/>
                  </a:cubicBezTo>
                  <a:cubicBezTo>
                    <a:pt x="6893" y="13798"/>
                    <a:pt x="6913" y="13800"/>
                    <a:pt x="6932" y="13800"/>
                  </a:cubicBezTo>
                  <a:cubicBezTo>
                    <a:pt x="7152" y="13800"/>
                    <a:pt x="7331" y="13614"/>
                    <a:pt x="7331" y="13400"/>
                  </a:cubicBezTo>
                  <a:lnTo>
                    <a:pt x="7331" y="12160"/>
                  </a:lnTo>
                  <a:lnTo>
                    <a:pt x="8136" y="12160"/>
                  </a:lnTo>
                  <a:lnTo>
                    <a:pt x="8136" y="13389"/>
                  </a:lnTo>
                  <a:cubicBezTo>
                    <a:pt x="8136" y="13599"/>
                    <a:pt x="8287" y="13773"/>
                    <a:pt x="8498" y="13795"/>
                  </a:cubicBezTo>
                  <a:cubicBezTo>
                    <a:pt x="8516" y="13798"/>
                    <a:pt x="8535" y="13800"/>
                    <a:pt x="8554" y="13800"/>
                  </a:cubicBezTo>
                  <a:cubicBezTo>
                    <a:pt x="8766" y="13800"/>
                    <a:pt x="8944" y="13614"/>
                    <a:pt x="8944" y="13400"/>
                  </a:cubicBezTo>
                  <a:lnTo>
                    <a:pt x="8944" y="12160"/>
                  </a:lnTo>
                  <a:lnTo>
                    <a:pt x="9749" y="12160"/>
                  </a:lnTo>
                  <a:lnTo>
                    <a:pt x="9749" y="13389"/>
                  </a:lnTo>
                  <a:cubicBezTo>
                    <a:pt x="9749" y="13599"/>
                    <a:pt x="9900" y="13773"/>
                    <a:pt x="10111" y="13795"/>
                  </a:cubicBezTo>
                  <a:cubicBezTo>
                    <a:pt x="10130" y="13798"/>
                    <a:pt x="10150" y="13800"/>
                    <a:pt x="10169" y="13800"/>
                  </a:cubicBezTo>
                  <a:cubicBezTo>
                    <a:pt x="10388" y="13800"/>
                    <a:pt x="10557" y="13614"/>
                    <a:pt x="10557" y="13400"/>
                  </a:cubicBezTo>
                  <a:lnTo>
                    <a:pt x="10557" y="11927"/>
                  </a:lnTo>
                  <a:lnTo>
                    <a:pt x="11945" y="10536"/>
                  </a:lnTo>
                  <a:lnTo>
                    <a:pt x="13407" y="10536"/>
                  </a:lnTo>
                  <a:cubicBezTo>
                    <a:pt x="13617" y="10536"/>
                    <a:pt x="13794" y="10384"/>
                    <a:pt x="13816" y="10185"/>
                  </a:cubicBezTo>
                  <a:cubicBezTo>
                    <a:pt x="13853" y="9938"/>
                    <a:pt x="13654" y="9728"/>
                    <a:pt x="13418" y="9728"/>
                  </a:cubicBezTo>
                  <a:lnTo>
                    <a:pt x="12181" y="9728"/>
                  </a:lnTo>
                  <a:lnTo>
                    <a:pt x="12181" y="8923"/>
                  </a:lnTo>
                  <a:lnTo>
                    <a:pt x="13407" y="8923"/>
                  </a:lnTo>
                  <a:cubicBezTo>
                    <a:pt x="13617" y="8923"/>
                    <a:pt x="13794" y="8771"/>
                    <a:pt x="13816" y="8561"/>
                  </a:cubicBezTo>
                  <a:cubicBezTo>
                    <a:pt x="13853" y="8314"/>
                    <a:pt x="13654" y="8115"/>
                    <a:pt x="13418" y="8115"/>
                  </a:cubicBezTo>
                  <a:lnTo>
                    <a:pt x="12181" y="8115"/>
                  </a:lnTo>
                  <a:lnTo>
                    <a:pt x="12181" y="7310"/>
                  </a:lnTo>
                  <a:lnTo>
                    <a:pt x="13407" y="7310"/>
                  </a:lnTo>
                  <a:cubicBezTo>
                    <a:pt x="13617" y="7310"/>
                    <a:pt x="13794" y="7158"/>
                    <a:pt x="13816" y="6948"/>
                  </a:cubicBezTo>
                  <a:cubicBezTo>
                    <a:pt x="13853" y="6701"/>
                    <a:pt x="13654" y="6490"/>
                    <a:pt x="13418" y="6490"/>
                  </a:cubicBezTo>
                  <a:lnTo>
                    <a:pt x="12181" y="6490"/>
                  </a:lnTo>
                  <a:lnTo>
                    <a:pt x="12181" y="5685"/>
                  </a:lnTo>
                  <a:lnTo>
                    <a:pt x="13407" y="5685"/>
                  </a:lnTo>
                  <a:cubicBezTo>
                    <a:pt x="13617" y="5685"/>
                    <a:pt x="13794" y="5534"/>
                    <a:pt x="13816" y="5335"/>
                  </a:cubicBezTo>
                  <a:cubicBezTo>
                    <a:pt x="13853" y="5088"/>
                    <a:pt x="13654" y="4877"/>
                    <a:pt x="13418" y="4877"/>
                  </a:cubicBezTo>
                  <a:lnTo>
                    <a:pt x="12181" y="4877"/>
                  </a:lnTo>
                  <a:lnTo>
                    <a:pt x="12181" y="4072"/>
                  </a:lnTo>
                  <a:lnTo>
                    <a:pt x="13407" y="4072"/>
                  </a:lnTo>
                  <a:cubicBezTo>
                    <a:pt x="13617" y="4072"/>
                    <a:pt x="13794" y="3921"/>
                    <a:pt x="13816" y="3710"/>
                  </a:cubicBezTo>
                  <a:cubicBezTo>
                    <a:pt x="13853" y="3463"/>
                    <a:pt x="13654" y="3264"/>
                    <a:pt x="13418" y="3264"/>
                  </a:cubicBezTo>
                  <a:lnTo>
                    <a:pt x="11945" y="3264"/>
                  </a:lnTo>
                  <a:lnTo>
                    <a:pt x="10557" y="1873"/>
                  </a:lnTo>
                  <a:lnTo>
                    <a:pt x="10557" y="414"/>
                  </a:lnTo>
                  <a:cubicBezTo>
                    <a:pt x="10557" y="204"/>
                    <a:pt x="10402" y="27"/>
                    <a:pt x="10206" y="5"/>
                  </a:cubicBezTo>
                  <a:cubicBezTo>
                    <a:pt x="10186" y="2"/>
                    <a:pt x="10167" y="0"/>
                    <a:pt x="10147" y="0"/>
                  </a:cubicBezTo>
                  <a:cubicBezTo>
                    <a:pt x="9927" y="0"/>
                    <a:pt x="9749" y="186"/>
                    <a:pt x="9749" y="400"/>
                  </a:cubicBezTo>
                  <a:lnTo>
                    <a:pt x="9749" y="1640"/>
                  </a:lnTo>
                  <a:lnTo>
                    <a:pt x="8944" y="1640"/>
                  </a:lnTo>
                  <a:lnTo>
                    <a:pt x="8944" y="414"/>
                  </a:lnTo>
                  <a:cubicBezTo>
                    <a:pt x="8944" y="204"/>
                    <a:pt x="8789" y="27"/>
                    <a:pt x="8579" y="5"/>
                  </a:cubicBezTo>
                  <a:cubicBezTo>
                    <a:pt x="8560" y="2"/>
                    <a:pt x="8542" y="0"/>
                    <a:pt x="8523" y="0"/>
                  </a:cubicBezTo>
                  <a:cubicBezTo>
                    <a:pt x="8314" y="0"/>
                    <a:pt x="8136" y="186"/>
                    <a:pt x="8136" y="400"/>
                  </a:cubicBezTo>
                  <a:lnTo>
                    <a:pt x="8136" y="1640"/>
                  </a:lnTo>
                  <a:lnTo>
                    <a:pt x="7331" y="1640"/>
                  </a:lnTo>
                  <a:lnTo>
                    <a:pt x="7331" y="414"/>
                  </a:lnTo>
                  <a:cubicBezTo>
                    <a:pt x="7331" y="204"/>
                    <a:pt x="7176" y="27"/>
                    <a:pt x="6966" y="5"/>
                  </a:cubicBezTo>
                  <a:cubicBezTo>
                    <a:pt x="6946" y="2"/>
                    <a:pt x="6927" y="0"/>
                    <a:pt x="6908" y="0"/>
                  </a:cubicBezTo>
                  <a:cubicBezTo>
                    <a:pt x="6689" y="0"/>
                    <a:pt x="6511" y="186"/>
                    <a:pt x="6511" y="400"/>
                  </a:cubicBezTo>
                  <a:lnTo>
                    <a:pt x="6511" y="1640"/>
                  </a:lnTo>
                  <a:lnTo>
                    <a:pt x="5703" y="1640"/>
                  </a:lnTo>
                  <a:lnTo>
                    <a:pt x="5703" y="414"/>
                  </a:lnTo>
                  <a:cubicBezTo>
                    <a:pt x="5703" y="204"/>
                    <a:pt x="5552" y="27"/>
                    <a:pt x="5353" y="5"/>
                  </a:cubicBezTo>
                  <a:cubicBezTo>
                    <a:pt x="5333" y="2"/>
                    <a:pt x="5314" y="0"/>
                    <a:pt x="5295" y="0"/>
                  </a:cubicBezTo>
                  <a:cubicBezTo>
                    <a:pt x="5076" y="0"/>
                    <a:pt x="4898" y="186"/>
                    <a:pt x="4898" y="400"/>
                  </a:cubicBezTo>
                  <a:lnTo>
                    <a:pt x="4898" y="1640"/>
                  </a:lnTo>
                  <a:lnTo>
                    <a:pt x="4090" y="1640"/>
                  </a:lnTo>
                  <a:lnTo>
                    <a:pt x="4090" y="414"/>
                  </a:lnTo>
                  <a:cubicBezTo>
                    <a:pt x="4090" y="204"/>
                    <a:pt x="3939" y="27"/>
                    <a:pt x="3728" y="5"/>
                  </a:cubicBezTo>
                  <a:cubicBezTo>
                    <a:pt x="3709" y="2"/>
                    <a:pt x="3690" y="0"/>
                    <a:pt x="36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
        <p:nvSpPr>
          <p:cNvPr id="14" name="Google Shape;1399;p48">
            <a:extLst>
              <a:ext uri="{FF2B5EF4-FFF2-40B4-BE49-F238E27FC236}">
                <a16:creationId xmlns:a16="http://schemas.microsoft.com/office/drawing/2014/main" id="{2EF3565F-964A-76B4-58A6-785CB2EA9653}"/>
              </a:ext>
            </a:extLst>
          </p:cNvPr>
          <p:cNvSpPr/>
          <p:nvPr/>
        </p:nvSpPr>
        <p:spPr>
          <a:xfrm>
            <a:off x="920238" y="3176002"/>
            <a:ext cx="345075" cy="344800"/>
          </a:xfrm>
          <a:custGeom>
            <a:avLst/>
            <a:gdLst/>
            <a:ahLst/>
            <a:cxnLst/>
            <a:rect l="l" t="t" r="r" b="b"/>
            <a:pathLst>
              <a:path w="13803" h="13792" extrusionOk="0">
                <a:moveTo>
                  <a:pt x="11337" y="1344"/>
                </a:moveTo>
                <a:lnTo>
                  <a:pt x="11454" y="1998"/>
                </a:lnTo>
                <a:cubicBezTo>
                  <a:pt x="11488" y="2163"/>
                  <a:pt x="11617" y="2290"/>
                  <a:pt x="11783" y="2326"/>
                </a:cubicBezTo>
                <a:lnTo>
                  <a:pt x="12425" y="2444"/>
                </a:lnTo>
                <a:lnTo>
                  <a:pt x="11314" y="3566"/>
                </a:lnTo>
                <a:lnTo>
                  <a:pt x="10391" y="3389"/>
                </a:lnTo>
                <a:lnTo>
                  <a:pt x="10214" y="2466"/>
                </a:lnTo>
                <a:lnTo>
                  <a:pt x="11337" y="1344"/>
                </a:lnTo>
                <a:close/>
                <a:moveTo>
                  <a:pt x="6896" y="5670"/>
                </a:moveTo>
                <a:cubicBezTo>
                  <a:pt x="7084" y="5670"/>
                  <a:pt x="7258" y="5715"/>
                  <a:pt x="7420" y="5785"/>
                </a:cubicBezTo>
                <a:lnTo>
                  <a:pt x="6615" y="6593"/>
                </a:lnTo>
                <a:cubicBezTo>
                  <a:pt x="6452" y="6756"/>
                  <a:pt x="6452" y="7014"/>
                  <a:pt x="6615" y="7165"/>
                </a:cubicBezTo>
                <a:cubicBezTo>
                  <a:pt x="6691" y="7247"/>
                  <a:pt x="6793" y="7287"/>
                  <a:pt x="6896" y="7287"/>
                </a:cubicBezTo>
                <a:cubicBezTo>
                  <a:pt x="6998" y="7287"/>
                  <a:pt x="7100" y="7247"/>
                  <a:pt x="7176" y="7165"/>
                </a:cubicBezTo>
                <a:lnTo>
                  <a:pt x="7995" y="6357"/>
                </a:lnTo>
                <a:cubicBezTo>
                  <a:pt x="8066" y="6523"/>
                  <a:pt x="8110" y="6697"/>
                  <a:pt x="8110" y="6885"/>
                </a:cubicBezTo>
                <a:cubicBezTo>
                  <a:pt x="8110" y="7550"/>
                  <a:pt x="7561" y="8099"/>
                  <a:pt x="6896" y="8099"/>
                </a:cubicBezTo>
                <a:cubicBezTo>
                  <a:pt x="6228" y="8099"/>
                  <a:pt x="5681" y="7550"/>
                  <a:pt x="5681" y="6885"/>
                </a:cubicBezTo>
                <a:cubicBezTo>
                  <a:pt x="5681" y="6217"/>
                  <a:pt x="6228" y="5670"/>
                  <a:pt x="6896" y="5670"/>
                </a:cubicBezTo>
                <a:close/>
                <a:moveTo>
                  <a:pt x="6896" y="3788"/>
                </a:moveTo>
                <a:cubicBezTo>
                  <a:pt x="7608" y="3788"/>
                  <a:pt x="8262" y="4021"/>
                  <a:pt x="8778" y="4430"/>
                </a:cubicBezTo>
                <a:lnTo>
                  <a:pt x="8007" y="5202"/>
                </a:lnTo>
                <a:cubicBezTo>
                  <a:pt x="7690" y="4980"/>
                  <a:pt x="7305" y="4862"/>
                  <a:pt x="6896" y="4862"/>
                </a:cubicBezTo>
                <a:cubicBezTo>
                  <a:pt x="5785" y="4862"/>
                  <a:pt x="4873" y="5763"/>
                  <a:pt x="4873" y="6885"/>
                </a:cubicBezTo>
                <a:cubicBezTo>
                  <a:pt x="4873" y="7996"/>
                  <a:pt x="5785" y="8907"/>
                  <a:pt x="6896" y="8907"/>
                </a:cubicBezTo>
                <a:cubicBezTo>
                  <a:pt x="8007" y="8907"/>
                  <a:pt x="8918" y="7996"/>
                  <a:pt x="8918" y="6885"/>
                </a:cubicBezTo>
                <a:cubicBezTo>
                  <a:pt x="8918" y="6475"/>
                  <a:pt x="8789" y="6091"/>
                  <a:pt x="8579" y="5774"/>
                </a:cubicBezTo>
                <a:lnTo>
                  <a:pt x="9350" y="4991"/>
                </a:lnTo>
                <a:cubicBezTo>
                  <a:pt x="9760" y="5516"/>
                  <a:pt x="9993" y="6172"/>
                  <a:pt x="9993" y="6885"/>
                </a:cubicBezTo>
                <a:cubicBezTo>
                  <a:pt x="9993" y="8590"/>
                  <a:pt x="8601" y="9982"/>
                  <a:pt x="6896" y="9982"/>
                </a:cubicBezTo>
                <a:cubicBezTo>
                  <a:pt x="5190" y="9982"/>
                  <a:pt x="3799" y="8590"/>
                  <a:pt x="3799" y="6885"/>
                </a:cubicBezTo>
                <a:cubicBezTo>
                  <a:pt x="3799" y="5179"/>
                  <a:pt x="5190" y="3788"/>
                  <a:pt x="6896" y="3788"/>
                </a:cubicBezTo>
                <a:close/>
                <a:moveTo>
                  <a:pt x="7608" y="806"/>
                </a:moveTo>
                <a:lnTo>
                  <a:pt x="7678" y="1673"/>
                </a:lnTo>
                <a:cubicBezTo>
                  <a:pt x="7690" y="1846"/>
                  <a:pt x="7819" y="1987"/>
                  <a:pt x="7995" y="2034"/>
                </a:cubicBezTo>
                <a:cubicBezTo>
                  <a:pt x="8498" y="2138"/>
                  <a:pt x="8977" y="2326"/>
                  <a:pt x="9420" y="2595"/>
                </a:cubicBezTo>
                <a:lnTo>
                  <a:pt x="9608" y="3611"/>
                </a:lnTo>
                <a:lnTo>
                  <a:pt x="9362" y="3858"/>
                </a:lnTo>
                <a:cubicBezTo>
                  <a:pt x="8693" y="3312"/>
                  <a:pt x="7834" y="2989"/>
                  <a:pt x="6895" y="2989"/>
                </a:cubicBezTo>
                <a:cubicBezTo>
                  <a:pt x="6848" y="2989"/>
                  <a:pt x="6802" y="2989"/>
                  <a:pt x="6755" y="2991"/>
                </a:cubicBezTo>
                <a:cubicBezTo>
                  <a:pt x="4699" y="3061"/>
                  <a:pt x="3038" y="4744"/>
                  <a:pt x="2991" y="6803"/>
                </a:cubicBezTo>
                <a:cubicBezTo>
                  <a:pt x="2947" y="9001"/>
                  <a:pt x="4712" y="10802"/>
                  <a:pt x="6884" y="10802"/>
                </a:cubicBezTo>
                <a:cubicBezTo>
                  <a:pt x="6918" y="10802"/>
                  <a:pt x="6953" y="10802"/>
                  <a:pt x="6988" y="10801"/>
                </a:cubicBezTo>
                <a:cubicBezTo>
                  <a:pt x="9047" y="10765"/>
                  <a:pt x="10731" y="9107"/>
                  <a:pt x="10812" y="7047"/>
                </a:cubicBezTo>
                <a:cubicBezTo>
                  <a:pt x="10846" y="6054"/>
                  <a:pt x="10506" y="5143"/>
                  <a:pt x="9934" y="4430"/>
                </a:cubicBezTo>
                <a:lnTo>
                  <a:pt x="10181" y="4183"/>
                </a:lnTo>
                <a:lnTo>
                  <a:pt x="11207" y="4371"/>
                </a:lnTo>
                <a:cubicBezTo>
                  <a:pt x="11466" y="4814"/>
                  <a:pt x="11654" y="5294"/>
                  <a:pt x="11769" y="5810"/>
                </a:cubicBezTo>
                <a:cubicBezTo>
                  <a:pt x="11805" y="5973"/>
                  <a:pt x="11956" y="6102"/>
                  <a:pt x="12133" y="6125"/>
                </a:cubicBezTo>
                <a:lnTo>
                  <a:pt x="12997" y="6195"/>
                </a:lnTo>
                <a:lnTo>
                  <a:pt x="12997" y="7597"/>
                </a:lnTo>
                <a:lnTo>
                  <a:pt x="12133" y="7667"/>
                </a:lnTo>
                <a:cubicBezTo>
                  <a:pt x="11956" y="7690"/>
                  <a:pt x="11805" y="7819"/>
                  <a:pt x="11769" y="7996"/>
                </a:cubicBezTo>
                <a:cubicBezTo>
                  <a:pt x="11642" y="8557"/>
                  <a:pt x="11418" y="9081"/>
                  <a:pt x="11115" y="9561"/>
                </a:cubicBezTo>
                <a:cubicBezTo>
                  <a:pt x="11022" y="9713"/>
                  <a:pt x="11034" y="9912"/>
                  <a:pt x="11151" y="10041"/>
                </a:cubicBezTo>
                <a:lnTo>
                  <a:pt x="11712" y="10706"/>
                </a:lnTo>
                <a:lnTo>
                  <a:pt x="10705" y="11701"/>
                </a:lnTo>
                <a:lnTo>
                  <a:pt x="10052" y="11140"/>
                </a:lnTo>
                <a:cubicBezTo>
                  <a:pt x="9974" y="11075"/>
                  <a:pt x="9881" y="11042"/>
                  <a:pt x="9788" y="11042"/>
                </a:cubicBezTo>
                <a:cubicBezTo>
                  <a:pt x="9713" y="11042"/>
                  <a:pt x="9639" y="11063"/>
                  <a:pt x="9572" y="11104"/>
                </a:cubicBezTo>
                <a:cubicBezTo>
                  <a:pt x="9081" y="11421"/>
                  <a:pt x="8556" y="11643"/>
                  <a:pt x="7995" y="11758"/>
                </a:cubicBezTo>
                <a:cubicBezTo>
                  <a:pt x="7819" y="11805"/>
                  <a:pt x="7690" y="11946"/>
                  <a:pt x="7678" y="12122"/>
                </a:cubicBezTo>
                <a:lnTo>
                  <a:pt x="7608" y="12986"/>
                </a:lnTo>
                <a:lnTo>
                  <a:pt x="6194" y="12986"/>
                </a:lnTo>
                <a:lnTo>
                  <a:pt x="6124" y="12122"/>
                </a:lnTo>
                <a:cubicBezTo>
                  <a:pt x="6113" y="11946"/>
                  <a:pt x="5984" y="11805"/>
                  <a:pt x="5807" y="11758"/>
                </a:cubicBezTo>
                <a:cubicBezTo>
                  <a:pt x="5246" y="11643"/>
                  <a:pt x="4722" y="11421"/>
                  <a:pt x="4231" y="11104"/>
                </a:cubicBezTo>
                <a:cubicBezTo>
                  <a:pt x="4163" y="11063"/>
                  <a:pt x="4089" y="11042"/>
                  <a:pt x="4015" y="11042"/>
                </a:cubicBezTo>
                <a:cubicBezTo>
                  <a:pt x="3922" y="11042"/>
                  <a:pt x="3829" y="11075"/>
                  <a:pt x="3751" y="11140"/>
                </a:cubicBezTo>
                <a:lnTo>
                  <a:pt x="3097" y="11701"/>
                </a:lnTo>
                <a:lnTo>
                  <a:pt x="2090" y="10706"/>
                </a:lnTo>
                <a:lnTo>
                  <a:pt x="2651" y="10041"/>
                </a:lnTo>
                <a:cubicBezTo>
                  <a:pt x="2769" y="9912"/>
                  <a:pt x="2780" y="9713"/>
                  <a:pt x="2688" y="9561"/>
                </a:cubicBezTo>
                <a:cubicBezTo>
                  <a:pt x="2385" y="9081"/>
                  <a:pt x="2160" y="8546"/>
                  <a:pt x="2034" y="7984"/>
                </a:cubicBezTo>
                <a:cubicBezTo>
                  <a:pt x="1998" y="7819"/>
                  <a:pt x="1846" y="7690"/>
                  <a:pt x="1669" y="7667"/>
                </a:cubicBezTo>
                <a:lnTo>
                  <a:pt x="805" y="7597"/>
                </a:lnTo>
                <a:lnTo>
                  <a:pt x="805" y="6195"/>
                </a:lnTo>
                <a:lnTo>
                  <a:pt x="1669" y="6125"/>
                </a:lnTo>
                <a:cubicBezTo>
                  <a:pt x="1846" y="6102"/>
                  <a:pt x="1998" y="5984"/>
                  <a:pt x="2034" y="5810"/>
                </a:cubicBezTo>
                <a:cubicBezTo>
                  <a:pt x="2160" y="5249"/>
                  <a:pt x="2385" y="4711"/>
                  <a:pt x="2688" y="4220"/>
                </a:cubicBezTo>
                <a:cubicBezTo>
                  <a:pt x="2780" y="4079"/>
                  <a:pt x="2769" y="3880"/>
                  <a:pt x="2651" y="3751"/>
                </a:cubicBezTo>
                <a:lnTo>
                  <a:pt x="2090" y="3086"/>
                </a:lnTo>
                <a:lnTo>
                  <a:pt x="3097" y="2093"/>
                </a:lnTo>
                <a:lnTo>
                  <a:pt x="3751" y="2654"/>
                </a:lnTo>
                <a:cubicBezTo>
                  <a:pt x="3829" y="2718"/>
                  <a:pt x="3921" y="2750"/>
                  <a:pt x="4014" y="2750"/>
                </a:cubicBezTo>
                <a:cubicBezTo>
                  <a:pt x="4088" y="2750"/>
                  <a:pt x="4163" y="2729"/>
                  <a:pt x="4231" y="2688"/>
                </a:cubicBezTo>
                <a:cubicBezTo>
                  <a:pt x="4722" y="2374"/>
                  <a:pt x="5246" y="2149"/>
                  <a:pt x="5807" y="2034"/>
                </a:cubicBezTo>
                <a:cubicBezTo>
                  <a:pt x="5984" y="1987"/>
                  <a:pt x="6113" y="1846"/>
                  <a:pt x="6124" y="1673"/>
                </a:cubicBezTo>
                <a:lnTo>
                  <a:pt x="6194" y="806"/>
                </a:lnTo>
                <a:close/>
                <a:moveTo>
                  <a:pt x="5821" y="1"/>
                </a:moveTo>
                <a:cubicBezTo>
                  <a:pt x="5611" y="1"/>
                  <a:pt x="5434" y="152"/>
                  <a:pt x="5423" y="362"/>
                </a:cubicBezTo>
                <a:lnTo>
                  <a:pt x="5342" y="1308"/>
                </a:lnTo>
                <a:cubicBezTo>
                  <a:pt x="4895" y="1437"/>
                  <a:pt x="4463" y="1614"/>
                  <a:pt x="4054" y="1846"/>
                </a:cubicBezTo>
                <a:lnTo>
                  <a:pt x="3330" y="1226"/>
                </a:lnTo>
                <a:cubicBezTo>
                  <a:pt x="3252" y="1165"/>
                  <a:pt x="3158" y="1133"/>
                  <a:pt x="3064" y="1133"/>
                </a:cubicBezTo>
                <a:cubicBezTo>
                  <a:pt x="2961" y="1133"/>
                  <a:pt x="2859" y="1171"/>
                  <a:pt x="2780" y="1252"/>
                </a:cubicBezTo>
                <a:lnTo>
                  <a:pt x="1263" y="2781"/>
                </a:lnTo>
                <a:cubicBezTo>
                  <a:pt x="1108" y="2921"/>
                  <a:pt x="1097" y="3168"/>
                  <a:pt x="1237" y="3330"/>
                </a:cubicBezTo>
                <a:lnTo>
                  <a:pt x="1846" y="4057"/>
                </a:lnTo>
                <a:cubicBezTo>
                  <a:pt x="1624" y="4453"/>
                  <a:pt x="1437" y="4885"/>
                  <a:pt x="1319" y="5342"/>
                </a:cubicBezTo>
                <a:lnTo>
                  <a:pt x="373" y="5412"/>
                </a:lnTo>
                <a:cubicBezTo>
                  <a:pt x="163" y="5434"/>
                  <a:pt x="0" y="5611"/>
                  <a:pt x="0" y="5822"/>
                </a:cubicBezTo>
                <a:lnTo>
                  <a:pt x="0" y="7970"/>
                </a:lnTo>
                <a:cubicBezTo>
                  <a:pt x="0" y="8181"/>
                  <a:pt x="163" y="8358"/>
                  <a:pt x="373" y="8380"/>
                </a:cubicBezTo>
                <a:lnTo>
                  <a:pt x="1319" y="8450"/>
                </a:lnTo>
                <a:cubicBezTo>
                  <a:pt x="1437" y="8907"/>
                  <a:pt x="1624" y="9339"/>
                  <a:pt x="1846" y="9749"/>
                </a:cubicBezTo>
                <a:lnTo>
                  <a:pt x="1237" y="10462"/>
                </a:lnTo>
                <a:cubicBezTo>
                  <a:pt x="1097" y="10624"/>
                  <a:pt x="1108" y="10871"/>
                  <a:pt x="1263" y="11011"/>
                </a:cubicBezTo>
                <a:lnTo>
                  <a:pt x="2780" y="12543"/>
                </a:lnTo>
                <a:cubicBezTo>
                  <a:pt x="2859" y="12622"/>
                  <a:pt x="2961" y="12660"/>
                  <a:pt x="3063" y="12660"/>
                </a:cubicBezTo>
                <a:cubicBezTo>
                  <a:pt x="3157" y="12660"/>
                  <a:pt x="3252" y="12627"/>
                  <a:pt x="3330" y="12566"/>
                </a:cubicBezTo>
                <a:lnTo>
                  <a:pt x="4054" y="11946"/>
                </a:lnTo>
                <a:cubicBezTo>
                  <a:pt x="4463" y="12178"/>
                  <a:pt x="4895" y="12355"/>
                  <a:pt x="5342" y="12484"/>
                </a:cubicBezTo>
                <a:lnTo>
                  <a:pt x="5423" y="13430"/>
                </a:lnTo>
                <a:cubicBezTo>
                  <a:pt x="5434" y="13640"/>
                  <a:pt x="5611" y="13791"/>
                  <a:pt x="5821" y="13791"/>
                </a:cubicBezTo>
                <a:lnTo>
                  <a:pt x="7981" y="13791"/>
                </a:lnTo>
                <a:cubicBezTo>
                  <a:pt x="8192" y="13791"/>
                  <a:pt x="8368" y="13640"/>
                  <a:pt x="8380" y="13430"/>
                </a:cubicBezTo>
                <a:lnTo>
                  <a:pt x="8461" y="12484"/>
                </a:lnTo>
                <a:cubicBezTo>
                  <a:pt x="8907" y="12355"/>
                  <a:pt x="9339" y="12178"/>
                  <a:pt x="9749" y="11946"/>
                </a:cubicBezTo>
                <a:lnTo>
                  <a:pt x="10472" y="12566"/>
                </a:lnTo>
                <a:cubicBezTo>
                  <a:pt x="10551" y="12627"/>
                  <a:pt x="10645" y="12660"/>
                  <a:pt x="10740" y="12660"/>
                </a:cubicBezTo>
                <a:cubicBezTo>
                  <a:pt x="10842" y="12660"/>
                  <a:pt x="10944" y="12622"/>
                  <a:pt x="11022" y="12543"/>
                </a:cubicBezTo>
                <a:lnTo>
                  <a:pt x="12540" y="11011"/>
                </a:lnTo>
                <a:cubicBezTo>
                  <a:pt x="12694" y="10871"/>
                  <a:pt x="12706" y="10624"/>
                  <a:pt x="12565" y="10462"/>
                </a:cubicBezTo>
                <a:lnTo>
                  <a:pt x="11956" y="9749"/>
                </a:lnTo>
                <a:cubicBezTo>
                  <a:pt x="12178" y="9339"/>
                  <a:pt x="12366" y="8907"/>
                  <a:pt x="12484" y="8450"/>
                </a:cubicBezTo>
                <a:lnTo>
                  <a:pt x="13429" y="8380"/>
                </a:lnTo>
                <a:cubicBezTo>
                  <a:pt x="13640" y="8358"/>
                  <a:pt x="13802" y="8181"/>
                  <a:pt x="13802" y="7970"/>
                </a:cubicBezTo>
                <a:lnTo>
                  <a:pt x="13802" y="5822"/>
                </a:lnTo>
                <a:cubicBezTo>
                  <a:pt x="13802" y="5611"/>
                  <a:pt x="13640" y="5434"/>
                  <a:pt x="13429" y="5412"/>
                </a:cubicBezTo>
                <a:lnTo>
                  <a:pt x="12484" y="5342"/>
                </a:lnTo>
                <a:cubicBezTo>
                  <a:pt x="12366" y="4899"/>
                  <a:pt x="12189" y="4478"/>
                  <a:pt x="11968" y="4068"/>
                </a:cubicBezTo>
                <a:lnTo>
                  <a:pt x="13547" y="2489"/>
                </a:lnTo>
                <a:cubicBezTo>
                  <a:pt x="13780" y="2256"/>
                  <a:pt x="13662" y="1858"/>
                  <a:pt x="13337" y="1799"/>
                </a:cubicBezTo>
                <a:lnTo>
                  <a:pt x="12203" y="1588"/>
                </a:lnTo>
                <a:lnTo>
                  <a:pt x="11993" y="455"/>
                </a:lnTo>
                <a:cubicBezTo>
                  <a:pt x="11955" y="252"/>
                  <a:pt x="11774" y="131"/>
                  <a:pt x="11592" y="131"/>
                </a:cubicBezTo>
                <a:cubicBezTo>
                  <a:pt x="11492" y="131"/>
                  <a:pt x="11392" y="166"/>
                  <a:pt x="11314" y="245"/>
                </a:cubicBezTo>
                <a:lnTo>
                  <a:pt x="9723" y="1835"/>
                </a:lnTo>
                <a:cubicBezTo>
                  <a:pt x="9328" y="1614"/>
                  <a:pt x="8907" y="1437"/>
                  <a:pt x="8461" y="1308"/>
                </a:cubicBezTo>
                <a:lnTo>
                  <a:pt x="8380" y="362"/>
                </a:lnTo>
                <a:cubicBezTo>
                  <a:pt x="8368" y="152"/>
                  <a:pt x="8192" y="1"/>
                  <a:pt x="79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nvGrpSpPr>
          <p:cNvPr id="15" name="Google Shape;1294;p48">
            <a:extLst>
              <a:ext uri="{FF2B5EF4-FFF2-40B4-BE49-F238E27FC236}">
                <a16:creationId xmlns:a16="http://schemas.microsoft.com/office/drawing/2014/main" id="{04722950-39A3-A36E-879D-4FB385CF4A0D}"/>
              </a:ext>
            </a:extLst>
          </p:cNvPr>
          <p:cNvGrpSpPr/>
          <p:nvPr/>
        </p:nvGrpSpPr>
        <p:grpSpPr>
          <a:xfrm>
            <a:off x="5418116" y="3215902"/>
            <a:ext cx="289600" cy="345150"/>
            <a:chOff x="4801988" y="3797375"/>
            <a:chExt cx="289600" cy="345150"/>
          </a:xfrm>
        </p:grpSpPr>
        <p:sp>
          <p:nvSpPr>
            <p:cNvPr id="16" name="Google Shape;1295;p48">
              <a:extLst>
                <a:ext uri="{FF2B5EF4-FFF2-40B4-BE49-F238E27FC236}">
                  <a16:creationId xmlns:a16="http://schemas.microsoft.com/office/drawing/2014/main" id="{4713A512-ED5F-2E60-C6B0-130B7A67D9D9}"/>
                </a:ext>
              </a:extLst>
            </p:cNvPr>
            <p:cNvSpPr/>
            <p:nvPr/>
          </p:nvSpPr>
          <p:spPr>
            <a:xfrm>
              <a:off x="4916238" y="3885675"/>
              <a:ext cx="60825" cy="60775"/>
            </a:xfrm>
            <a:custGeom>
              <a:avLst/>
              <a:gdLst/>
              <a:ahLst/>
              <a:cxnLst/>
              <a:rect l="l" t="t" r="r" b="b"/>
              <a:pathLst>
                <a:path w="2433" h="2431" extrusionOk="0">
                  <a:moveTo>
                    <a:pt x="1215" y="806"/>
                  </a:moveTo>
                  <a:cubicBezTo>
                    <a:pt x="1436" y="806"/>
                    <a:pt x="1613" y="994"/>
                    <a:pt x="1613" y="1215"/>
                  </a:cubicBezTo>
                  <a:cubicBezTo>
                    <a:pt x="1613" y="1437"/>
                    <a:pt x="1436" y="1614"/>
                    <a:pt x="1215" y="1614"/>
                  </a:cubicBezTo>
                  <a:cubicBezTo>
                    <a:pt x="993" y="1614"/>
                    <a:pt x="805" y="1437"/>
                    <a:pt x="805" y="1215"/>
                  </a:cubicBezTo>
                  <a:cubicBezTo>
                    <a:pt x="805" y="994"/>
                    <a:pt x="993" y="806"/>
                    <a:pt x="1215" y="806"/>
                  </a:cubicBezTo>
                  <a:close/>
                  <a:moveTo>
                    <a:pt x="1215" y="1"/>
                  </a:moveTo>
                  <a:cubicBezTo>
                    <a:pt x="539" y="1"/>
                    <a:pt x="0" y="551"/>
                    <a:pt x="0" y="1215"/>
                  </a:cubicBezTo>
                  <a:cubicBezTo>
                    <a:pt x="0" y="1883"/>
                    <a:pt x="539" y="2430"/>
                    <a:pt x="1215" y="2430"/>
                  </a:cubicBezTo>
                  <a:cubicBezTo>
                    <a:pt x="1882" y="2430"/>
                    <a:pt x="2432" y="1883"/>
                    <a:pt x="2432" y="1215"/>
                  </a:cubicBezTo>
                  <a:cubicBezTo>
                    <a:pt x="2432" y="551"/>
                    <a:pt x="1882" y="1"/>
                    <a:pt x="12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7" name="Google Shape;1296;p48">
              <a:extLst>
                <a:ext uri="{FF2B5EF4-FFF2-40B4-BE49-F238E27FC236}">
                  <a16:creationId xmlns:a16="http://schemas.microsoft.com/office/drawing/2014/main" id="{2D9240F0-5680-5320-1A0C-B546C113D6DA}"/>
                </a:ext>
              </a:extLst>
            </p:cNvPr>
            <p:cNvSpPr/>
            <p:nvPr/>
          </p:nvSpPr>
          <p:spPr>
            <a:xfrm>
              <a:off x="4801988" y="3797375"/>
              <a:ext cx="289600" cy="345150"/>
            </a:xfrm>
            <a:custGeom>
              <a:avLst/>
              <a:gdLst/>
              <a:ahLst/>
              <a:cxnLst/>
              <a:rect l="l" t="t" r="r" b="b"/>
              <a:pathLst>
                <a:path w="11584" h="13806" extrusionOk="0">
                  <a:moveTo>
                    <a:pt x="10731" y="11643"/>
                  </a:moveTo>
                  <a:cubicBezTo>
                    <a:pt x="10579" y="12288"/>
                    <a:pt x="10074" y="12801"/>
                    <a:pt x="9432" y="12953"/>
                  </a:cubicBezTo>
                  <a:lnTo>
                    <a:pt x="9432" y="11643"/>
                  </a:lnTo>
                  <a:close/>
                  <a:moveTo>
                    <a:pt x="10111" y="809"/>
                  </a:moveTo>
                  <a:cubicBezTo>
                    <a:pt x="10472" y="809"/>
                    <a:pt x="10775" y="1112"/>
                    <a:pt x="10775" y="1488"/>
                  </a:cubicBezTo>
                  <a:lnTo>
                    <a:pt x="10775" y="10838"/>
                  </a:lnTo>
                  <a:lnTo>
                    <a:pt x="9022" y="10838"/>
                  </a:lnTo>
                  <a:cubicBezTo>
                    <a:pt x="8801" y="10838"/>
                    <a:pt x="8627" y="11026"/>
                    <a:pt x="8627" y="11247"/>
                  </a:cubicBezTo>
                  <a:lnTo>
                    <a:pt x="8627" y="13001"/>
                  </a:lnTo>
                  <a:lnTo>
                    <a:pt x="1473" y="13001"/>
                  </a:lnTo>
                  <a:cubicBezTo>
                    <a:pt x="1111" y="13001"/>
                    <a:pt x="805" y="12695"/>
                    <a:pt x="805" y="12322"/>
                  </a:cubicBezTo>
                  <a:lnTo>
                    <a:pt x="805" y="1488"/>
                  </a:lnTo>
                  <a:cubicBezTo>
                    <a:pt x="805" y="1112"/>
                    <a:pt x="1111" y="809"/>
                    <a:pt x="1473" y="809"/>
                  </a:cubicBezTo>
                  <a:close/>
                  <a:moveTo>
                    <a:pt x="1473" y="1"/>
                  </a:moveTo>
                  <a:cubicBezTo>
                    <a:pt x="654" y="1"/>
                    <a:pt x="0" y="669"/>
                    <a:pt x="0" y="1488"/>
                  </a:cubicBezTo>
                  <a:lnTo>
                    <a:pt x="0" y="12322"/>
                  </a:lnTo>
                  <a:cubicBezTo>
                    <a:pt x="0" y="13141"/>
                    <a:pt x="654" y="13806"/>
                    <a:pt x="1473" y="13806"/>
                  </a:cubicBezTo>
                  <a:lnTo>
                    <a:pt x="9022" y="13806"/>
                  </a:lnTo>
                  <a:cubicBezTo>
                    <a:pt x="10439" y="13806"/>
                    <a:pt x="11583" y="12661"/>
                    <a:pt x="11583" y="11247"/>
                  </a:cubicBezTo>
                  <a:lnTo>
                    <a:pt x="11583" y="1488"/>
                  </a:lnTo>
                  <a:cubicBezTo>
                    <a:pt x="11583" y="669"/>
                    <a:pt x="10930" y="1"/>
                    <a:pt x="101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8" name="Google Shape;1297;p48">
              <a:extLst>
                <a:ext uri="{FF2B5EF4-FFF2-40B4-BE49-F238E27FC236}">
                  <a16:creationId xmlns:a16="http://schemas.microsoft.com/office/drawing/2014/main" id="{44784E08-A5C8-FEF4-6A89-5E3D8C1AA745}"/>
                </a:ext>
              </a:extLst>
            </p:cNvPr>
            <p:cNvSpPr/>
            <p:nvPr/>
          </p:nvSpPr>
          <p:spPr>
            <a:xfrm>
              <a:off x="4841688" y="3838625"/>
              <a:ext cx="210125" cy="269500"/>
            </a:xfrm>
            <a:custGeom>
              <a:avLst/>
              <a:gdLst/>
              <a:ahLst/>
              <a:cxnLst/>
              <a:rect l="l" t="t" r="r" b="b"/>
              <a:pathLst>
                <a:path w="8405" h="10780" extrusionOk="0">
                  <a:moveTo>
                    <a:pt x="4477" y="805"/>
                  </a:moveTo>
                  <a:lnTo>
                    <a:pt x="4503" y="1122"/>
                  </a:lnTo>
                  <a:cubicBezTo>
                    <a:pt x="4503" y="1263"/>
                    <a:pt x="4606" y="1392"/>
                    <a:pt x="4735" y="1437"/>
                  </a:cubicBezTo>
                  <a:cubicBezTo>
                    <a:pt x="4957" y="1507"/>
                    <a:pt x="5167" y="1625"/>
                    <a:pt x="5344" y="1776"/>
                  </a:cubicBezTo>
                  <a:cubicBezTo>
                    <a:pt x="5412" y="1839"/>
                    <a:pt x="5506" y="1873"/>
                    <a:pt x="5600" y="1873"/>
                  </a:cubicBezTo>
                  <a:cubicBezTo>
                    <a:pt x="5665" y="1873"/>
                    <a:pt x="5730" y="1857"/>
                    <a:pt x="5787" y="1824"/>
                  </a:cubicBezTo>
                  <a:lnTo>
                    <a:pt x="6031" y="1695"/>
                  </a:lnTo>
                  <a:lnTo>
                    <a:pt x="6326" y="2197"/>
                  </a:lnTo>
                  <a:lnTo>
                    <a:pt x="6057" y="2374"/>
                  </a:lnTo>
                  <a:cubicBezTo>
                    <a:pt x="5939" y="2455"/>
                    <a:pt x="5880" y="2595"/>
                    <a:pt x="5905" y="2736"/>
                  </a:cubicBezTo>
                  <a:cubicBezTo>
                    <a:pt x="5939" y="2853"/>
                    <a:pt x="5950" y="2980"/>
                    <a:pt x="5950" y="3097"/>
                  </a:cubicBezTo>
                  <a:cubicBezTo>
                    <a:pt x="5950" y="3215"/>
                    <a:pt x="5939" y="3344"/>
                    <a:pt x="5905" y="3459"/>
                  </a:cubicBezTo>
                  <a:cubicBezTo>
                    <a:pt x="5880" y="3600"/>
                    <a:pt x="5939" y="3740"/>
                    <a:pt x="6057" y="3821"/>
                  </a:cubicBezTo>
                  <a:lnTo>
                    <a:pt x="6326" y="3998"/>
                  </a:lnTo>
                  <a:lnTo>
                    <a:pt x="6031" y="4489"/>
                  </a:lnTo>
                  <a:lnTo>
                    <a:pt x="5751" y="4349"/>
                  </a:lnTo>
                  <a:cubicBezTo>
                    <a:pt x="5701" y="4321"/>
                    <a:pt x="5647" y="4308"/>
                    <a:pt x="5593" y="4308"/>
                  </a:cubicBezTo>
                  <a:cubicBezTo>
                    <a:pt x="5511" y="4308"/>
                    <a:pt x="5429" y="4339"/>
                    <a:pt x="5367" y="4396"/>
                  </a:cubicBezTo>
                  <a:cubicBezTo>
                    <a:pt x="5190" y="4559"/>
                    <a:pt x="4994" y="4677"/>
                    <a:pt x="4769" y="4747"/>
                  </a:cubicBezTo>
                  <a:cubicBezTo>
                    <a:pt x="4618" y="4803"/>
                    <a:pt x="4503" y="4943"/>
                    <a:pt x="4503" y="5109"/>
                  </a:cubicBezTo>
                  <a:lnTo>
                    <a:pt x="4477" y="5389"/>
                  </a:lnTo>
                  <a:lnTo>
                    <a:pt x="3905" y="5389"/>
                  </a:lnTo>
                  <a:lnTo>
                    <a:pt x="3894" y="5061"/>
                  </a:lnTo>
                  <a:cubicBezTo>
                    <a:pt x="3883" y="4921"/>
                    <a:pt x="3787" y="4803"/>
                    <a:pt x="3647" y="4758"/>
                  </a:cubicBezTo>
                  <a:cubicBezTo>
                    <a:pt x="3425" y="4688"/>
                    <a:pt x="3226" y="4570"/>
                    <a:pt x="3052" y="4419"/>
                  </a:cubicBezTo>
                  <a:cubicBezTo>
                    <a:pt x="2976" y="4356"/>
                    <a:pt x="2884" y="4322"/>
                    <a:pt x="2789" y="4322"/>
                  </a:cubicBezTo>
                  <a:cubicBezTo>
                    <a:pt x="2724" y="4322"/>
                    <a:pt x="2658" y="4338"/>
                    <a:pt x="2595" y="4371"/>
                  </a:cubicBezTo>
                  <a:lnTo>
                    <a:pt x="2351" y="4489"/>
                  </a:lnTo>
                  <a:lnTo>
                    <a:pt x="2070" y="3998"/>
                  </a:lnTo>
                  <a:lnTo>
                    <a:pt x="2340" y="3821"/>
                  </a:lnTo>
                  <a:cubicBezTo>
                    <a:pt x="2455" y="3740"/>
                    <a:pt x="2514" y="3600"/>
                    <a:pt x="2480" y="3459"/>
                  </a:cubicBezTo>
                  <a:cubicBezTo>
                    <a:pt x="2455" y="3344"/>
                    <a:pt x="2443" y="3215"/>
                    <a:pt x="2443" y="3097"/>
                  </a:cubicBezTo>
                  <a:cubicBezTo>
                    <a:pt x="2443" y="2980"/>
                    <a:pt x="2455" y="2853"/>
                    <a:pt x="2480" y="2736"/>
                  </a:cubicBezTo>
                  <a:cubicBezTo>
                    <a:pt x="2514" y="2595"/>
                    <a:pt x="2455" y="2455"/>
                    <a:pt x="2340" y="2374"/>
                  </a:cubicBezTo>
                  <a:lnTo>
                    <a:pt x="2070" y="2197"/>
                  </a:lnTo>
                  <a:lnTo>
                    <a:pt x="2351" y="1695"/>
                  </a:lnTo>
                  <a:lnTo>
                    <a:pt x="2643" y="1846"/>
                  </a:lnTo>
                  <a:cubicBezTo>
                    <a:pt x="2694" y="1874"/>
                    <a:pt x="2749" y="1887"/>
                    <a:pt x="2803" y="1887"/>
                  </a:cubicBezTo>
                  <a:cubicBezTo>
                    <a:pt x="2885" y="1887"/>
                    <a:pt x="2966" y="1857"/>
                    <a:pt x="3030" y="1801"/>
                  </a:cubicBezTo>
                  <a:cubicBezTo>
                    <a:pt x="3204" y="1625"/>
                    <a:pt x="3414" y="1507"/>
                    <a:pt x="3647" y="1425"/>
                  </a:cubicBezTo>
                  <a:cubicBezTo>
                    <a:pt x="3787" y="1392"/>
                    <a:pt x="3883" y="1263"/>
                    <a:pt x="3894" y="1122"/>
                  </a:cubicBezTo>
                  <a:lnTo>
                    <a:pt x="3905" y="805"/>
                  </a:lnTo>
                  <a:close/>
                  <a:moveTo>
                    <a:pt x="1229" y="7002"/>
                  </a:moveTo>
                  <a:cubicBezTo>
                    <a:pt x="1450" y="7002"/>
                    <a:pt x="1638" y="7188"/>
                    <a:pt x="1638" y="7412"/>
                  </a:cubicBezTo>
                  <a:cubicBezTo>
                    <a:pt x="1638" y="7634"/>
                    <a:pt x="1450" y="7808"/>
                    <a:pt x="1229" y="7808"/>
                  </a:cubicBezTo>
                  <a:cubicBezTo>
                    <a:pt x="1007" y="7808"/>
                    <a:pt x="819" y="7634"/>
                    <a:pt x="819" y="7412"/>
                  </a:cubicBezTo>
                  <a:cubicBezTo>
                    <a:pt x="819" y="7188"/>
                    <a:pt x="1007" y="7002"/>
                    <a:pt x="1229" y="7002"/>
                  </a:cubicBezTo>
                  <a:close/>
                  <a:moveTo>
                    <a:pt x="7154" y="7002"/>
                  </a:moveTo>
                  <a:cubicBezTo>
                    <a:pt x="7389" y="7002"/>
                    <a:pt x="7563" y="7188"/>
                    <a:pt x="7563" y="7412"/>
                  </a:cubicBezTo>
                  <a:cubicBezTo>
                    <a:pt x="7563" y="7634"/>
                    <a:pt x="7389" y="7808"/>
                    <a:pt x="7154" y="7808"/>
                  </a:cubicBezTo>
                  <a:cubicBezTo>
                    <a:pt x="6932" y="7808"/>
                    <a:pt x="6758" y="7634"/>
                    <a:pt x="6758" y="7412"/>
                  </a:cubicBezTo>
                  <a:cubicBezTo>
                    <a:pt x="6758" y="7188"/>
                    <a:pt x="6932" y="7002"/>
                    <a:pt x="7154" y="7002"/>
                  </a:cubicBezTo>
                  <a:close/>
                  <a:moveTo>
                    <a:pt x="4197" y="9165"/>
                  </a:moveTo>
                  <a:cubicBezTo>
                    <a:pt x="4418" y="9165"/>
                    <a:pt x="4595" y="9339"/>
                    <a:pt x="4595" y="9561"/>
                  </a:cubicBezTo>
                  <a:cubicBezTo>
                    <a:pt x="4595" y="9782"/>
                    <a:pt x="4418" y="9970"/>
                    <a:pt x="4197" y="9970"/>
                  </a:cubicBezTo>
                  <a:cubicBezTo>
                    <a:pt x="3975" y="9970"/>
                    <a:pt x="3787" y="9782"/>
                    <a:pt x="3787" y="9561"/>
                  </a:cubicBezTo>
                  <a:cubicBezTo>
                    <a:pt x="3787" y="9339"/>
                    <a:pt x="3975" y="9165"/>
                    <a:pt x="4197" y="9165"/>
                  </a:cubicBezTo>
                  <a:close/>
                  <a:moveTo>
                    <a:pt x="3532" y="0"/>
                  </a:moveTo>
                  <a:cubicBezTo>
                    <a:pt x="3310" y="0"/>
                    <a:pt x="3134" y="163"/>
                    <a:pt x="3122" y="385"/>
                  </a:cubicBezTo>
                  <a:lnTo>
                    <a:pt x="3111" y="783"/>
                  </a:lnTo>
                  <a:cubicBezTo>
                    <a:pt x="2982" y="842"/>
                    <a:pt x="2864" y="912"/>
                    <a:pt x="2749" y="993"/>
                  </a:cubicBezTo>
                  <a:lnTo>
                    <a:pt x="2385" y="805"/>
                  </a:lnTo>
                  <a:cubicBezTo>
                    <a:pt x="2326" y="773"/>
                    <a:pt x="2263" y="757"/>
                    <a:pt x="2201" y="757"/>
                  </a:cubicBezTo>
                  <a:cubicBezTo>
                    <a:pt x="2064" y="757"/>
                    <a:pt x="1931" y="831"/>
                    <a:pt x="1860" y="960"/>
                  </a:cubicBezTo>
                  <a:lnTo>
                    <a:pt x="1181" y="2127"/>
                  </a:lnTo>
                  <a:cubicBezTo>
                    <a:pt x="1077" y="2315"/>
                    <a:pt x="1136" y="2559"/>
                    <a:pt x="1310" y="2677"/>
                  </a:cubicBezTo>
                  <a:lnTo>
                    <a:pt x="1650" y="2887"/>
                  </a:lnTo>
                  <a:cubicBezTo>
                    <a:pt x="1650" y="2957"/>
                    <a:pt x="1638" y="3027"/>
                    <a:pt x="1638" y="3097"/>
                  </a:cubicBezTo>
                  <a:cubicBezTo>
                    <a:pt x="1638" y="3168"/>
                    <a:pt x="1650" y="3238"/>
                    <a:pt x="1650" y="3308"/>
                  </a:cubicBezTo>
                  <a:lnTo>
                    <a:pt x="1310" y="3518"/>
                  </a:lnTo>
                  <a:cubicBezTo>
                    <a:pt x="1136" y="3636"/>
                    <a:pt x="1077" y="3880"/>
                    <a:pt x="1181" y="4068"/>
                  </a:cubicBezTo>
                  <a:lnTo>
                    <a:pt x="1860" y="5224"/>
                  </a:lnTo>
                  <a:cubicBezTo>
                    <a:pt x="1933" y="5356"/>
                    <a:pt x="2071" y="5430"/>
                    <a:pt x="2211" y="5430"/>
                  </a:cubicBezTo>
                  <a:cubicBezTo>
                    <a:pt x="2270" y="5430"/>
                    <a:pt x="2330" y="5417"/>
                    <a:pt x="2385" y="5389"/>
                  </a:cubicBezTo>
                  <a:lnTo>
                    <a:pt x="2749" y="5201"/>
                  </a:lnTo>
                  <a:cubicBezTo>
                    <a:pt x="2864" y="5283"/>
                    <a:pt x="2982" y="5353"/>
                    <a:pt x="3111" y="5412"/>
                  </a:cubicBezTo>
                  <a:lnTo>
                    <a:pt x="3122" y="5810"/>
                  </a:lnTo>
                  <a:cubicBezTo>
                    <a:pt x="3134" y="6032"/>
                    <a:pt x="3310" y="6194"/>
                    <a:pt x="3532" y="6194"/>
                  </a:cubicBezTo>
                  <a:lnTo>
                    <a:pt x="3801" y="6194"/>
                  </a:lnTo>
                  <a:lnTo>
                    <a:pt x="3801" y="7002"/>
                  </a:lnTo>
                  <a:lnTo>
                    <a:pt x="2385" y="7002"/>
                  </a:lnTo>
                  <a:cubicBezTo>
                    <a:pt x="2216" y="6527"/>
                    <a:pt x="1761" y="6193"/>
                    <a:pt x="1222" y="6193"/>
                  </a:cubicBezTo>
                  <a:cubicBezTo>
                    <a:pt x="1205" y="6193"/>
                    <a:pt x="1187" y="6194"/>
                    <a:pt x="1170" y="6194"/>
                  </a:cubicBezTo>
                  <a:cubicBezTo>
                    <a:pt x="550" y="6231"/>
                    <a:pt x="48" y="6744"/>
                    <a:pt x="25" y="7364"/>
                  </a:cubicBezTo>
                  <a:cubicBezTo>
                    <a:pt x="0" y="8054"/>
                    <a:pt x="550" y="8627"/>
                    <a:pt x="1240" y="8627"/>
                  </a:cubicBezTo>
                  <a:cubicBezTo>
                    <a:pt x="1767" y="8627"/>
                    <a:pt x="2211" y="8287"/>
                    <a:pt x="2385" y="7819"/>
                  </a:cubicBezTo>
                  <a:lnTo>
                    <a:pt x="3801" y="7819"/>
                  </a:lnTo>
                  <a:lnTo>
                    <a:pt x="3801" y="8428"/>
                  </a:lnTo>
                  <a:cubicBezTo>
                    <a:pt x="3310" y="8604"/>
                    <a:pt x="2960" y="9081"/>
                    <a:pt x="2993" y="9631"/>
                  </a:cubicBezTo>
                  <a:cubicBezTo>
                    <a:pt x="3030" y="10251"/>
                    <a:pt x="3532" y="10753"/>
                    <a:pt x="4152" y="10778"/>
                  </a:cubicBezTo>
                  <a:cubicBezTo>
                    <a:pt x="4172" y="10779"/>
                    <a:pt x="4191" y="10780"/>
                    <a:pt x="4211" y="10780"/>
                  </a:cubicBezTo>
                  <a:cubicBezTo>
                    <a:pt x="4872" y="10780"/>
                    <a:pt x="5414" y="10231"/>
                    <a:pt x="5414" y="9561"/>
                  </a:cubicBezTo>
                  <a:cubicBezTo>
                    <a:pt x="5414" y="9036"/>
                    <a:pt x="5075" y="8590"/>
                    <a:pt x="4606" y="8428"/>
                  </a:cubicBezTo>
                  <a:lnTo>
                    <a:pt x="4606" y="7819"/>
                  </a:lnTo>
                  <a:lnTo>
                    <a:pt x="6020" y="7819"/>
                  </a:lnTo>
                  <a:cubicBezTo>
                    <a:pt x="6191" y="8294"/>
                    <a:pt x="6658" y="8628"/>
                    <a:pt x="7186" y="8628"/>
                  </a:cubicBezTo>
                  <a:cubicBezTo>
                    <a:pt x="7203" y="8628"/>
                    <a:pt x="7221" y="8627"/>
                    <a:pt x="7238" y="8627"/>
                  </a:cubicBezTo>
                  <a:cubicBezTo>
                    <a:pt x="7855" y="8590"/>
                    <a:pt x="8360" y="8077"/>
                    <a:pt x="8382" y="7457"/>
                  </a:cubicBezTo>
                  <a:cubicBezTo>
                    <a:pt x="8405" y="6767"/>
                    <a:pt x="7855" y="6194"/>
                    <a:pt x="7168" y="6194"/>
                  </a:cubicBezTo>
                  <a:cubicBezTo>
                    <a:pt x="6640" y="6194"/>
                    <a:pt x="6197" y="6534"/>
                    <a:pt x="6020" y="7002"/>
                  </a:cubicBezTo>
                  <a:lnTo>
                    <a:pt x="4606" y="7002"/>
                  </a:lnTo>
                  <a:lnTo>
                    <a:pt x="4606" y="6194"/>
                  </a:lnTo>
                  <a:lnTo>
                    <a:pt x="4876" y="6194"/>
                  </a:lnTo>
                  <a:cubicBezTo>
                    <a:pt x="5097" y="6194"/>
                    <a:pt x="5274" y="6032"/>
                    <a:pt x="5285" y="5810"/>
                  </a:cubicBezTo>
                  <a:lnTo>
                    <a:pt x="5296" y="5412"/>
                  </a:lnTo>
                  <a:cubicBezTo>
                    <a:pt x="5426" y="5353"/>
                    <a:pt x="5541" y="5283"/>
                    <a:pt x="5658" y="5201"/>
                  </a:cubicBezTo>
                  <a:lnTo>
                    <a:pt x="6020" y="5389"/>
                  </a:lnTo>
                  <a:cubicBezTo>
                    <a:pt x="6076" y="5417"/>
                    <a:pt x="6136" y="5430"/>
                    <a:pt x="6195" y="5430"/>
                  </a:cubicBezTo>
                  <a:cubicBezTo>
                    <a:pt x="6335" y="5430"/>
                    <a:pt x="6473" y="5356"/>
                    <a:pt x="6548" y="5224"/>
                  </a:cubicBezTo>
                  <a:lnTo>
                    <a:pt x="7224" y="4068"/>
                  </a:lnTo>
                  <a:cubicBezTo>
                    <a:pt x="7330" y="3880"/>
                    <a:pt x="7271" y="3636"/>
                    <a:pt x="7098" y="3518"/>
                  </a:cubicBezTo>
                  <a:lnTo>
                    <a:pt x="6758" y="3308"/>
                  </a:lnTo>
                  <a:cubicBezTo>
                    <a:pt x="6758" y="3238"/>
                    <a:pt x="6769" y="3168"/>
                    <a:pt x="6769" y="3097"/>
                  </a:cubicBezTo>
                  <a:cubicBezTo>
                    <a:pt x="6769" y="3027"/>
                    <a:pt x="6758" y="2957"/>
                    <a:pt x="6758" y="2887"/>
                  </a:cubicBezTo>
                  <a:lnTo>
                    <a:pt x="7098" y="2677"/>
                  </a:lnTo>
                  <a:cubicBezTo>
                    <a:pt x="7271" y="2559"/>
                    <a:pt x="7330" y="2315"/>
                    <a:pt x="7224" y="2127"/>
                  </a:cubicBezTo>
                  <a:lnTo>
                    <a:pt x="6548" y="960"/>
                  </a:lnTo>
                  <a:cubicBezTo>
                    <a:pt x="6475" y="831"/>
                    <a:pt x="6342" y="757"/>
                    <a:pt x="6205" y="757"/>
                  </a:cubicBezTo>
                  <a:cubicBezTo>
                    <a:pt x="6143" y="757"/>
                    <a:pt x="6079" y="773"/>
                    <a:pt x="6020" y="805"/>
                  </a:cubicBezTo>
                  <a:lnTo>
                    <a:pt x="5658" y="993"/>
                  </a:lnTo>
                  <a:cubicBezTo>
                    <a:pt x="5541" y="912"/>
                    <a:pt x="5426" y="842"/>
                    <a:pt x="5296" y="783"/>
                  </a:cubicBezTo>
                  <a:lnTo>
                    <a:pt x="5285" y="385"/>
                  </a:lnTo>
                  <a:cubicBezTo>
                    <a:pt x="5274" y="163"/>
                    <a:pt x="5097" y="0"/>
                    <a:pt x="48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
        <p:nvSpPr>
          <p:cNvPr id="22" name="CaixaDeTexto 21">
            <a:extLst>
              <a:ext uri="{FF2B5EF4-FFF2-40B4-BE49-F238E27FC236}">
                <a16:creationId xmlns:a16="http://schemas.microsoft.com/office/drawing/2014/main" id="{54F1887C-ACC0-7C86-3222-E57D33A7FC53}"/>
              </a:ext>
            </a:extLst>
          </p:cNvPr>
          <p:cNvSpPr txBox="1"/>
          <p:nvPr/>
        </p:nvSpPr>
        <p:spPr>
          <a:xfrm>
            <a:off x="5999717" y="1485746"/>
            <a:ext cx="2638999" cy="1015663"/>
          </a:xfrm>
          <a:prstGeom prst="rect">
            <a:avLst/>
          </a:prstGeom>
          <a:noFill/>
        </p:spPr>
        <p:txBody>
          <a:bodyPr wrap="square" rtlCol="0">
            <a:spAutoFit/>
          </a:bodyPr>
          <a:lstStyle/>
          <a:p>
            <a:r>
              <a:rPr lang="pt-BR" sz="1200" dirty="0">
                <a:solidFill>
                  <a:schemeClr val="tx1"/>
                </a:solidFill>
                <a:latin typeface="Hanken Grotesk" pitchFamily="2" charset="0"/>
              </a:rPr>
              <a:t>Java é uma linguagem </a:t>
            </a:r>
            <a:r>
              <a:rPr lang="pt-BR" sz="1200" dirty="0" err="1">
                <a:solidFill>
                  <a:schemeClr val="tx1"/>
                </a:solidFill>
                <a:latin typeface="Hanken Grotesk" pitchFamily="2" charset="0"/>
              </a:rPr>
              <a:t>tipada</a:t>
            </a:r>
            <a:r>
              <a:rPr lang="pt-BR" sz="1200" dirty="0">
                <a:solidFill>
                  <a:schemeClr val="tx1"/>
                </a:solidFill>
                <a:latin typeface="Hanken Grotesk" pitchFamily="2" charset="0"/>
              </a:rPr>
              <a:t> e </a:t>
            </a:r>
            <a:r>
              <a:rPr lang="pt-BR" sz="1200" dirty="0" err="1">
                <a:solidFill>
                  <a:schemeClr val="tx1"/>
                </a:solidFill>
                <a:latin typeface="Hanken Grotesk" pitchFamily="2" charset="0"/>
              </a:rPr>
              <a:t>rigida</a:t>
            </a:r>
            <a:r>
              <a:rPr lang="pt-BR" sz="1200" dirty="0">
                <a:solidFill>
                  <a:schemeClr val="tx1"/>
                </a:solidFill>
                <a:latin typeface="Hanken Grotesk" pitchFamily="2" charset="0"/>
              </a:rPr>
              <a:t>, sendo obrigatório a utilização de marcadores como “;” e casting explícito ou implícito</a:t>
            </a:r>
          </a:p>
          <a:p>
            <a:endParaRPr lang="pt-BR" sz="1200" dirty="0">
              <a:solidFill>
                <a:schemeClr val="tx1"/>
              </a:solidFill>
              <a:latin typeface="Hanken Grotesk" pitchFamily="2" charset="0"/>
            </a:endParaRPr>
          </a:p>
        </p:txBody>
      </p:sp>
      <p:sp>
        <p:nvSpPr>
          <p:cNvPr id="23" name="CaixaDeTexto 22">
            <a:extLst>
              <a:ext uri="{FF2B5EF4-FFF2-40B4-BE49-F238E27FC236}">
                <a16:creationId xmlns:a16="http://schemas.microsoft.com/office/drawing/2014/main" id="{49FED9DA-6787-E5FE-7B47-D2514ACEA24D}"/>
              </a:ext>
            </a:extLst>
          </p:cNvPr>
          <p:cNvSpPr txBox="1"/>
          <p:nvPr/>
        </p:nvSpPr>
        <p:spPr>
          <a:xfrm>
            <a:off x="1459879" y="3159224"/>
            <a:ext cx="2586341" cy="1200329"/>
          </a:xfrm>
          <a:prstGeom prst="rect">
            <a:avLst/>
          </a:prstGeom>
          <a:noFill/>
        </p:spPr>
        <p:txBody>
          <a:bodyPr wrap="square" rtlCol="0">
            <a:spAutoFit/>
          </a:bodyPr>
          <a:lstStyle/>
          <a:p>
            <a:r>
              <a:rPr lang="pt-BR" sz="1200" dirty="0">
                <a:solidFill>
                  <a:schemeClr val="tx1"/>
                </a:solidFill>
                <a:latin typeface="Hanken Grotesk" pitchFamily="2" charset="0"/>
              </a:rPr>
              <a:t>Classe em Java é um modelo para objetos que define seus atributos e comportamentos, podendo ser abstratas e ou herdarem outras classes e implementarem interfaces</a:t>
            </a:r>
          </a:p>
        </p:txBody>
      </p:sp>
      <p:sp>
        <p:nvSpPr>
          <p:cNvPr id="24" name="CaixaDeTexto 23">
            <a:extLst>
              <a:ext uri="{FF2B5EF4-FFF2-40B4-BE49-F238E27FC236}">
                <a16:creationId xmlns:a16="http://schemas.microsoft.com/office/drawing/2014/main" id="{9E868D9E-7919-A0DE-59BE-C57DC9A122B9}"/>
              </a:ext>
            </a:extLst>
          </p:cNvPr>
          <p:cNvSpPr txBox="1"/>
          <p:nvPr/>
        </p:nvSpPr>
        <p:spPr>
          <a:xfrm>
            <a:off x="5946092" y="3159224"/>
            <a:ext cx="2692624" cy="830997"/>
          </a:xfrm>
          <a:prstGeom prst="rect">
            <a:avLst/>
          </a:prstGeom>
          <a:noFill/>
        </p:spPr>
        <p:txBody>
          <a:bodyPr wrap="square" rtlCol="0">
            <a:spAutoFit/>
          </a:bodyPr>
          <a:lstStyle/>
          <a:p>
            <a:r>
              <a:rPr lang="pt-BR" sz="1200" dirty="0">
                <a:solidFill>
                  <a:schemeClr val="tx1"/>
                </a:solidFill>
                <a:latin typeface="Hanken Grotesk" pitchFamily="2" charset="0"/>
              </a:rPr>
              <a:t>Interfaces em Java são contratos que definem métodos que uma classe deve implementar, permitindo o polimorfismo</a:t>
            </a:r>
            <a:endParaRPr lang="pt-BR" dirty="0">
              <a:solidFill>
                <a:schemeClr val="tx1"/>
              </a:solidFill>
              <a:latin typeface="Hanken Grotesk" pitchFamily="2" charset="0"/>
            </a:endParaRPr>
          </a:p>
        </p:txBody>
      </p:sp>
      <p:sp>
        <p:nvSpPr>
          <p:cNvPr id="27" name="CaixaDeTexto 26">
            <a:extLst>
              <a:ext uri="{FF2B5EF4-FFF2-40B4-BE49-F238E27FC236}">
                <a16:creationId xmlns:a16="http://schemas.microsoft.com/office/drawing/2014/main" id="{E8F1149A-8EC0-2C42-C9B4-589C6F83E659}"/>
              </a:ext>
            </a:extLst>
          </p:cNvPr>
          <p:cNvSpPr txBox="1"/>
          <p:nvPr/>
        </p:nvSpPr>
        <p:spPr>
          <a:xfrm>
            <a:off x="1459879" y="1582599"/>
            <a:ext cx="2403461" cy="646331"/>
          </a:xfrm>
          <a:prstGeom prst="rect">
            <a:avLst/>
          </a:prstGeom>
          <a:noFill/>
        </p:spPr>
        <p:txBody>
          <a:bodyPr wrap="square" rtlCol="0">
            <a:spAutoFit/>
          </a:bodyPr>
          <a:lstStyle/>
          <a:p>
            <a:pPr marL="152400" indent="0">
              <a:buNone/>
            </a:pPr>
            <a:r>
              <a:rPr lang="pt-BR" sz="1200" dirty="0">
                <a:solidFill>
                  <a:schemeClr val="tx1"/>
                </a:solidFill>
                <a:latin typeface="Hanken Grotesk" pitchFamily="2" charset="0"/>
                <a:cs typeface="Hadassah Friedlaender" panose="020F0502020204030204" pitchFamily="18" charset="-79"/>
              </a:rPr>
              <a:t>Em Java é necessário trabalhar com a orientação à objeto</a:t>
            </a:r>
          </a:p>
        </p:txBody>
      </p:sp>
    </p:spTree>
    <p:extLst>
      <p:ext uri="{BB962C8B-B14F-4D97-AF65-F5344CB8AC3E}">
        <p14:creationId xmlns:p14="http://schemas.microsoft.com/office/powerpoint/2010/main" val="28584232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4534E60D-8B4B-3A26-E759-4852DEE432CF}"/>
              </a:ext>
            </a:extLst>
          </p:cNvPr>
          <p:cNvPicPr>
            <a:picLocks noChangeAspect="1"/>
          </p:cNvPicPr>
          <p:nvPr/>
        </p:nvPicPr>
        <p:blipFill>
          <a:blip r:embed="rId2"/>
          <a:stretch>
            <a:fillRect/>
          </a:stretch>
        </p:blipFill>
        <p:spPr>
          <a:xfrm>
            <a:off x="300038" y="548302"/>
            <a:ext cx="5164932" cy="2237760"/>
          </a:xfrm>
          <a:prstGeom prst="rect">
            <a:avLst/>
          </a:prstGeom>
        </p:spPr>
      </p:pic>
      <p:pic>
        <p:nvPicPr>
          <p:cNvPr id="5" name="Imagem 4">
            <a:extLst>
              <a:ext uri="{FF2B5EF4-FFF2-40B4-BE49-F238E27FC236}">
                <a16:creationId xmlns:a16="http://schemas.microsoft.com/office/drawing/2014/main" id="{569685A1-79D5-17A7-2584-FB5115F732B2}"/>
              </a:ext>
            </a:extLst>
          </p:cNvPr>
          <p:cNvPicPr>
            <a:picLocks noChangeAspect="1"/>
          </p:cNvPicPr>
          <p:nvPr/>
        </p:nvPicPr>
        <p:blipFill>
          <a:blip r:embed="rId3"/>
          <a:stretch>
            <a:fillRect/>
          </a:stretch>
        </p:blipFill>
        <p:spPr>
          <a:xfrm>
            <a:off x="5627346" y="1053703"/>
            <a:ext cx="3349133" cy="3178969"/>
          </a:xfrm>
          <a:prstGeom prst="rect">
            <a:avLst/>
          </a:prstGeom>
        </p:spPr>
      </p:pic>
    </p:spTree>
    <p:extLst>
      <p:ext uri="{BB962C8B-B14F-4D97-AF65-F5344CB8AC3E}">
        <p14:creationId xmlns:p14="http://schemas.microsoft.com/office/powerpoint/2010/main" val="3121206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32"/>
          <p:cNvSpPr txBox="1">
            <a:spLocks noGrp="1"/>
          </p:cNvSpPr>
          <p:nvPr>
            <p:ph type="title"/>
          </p:nvPr>
        </p:nvSpPr>
        <p:spPr>
          <a:xfrm>
            <a:off x="1136800" y="2292595"/>
            <a:ext cx="5873152" cy="1022530"/>
          </a:xfrm>
          <a:prstGeom prst="rect">
            <a:avLst/>
          </a:prstGeom>
        </p:spPr>
        <p:txBody>
          <a:bodyPr spcFirstLastPara="1" wrap="square" lIns="91425" tIns="91425" rIns="91425" bIns="91425" anchor="ctr" anchorCtr="0">
            <a:noAutofit/>
          </a:bodyPr>
          <a:lstStyle/>
          <a:p>
            <a:r>
              <a:rPr lang="en" dirty="0"/>
              <a:t>Apache Maven</a:t>
            </a:r>
          </a:p>
        </p:txBody>
      </p:sp>
      <p:sp>
        <p:nvSpPr>
          <p:cNvPr id="741" name="Google Shape;741;p32"/>
          <p:cNvSpPr/>
          <p:nvPr/>
        </p:nvSpPr>
        <p:spPr>
          <a:xfrm rot="-5400000">
            <a:off x="689075" y="2684117"/>
            <a:ext cx="357300" cy="309016"/>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2"/>
          <p:cNvSpPr/>
          <p:nvPr/>
        </p:nvSpPr>
        <p:spPr>
          <a:xfrm>
            <a:off x="7016375" y="-1615175"/>
            <a:ext cx="1633483" cy="5920031"/>
          </a:xfrm>
          <a:custGeom>
            <a:avLst/>
            <a:gdLst/>
            <a:ahLst/>
            <a:cxnLst/>
            <a:rect l="l" t="t" r="r" b="b"/>
            <a:pathLst>
              <a:path w="18075" h="65507" extrusionOk="0">
                <a:moveTo>
                  <a:pt x="0" y="65507"/>
                </a:moveTo>
                <a:lnTo>
                  <a:pt x="18075" y="47432"/>
                </a:lnTo>
                <a:lnTo>
                  <a:pt x="18075" y="0"/>
                </a:lnTo>
              </a:path>
            </a:pathLst>
          </a:custGeom>
          <a:noFill/>
          <a:ln w="9525" cap="flat" cmpd="sng">
            <a:solidFill>
              <a:schemeClr val="accent1"/>
            </a:solidFill>
            <a:prstDash val="solid"/>
            <a:round/>
            <a:headEnd type="none" w="med" len="med"/>
            <a:tailEnd type="none" w="med" len="med"/>
          </a:ln>
        </p:spPr>
        <p:txBody>
          <a:bodyPr/>
          <a:lstStyle/>
          <a:p>
            <a:endParaRPr lang="pt-BR"/>
          </a:p>
        </p:txBody>
      </p:sp>
      <p:grpSp>
        <p:nvGrpSpPr>
          <p:cNvPr id="743" name="Google Shape;743;p32"/>
          <p:cNvGrpSpPr/>
          <p:nvPr/>
        </p:nvGrpSpPr>
        <p:grpSpPr>
          <a:xfrm rot="10800000" flipH="1">
            <a:off x="7968643" y="3562070"/>
            <a:ext cx="681217" cy="3360485"/>
            <a:chOff x="1337800" y="-2525590"/>
            <a:chExt cx="1498167" cy="7390555"/>
          </a:xfrm>
        </p:grpSpPr>
        <p:cxnSp>
          <p:nvCxnSpPr>
            <p:cNvPr id="744" name="Google Shape;744;p32"/>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745" name="Google Shape;745;p32"/>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746" name="Google Shape;746;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7" name="Google Shape;747;p32"/>
          <p:cNvGrpSpPr/>
          <p:nvPr/>
        </p:nvGrpSpPr>
        <p:grpSpPr>
          <a:xfrm rot="-5400000" flipH="1">
            <a:off x="70043" y="-592705"/>
            <a:ext cx="681217" cy="3360485"/>
            <a:chOff x="1337800" y="-2525590"/>
            <a:chExt cx="1498167" cy="7390555"/>
          </a:xfrm>
        </p:grpSpPr>
        <p:cxnSp>
          <p:nvCxnSpPr>
            <p:cNvPr id="748" name="Google Shape;748;p32"/>
            <p:cNvCxnSpPr/>
            <p:nvPr/>
          </p:nvCxnSpPr>
          <p:spPr>
            <a:xfrm rot="10800000">
              <a:off x="1337800" y="-2525590"/>
              <a:ext cx="0" cy="5870700"/>
            </a:xfrm>
            <a:prstGeom prst="straightConnector1">
              <a:avLst/>
            </a:prstGeom>
            <a:noFill/>
            <a:ln w="9525" cap="flat" cmpd="sng">
              <a:solidFill>
                <a:schemeClr val="lt1"/>
              </a:solidFill>
              <a:prstDash val="solid"/>
              <a:round/>
              <a:headEnd type="none" w="med" len="med"/>
              <a:tailEnd type="none" w="med" len="med"/>
            </a:ln>
          </p:spPr>
        </p:cxnSp>
        <p:cxnSp>
          <p:nvCxnSpPr>
            <p:cNvPr id="749" name="Google Shape;749;p32"/>
            <p:cNvCxnSpPr/>
            <p:nvPr/>
          </p:nvCxnSpPr>
          <p:spPr>
            <a:xfrm>
              <a:off x="1337800" y="3347125"/>
              <a:ext cx="1158600" cy="1141200"/>
            </a:xfrm>
            <a:prstGeom prst="straightConnector1">
              <a:avLst/>
            </a:prstGeom>
            <a:noFill/>
            <a:ln w="9525" cap="flat" cmpd="sng">
              <a:solidFill>
                <a:schemeClr val="lt1"/>
              </a:solidFill>
              <a:prstDash val="solid"/>
              <a:round/>
              <a:headEnd type="none" w="med" len="med"/>
              <a:tailEnd type="none" w="med" len="med"/>
            </a:ln>
          </p:spPr>
        </p:cxnSp>
        <p:sp>
          <p:nvSpPr>
            <p:cNvPr id="750" name="Google Shape;750;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1" name="Google Shape;751;p32"/>
          <p:cNvSpPr/>
          <p:nvPr/>
        </p:nvSpPr>
        <p:spPr>
          <a:xfrm rot="-5400000">
            <a:off x="5572485" y="-2452153"/>
            <a:ext cx="1971347" cy="6005438"/>
          </a:xfrm>
          <a:custGeom>
            <a:avLst/>
            <a:gdLst/>
            <a:ahLst/>
            <a:cxnLst/>
            <a:rect l="l" t="t" r="r" b="b"/>
            <a:pathLst>
              <a:path w="62917" h="191668" extrusionOk="0">
                <a:moveTo>
                  <a:pt x="0" y="0"/>
                </a:moveTo>
                <a:lnTo>
                  <a:pt x="0" y="21836"/>
                </a:lnTo>
                <a:lnTo>
                  <a:pt x="38334" y="60169"/>
                </a:lnTo>
                <a:lnTo>
                  <a:pt x="38334" y="81762"/>
                </a:lnTo>
                <a:lnTo>
                  <a:pt x="22442" y="97654"/>
                </a:lnTo>
                <a:lnTo>
                  <a:pt x="22442" y="116457"/>
                </a:lnTo>
                <a:lnTo>
                  <a:pt x="62917" y="139825"/>
                </a:lnTo>
                <a:lnTo>
                  <a:pt x="62917" y="191668"/>
                </a:lnTo>
              </a:path>
            </a:pathLst>
          </a:custGeom>
          <a:noFill/>
          <a:ln w="9525" cap="flat" cmpd="sng">
            <a:solidFill>
              <a:schemeClr val="accent1"/>
            </a:solidFill>
            <a:prstDash val="solid"/>
            <a:round/>
            <a:headEnd type="none" w="med" len="med"/>
            <a:tailEnd type="none" w="med" len="med"/>
          </a:ln>
        </p:spPr>
        <p:txBody>
          <a:bodyPr/>
          <a:lstStyle/>
          <a:p>
            <a:endParaRPr lang="pt-BR"/>
          </a:p>
        </p:txBody>
      </p:sp>
      <p:grpSp>
        <p:nvGrpSpPr>
          <p:cNvPr id="752" name="Google Shape;752;p32"/>
          <p:cNvGrpSpPr/>
          <p:nvPr/>
        </p:nvGrpSpPr>
        <p:grpSpPr>
          <a:xfrm>
            <a:off x="7221623" y="1260360"/>
            <a:ext cx="1160062" cy="523162"/>
            <a:chOff x="7221623" y="1260360"/>
            <a:chExt cx="1160062" cy="523162"/>
          </a:xfrm>
        </p:grpSpPr>
        <p:sp>
          <p:nvSpPr>
            <p:cNvPr id="753" name="Google Shape;753;p32"/>
            <p:cNvSpPr/>
            <p:nvPr/>
          </p:nvSpPr>
          <p:spPr>
            <a:xfrm rot="-5400000">
              <a:off x="8141200" y="1059948"/>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2"/>
            <p:cNvSpPr/>
            <p:nvPr/>
          </p:nvSpPr>
          <p:spPr>
            <a:xfrm rot="5400000">
              <a:off x="7437562" y="1320304"/>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2"/>
            <p:cNvSpPr/>
            <p:nvPr/>
          </p:nvSpPr>
          <p:spPr>
            <a:xfrm rot="-5400000">
              <a:off x="7930383" y="13322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1019155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10B38B-4FDC-3EB5-8A0A-E1831617DAD1}"/>
              </a:ext>
            </a:extLst>
          </p:cNvPr>
          <p:cNvSpPr>
            <a:spLocks noGrp="1"/>
          </p:cNvSpPr>
          <p:nvPr>
            <p:ph type="title"/>
          </p:nvPr>
        </p:nvSpPr>
        <p:spPr/>
        <p:txBody>
          <a:bodyPr/>
          <a:lstStyle/>
          <a:p>
            <a:r>
              <a:rPr lang="pt-BR" dirty="0"/>
              <a:t>Apache </a:t>
            </a:r>
            <a:r>
              <a:rPr lang="pt-BR" dirty="0" err="1"/>
              <a:t>Maven</a:t>
            </a:r>
            <a:endParaRPr lang="pt-BR" dirty="0"/>
          </a:p>
        </p:txBody>
      </p:sp>
      <p:sp>
        <p:nvSpPr>
          <p:cNvPr id="4" name="CaixaDeTexto 3">
            <a:extLst>
              <a:ext uri="{FF2B5EF4-FFF2-40B4-BE49-F238E27FC236}">
                <a16:creationId xmlns:a16="http://schemas.microsoft.com/office/drawing/2014/main" id="{2BB070AC-9650-1C24-BB01-05AA01964CA7}"/>
              </a:ext>
            </a:extLst>
          </p:cNvPr>
          <p:cNvSpPr txBox="1"/>
          <p:nvPr/>
        </p:nvSpPr>
        <p:spPr>
          <a:xfrm>
            <a:off x="5717167" y="3119220"/>
            <a:ext cx="2248487" cy="1384995"/>
          </a:xfrm>
          <a:prstGeom prst="rect">
            <a:avLst/>
          </a:prstGeom>
          <a:noFill/>
        </p:spPr>
        <p:txBody>
          <a:bodyPr wrap="square" rtlCol="0">
            <a:spAutoFit/>
          </a:bodyPr>
          <a:lstStyle/>
          <a:p>
            <a:r>
              <a:rPr lang="pt-BR" sz="1200" dirty="0">
                <a:solidFill>
                  <a:schemeClr val="tx1"/>
                </a:solidFill>
                <a:latin typeface="Hanken Grotesk" pitchFamily="2" charset="0"/>
              </a:rPr>
              <a:t>O arquivo POM (Project </a:t>
            </a:r>
            <a:r>
              <a:rPr lang="pt-BR" sz="1200" dirty="0" err="1">
                <a:solidFill>
                  <a:schemeClr val="tx1"/>
                </a:solidFill>
                <a:latin typeface="Hanken Grotesk" pitchFamily="2" charset="0"/>
              </a:rPr>
              <a:t>Object</a:t>
            </a:r>
            <a:r>
              <a:rPr lang="pt-BR" sz="1200" dirty="0">
                <a:solidFill>
                  <a:schemeClr val="tx1"/>
                </a:solidFill>
                <a:latin typeface="Hanken Grotesk" pitchFamily="2" charset="0"/>
              </a:rPr>
              <a:t> Model) é o núcleo do Apache </a:t>
            </a:r>
            <a:r>
              <a:rPr lang="pt-BR" sz="1200" dirty="0" err="1">
                <a:solidFill>
                  <a:schemeClr val="tx1"/>
                </a:solidFill>
                <a:latin typeface="Hanken Grotesk" pitchFamily="2" charset="0"/>
              </a:rPr>
              <a:t>Maven</a:t>
            </a:r>
            <a:r>
              <a:rPr lang="pt-BR" sz="1200" dirty="0">
                <a:solidFill>
                  <a:schemeClr val="tx1"/>
                </a:solidFill>
                <a:latin typeface="Hanken Grotesk" pitchFamily="2" charset="0"/>
              </a:rPr>
              <a:t>. Ele descreve as configurações do projeto, incluindo dependências, plugins, metadados e configurações de construção</a:t>
            </a:r>
          </a:p>
        </p:txBody>
      </p:sp>
      <p:sp>
        <p:nvSpPr>
          <p:cNvPr id="5" name="CaixaDeTexto 4">
            <a:extLst>
              <a:ext uri="{FF2B5EF4-FFF2-40B4-BE49-F238E27FC236}">
                <a16:creationId xmlns:a16="http://schemas.microsoft.com/office/drawing/2014/main" id="{79647DE7-D094-262C-703E-AA33CCF03D1D}"/>
              </a:ext>
            </a:extLst>
          </p:cNvPr>
          <p:cNvSpPr txBox="1"/>
          <p:nvPr/>
        </p:nvSpPr>
        <p:spPr>
          <a:xfrm>
            <a:off x="1564268" y="3161395"/>
            <a:ext cx="2169532" cy="1015663"/>
          </a:xfrm>
          <a:prstGeom prst="rect">
            <a:avLst/>
          </a:prstGeom>
          <a:noFill/>
        </p:spPr>
        <p:txBody>
          <a:bodyPr wrap="square" rtlCol="0">
            <a:spAutoFit/>
          </a:bodyPr>
          <a:lstStyle/>
          <a:p>
            <a:r>
              <a:rPr lang="pt-BR" sz="1200" dirty="0">
                <a:solidFill>
                  <a:schemeClr val="tx1"/>
                </a:solidFill>
                <a:latin typeface="Hanken Grotesk" pitchFamily="2" charset="0"/>
              </a:rPr>
              <a:t>O Build </a:t>
            </a:r>
            <a:r>
              <a:rPr lang="pt-BR" sz="1200" dirty="0" err="1">
                <a:solidFill>
                  <a:schemeClr val="tx1"/>
                </a:solidFill>
                <a:latin typeface="Hanken Grotesk" pitchFamily="2" charset="0"/>
              </a:rPr>
              <a:t>Lifecycle</a:t>
            </a:r>
            <a:r>
              <a:rPr lang="pt-BR" sz="1200" dirty="0">
                <a:solidFill>
                  <a:schemeClr val="tx1"/>
                </a:solidFill>
                <a:latin typeface="Hanken Grotesk" pitchFamily="2" charset="0"/>
              </a:rPr>
              <a:t> em </a:t>
            </a:r>
            <a:r>
              <a:rPr lang="pt-BR" sz="1200" dirty="0" err="1">
                <a:solidFill>
                  <a:schemeClr val="tx1"/>
                </a:solidFill>
                <a:latin typeface="Hanken Grotesk" pitchFamily="2" charset="0"/>
              </a:rPr>
              <a:t>Maven</a:t>
            </a:r>
            <a:r>
              <a:rPr lang="pt-BR" sz="1200" dirty="0">
                <a:solidFill>
                  <a:schemeClr val="tx1"/>
                </a:solidFill>
                <a:latin typeface="Hanken Grotesk" pitchFamily="2" charset="0"/>
              </a:rPr>
              <a:t> é uma sequência predefinida de fases de construção, desde a compilação até a implantação</a:t>
            </a:r>
            <a:endParaRPr lang="pt-BR" dirty="0">
              <a:solidFill>
                <a:schemeClr val="tx1"/>
              </a:solidFill>
              <a:latin typeface="Hanken Grotesk" pitchFamily="2" charset="0"/>
            </a:endParaRPr>
          </a:p>
        </p:txBody>
      </p:sp>
      <p:grpSp>
        <p:nvGrpSpPr>
          <p:cNvPr id="8" name="Google Shape;1317;p48">
            <a:extLst>
              <a:ext uri="{FF2B5EF4-FFF2-40B4-BE49-F238E27FC236}">
                <a16:creationId xmlns:a16="http://schemas.microsoft.com/office/drawing/2014/main" id="{3379DCA2-72E9-122B-8D30-393F27D6C264}"/>
              </a:ext>
            </a:extLst>
          </p:cNvPr>
          <p:cNvGrpSpPr/>
          <p:nvPr/>
        </p:nvGrpSpPr>
        <p:grpSpPr>
          <a:xfrm>
            <a:off x="5255052" y="3119220"/>
            <a:ext cx="345075" cy="345150"/>
            <a:chOff x="6269238" y="3243975"/>
            <a:chExt cx="345075" cy="345150"/>
          </a:xfrm>
        </p:grpSpPr>
        <p:sp>
          <p:nvSpPr>
            <p:cNvPr id="9" name="Google Shape;1318;p48">
              <a:extLst>
                <a:ext uri="{FF2B5EF4-FFF2-40B4-BE49-F238E27FC236}">
                  <a16:creationId xmlns:a16="http://schemas.microsoft.com/office/drawing/2014/main" id="{04AE257F-EEAC-44E3-82E1-66E8F01E5141}"/>
                </a:ext>
              </a:extLst>
            </p:cNvPr>
            <p:cNvSpPr/>
            <p:nvPr/>
          </p:nvSpPr>
          <p:spPr>
            <a:xfrm>
              <a:off x="6323588" y="3243975"/>
              <a:ext cx="235800" cy="345150"/>
            </a:xfrm>
            <a:custGeom>
              <a:avLst/>
              <a:gdLst/>
              <a:ahLst/>
              <a:cxnLst/>
              <a:rect l="l" t="t" r="r" b="b"/>
              <a:pathLst>
                <a:path w="9432" h="13806" extrusionOk="0">
                  <a:moveTo>
                    <a:pt x="4733" y="2991"/>
                  </a:moveTo>
                  <a:lnTo>
                    <a:pt x="4966" y="3507"/>
                  </a:lnTo>
                  <a:lnTo>
                    <a:pt x="4489" y="3507"/>
                  </a:lnTo>
                  <a:lnTo>
                    <a:pt x="4733" y="2991"/>
                  </a:lnTo>
                  <a:close/>
                  <a:moveTo>
                    <a:pt x="5342" y="4312"/>
                  </a:moveTo>
                  <a:lnTo>
                    <a:pt x="5715" y="5131"/>
                  </a:lnTo>
                  <a:lnTo>
                    <a:pt x="3740" y="5131"/>
                  </a:lnTo>
                  <a:lnTo>
                    <a:pt x="4113" y="4312"/>
                  </a:lnTo>
                  <a:close/>
                  <a:moveTo>
                    <a:pt x="4722" y="816"/>
                  </a:moveTo>
                  <a:cubicBezTo>
                    <a:pt x="6874" y="816"/>
                    <a:pt x="8627" y="2570"/>
                    <a:pt x="8627" y="4721"/>
                  </a:cubicBezTo>
                  <a:cubicBezTo>
                    <a:pt x="8627" y="6113"/>
                    <a:pt x="7900" y="7364"/>
                    <a:pt x="6744" y="8065"/>
                  </a:cubicBezTo>
                  <a:lnTo>
                    <a:pt x="6744" y="5529"/>
                  </a:lnTo>
                  <a:cubicBezTo>
                    <a:pt x="6744" y="5471"/>
                    <a:pt x="6733" y="5412"/>
                    <a:pt x="6708" y="5364"/>
                  </a:cubicBezTo>
                  <a:lnTo>
                    <a:pt x="5084" y="1857"/>
                  </a:lnTo>
                  <a:cubicBezTo>
                    <a:pt x="5014" y="1717"/>
                    <a:pt x="4873" y="1624"/>
                    <a:pt x="4722" y="1624"/>
                  </a:cubicBezTo>
                  <a:cubicBezTo>
                    <a:pt x="4559" y="1624"/>
                    <a:pt x="4419" y="1717"/>
                    <a:pt x="4349" y="1857"/>
                  </a:cubicBezTo>
                  <a:lnTo>
                    <a:pt x="2736" y="5364"/>
                  </a:lnTo>
                  <a:cubicBezTo>
                    <a:pt x="2710" y="5412"/>
                    <a:pt x="2699" y="5471"/>
                    <a:pt x="2699" y="5529"/>
                  </a:cubicBezTo>
                  <a:lnTo>
                    <a:pt x="2699" y="8065"/>
                  </a:lnTo>
                  <a:cubicBezTo>
                    <a:pt x="1529" y="7364"/>
                    <a:pt x="806" y="6113"/>
                    <a:pt x="806" y="4721"/>
                  </a:cubicBezTo>
                  <a:cubicBezTo>
                    <a:pt x="806" y="2570"/>
                    <a:pt x="2559" y="816"/>
                    <a:pt x="4722" y="816"/>
                  </a:cubicBezTo>
                  <a:close/>
                  <a:moveTo>
                    <a:pt x="4312" y="5936"/>
                  </a:moveTo>
                  <a:lnTo>
                    <a:pt x="4312" y="11384"/>
                  </a:lnTo>
                  <a:lnTo>
                    <a:pt x="3507" y="11384"/>
                  </a:lnTo>
                  <a:lnTo>
                    <a:pt x="3507" y="5936"/>
                  </a:lnTo>
                  <a:close/>
                  <a:moveTo>
                    <a:pt x="5937" y="5936"/>
                  </a:moveTo>
                  <a:lnTo>
                    <a:pt x="5937" y="11384"/>
                  </a:lnTo>
                  <a:lnTo>
                    <a:pt x="5120" y="11384"/>
                  </a:lnTo>
                  <a:lnTo>
                    <a:pt x="5120" y="5936"/>
                  </a:lnTo>
                  <a:close/>
                  <a:moveTo>
                    <a:pt x="5937" y="12192"/>
                  </a:moveTo>
                  <a:lnTo>
                    <a:pt x="5937" y="12599"/>
                  </a:lnTo>
                  <a:cubicBezTo>
                    <a:pt x="5937" y="12823"/>
                    <a:pt x="5751" y="12997"/>
                    <a:pt x="5527" y="12997"/>
                  </a:cubicBezTo>
                  <a:lnTo>
                    <a:pt x="3914" y="12997"/>
                  </a:lnTo>
                  <a:cubicBezTo>
                    <a:pt x="3681" y="12997"/>
                    <a:pt x="3507" y="12823"/>
                    <a:pt x="3507" y="12599"/>
                  </a:cubicBezTo>
                  <a:lnTo>
                    <a:pt x="3507" y="12192"/>
                  </a:lnTo>
                  <a:close/>
                  <a:moveTo>
                    <a:pt x="4722" y="0"/>
                  </a:moveTo>
                  <a:cubicBezTo>
                    <a:pt x="2116" y="0"/>
                    <a:pt x="0" y="2115"/>
                    <a:pt x="0" y="4721"/>
                  </a:cubicBezTo>
                  <a:cubicBezTo>
                    <a:pt x="0" y="5681"/>
                    <a:pt x="292" y="6604"/>
                    <a:pt x="828" y="7387"/>
                  </a:cubicBezTo>
                  <a:cubicBezTo>
                    <a:pt x="1297" y="8077"/>
                    <a:pt x="1939" y="8626"/>
                    <a:pt x="2699" y="8977"/>
                  </a:cubicBezTo>
                  <a:lnTo>
                    <a:pt x="2699" y="12599"/>
                  </a:lnTo>
                  <a:cubicBezTo>
                    <a:pt x="2699" y="13266"/>
                    <a:pt x="3238" y="13805"/>
                    <a:pt x="3914" y="13805"/>
                  </a:cubicBezTo>
                  <a:lnTo>
                    <a:pt x="5527" y="13805"/>
                  </a:lnTo>
                  <a:cubicBezTo>
                    <a:pt x="6195" y="13805"/>
                    <a:pt x="6744" y="13266"/>
                    <a:pt x="6744" y="12599"/>
                  </a:cubicBezTo>
                  <a:lnTo>
                    <a:pt x="6744" y="8977"/>
                  </a:lnTo>
                  <a:cubicBezTo>
                    <a:pt x="7491" y="8626"/>
                    <a:pt x="8136" y="8077"/>
                    <a:pt x="8613" y="7387"/>
                  </a:cubicBezTo>
                  <a:cubicBezTo>
                    <a:pt x="9151" y="6604"/>
                    <a:pt x="9432" y="5681"/>
                    <a:pt x="9432" y="4721"/>
                  </a:cubicBezTo>
                  <a:cubicBezTo>
                    <a:pt x="9432" y="2115"/>
                    <a:pt x="7317" y="0"/>
                    <a:pt x="47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 name="Google Shape;1319;p48">
              <a:extLst>
                <a:ext uri="{FF2B5EF4-FFF2-40B4-BE49-F238E27FC236}">
                  <a16:creationId xmlns:a16="http://schemas.microsoft.com/office/drawing/2014/main" id="{F7762FDE-1D77-39C7-4932-2CE97DB1DB1C}"/>
                </a:ext>
              </a:extLst>
            </p:cNvPr>
            <p:cNvSpPr/>
            <p:nvPr/>
          </p:nvSpPr>
          <p:spPr>
            <a:xfrm>
              <a:off x="6573963" y="3351750"/>
              <a:ext cx="40350" cy="20525"/>
            </a:xfrm>
            <a:custGeom>
              <a:avLst/>
              <a:gdLst/>
              <a:ahLst/>
              <a:cxnLst/>
              <a:rect l="l" t="t" r="r" b="b"/>
              <a:pathLst>
                <a:path w="1614" h="821" extrusionOk="0">
                  <a:moveTo>
                    <a:pt x="399" y="1"/>
                  </a:moveTo>
                  <a:cubicBezTo>
                    <a:pt x="177" y="1"/>
                    <a:pt x="0" y="189"/>
                    <a:pt x="0" y="410"/>
                  </a:cubicBezTo>
                  <a:cubicBezTo>
                    <a:pt x="0" y="632"/>
                    <a:pt x="177" y="820"/>
                    <a:pt x="399" y="820"/>
                  </a:cubicBezTo>
                  <a:lnTo>
                    <a:pt x="1207" y="820"/>
                  </a:lnTo>
                  <a:cubicBezTo>
                    <a:pt x="1440" y="820"/>
                    <a:pt x="1614" y="632"/>
                    <a:pt x="1614" y="410"/>
                  </a:cubicBezTo>
                  <a:cubicBezTo>
                    <a:pt x="1614" y="189"/>
                    <a:pt x="1440" y="1"/>
                    <a:pt x="12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 name="Google Shape;1320;p48">
              <a:extLst>
                <a:ext uri="{FF2B5EF4-FFF2-40B4-BE49-F238E27FC236}">
                  <a16:creationId xmlns:a16="http://schemas.microsoft.com/office/drawing/2014/main" id="{C2368A66-B1CD-2B01-E814-AA16CE02F00E}"/>
                </a:ext>
              </a:extLst>
            </p:cNvPr>
            <p:cNvSpPr/>
            <p:nvPr/>
          </p:nvSpPr>
          <p:spPr>
            <a:xfrm>
              <a:off x="6565838" y="3284525"/>
              <a:ext cx="40625" cy="30275"/>
            </a:xfrm>
            <a:custGeom>
              <a:avLst/>
              <a:gdLst/>
              <a:ahLst/>
              <a:cxnLst/>
              <a:rect l="l" t="t" r="r" b="b"/>
              <a:pathLst>
                <a:path w="1625" h="1211" extrusionOk="0">
                  <a:moveTo>
                    <a:pt x="1150" y="0"/>
                  </a:moveTo>
                  <a:cubicBezTo>
                    <a:pt x="1084" y="0"/>
                    <a:pt x="1017" y="16"/>
                    <a:pt x="957" y="50"/>
                  </a:cubicBezTo>
                  <a:lnTo>
                    <a:pt x="255" y="457"/>
                  </a:lnTo>
                  <a:cubicBezTo>
                    <a:pt x="59" y="575"/>
                    <a:pt x="0" y="822"/>
                    <a:pt x="104" y="1007"/>
                  </a:cubicBezTo>
                  <a:cubicBezTo>
                    <a:pt x="183" y="1140"/>
                    <a:pt x="318" y="1211"/>
                    <a:pt x="459" y="1211"/>
                  </a:cubicBezTo>
                  <a:cubicBezTo>
                    <a:pt x="528" y="1211"/>
                    <a:pt x="599" y="1193"/>
                    <a:pt x="665" y="1158"/>
                  </a:cubicBezTo>
                  <a:lnTo>
                    <a:pt x="1355" y="751"/>
                  </a:lnTo>
                  <a:cubicBezTo>
                    <a:pt x="1554" y="645"/>
                    <a:pt x="1624" y="401"/>
                    <a:pt x="1507" y="202"/>
                  </a:cubicBezTo>
                  <a:cubicBezTo>
                    <a:pt x="1436" y="74"/>
                    <a:pt x="1293" y="0"/>
                    <a:pt x="11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2" name="Google Shape;1321;p48">
              <a:extLst>
                <a:ext uri="{FF2B5EF4-FFF2-40B4-BE49-F238E27FC236}">
                  <a16:creationId xmlns:a16="http://schemas.microsoft.com/office/drawing/2014/main" id="{4B898FB1-46B0-AF81-F35F-A565D0F9C2D3}"/>
                </a:ext>
              </a:extLst>
            </p:cNvPr>
            <p:cNvSpPr/>
            <p:nvPr/>
          </p:nvSpPr>
          <p:spPr>
            <a:xfrm>
              <a:off x="6565838" y="3409225"/>
              <a:ext cx="40625" cy="30375"/>
            </a:xfrm>
            <a:custGeom>
              <a:avLst/>
              <a:gdLst/>
              <a:ahLst/>
              <a:cxnLst/>
              <a:rect l="l" t="t" r="r" b="b"/>
              <a:pathLst>
                <a:path w="1625" h="1215" extrusionOk="0">
                  <a:moveTo>
                    <a:pt x="459" y="0"/>
                  </a:moveTo>
                  <a:cubicBezTo>
                    <a:pt x="318" y="0"/>
                    <a:pt x="183" y="71"/>
                    <a:pt x="104" y="204"/>
                  </a:cubicBezTo>
                  <a:cubicBezTo>
                    <a:pt x="0" y="392"/>
                    <a:pt x="59" y="636"/>
                    <a:pt x="255" y="754"/>
                  </a:cubicBezTo>
                  <a:lnTo>
                    <a:pt x="957" y="1164"/>
                  </a:lnTo>
                  <a:cubicBezTo>
                    <a:pt x="1018" y="1198"/>
                    <a:pt x="1087" y="1214"/>
                    <a:pt x="1155" y="1214"/>
                  </a:cubicBezTo>
                  <a:cubicBezTo>
                    <a:pt x="1297" y="1214"/>
                    <a:pt x="1437" y="1144"/>
                    <a:pt x="1507" y="1009"/>
                  </a:cubicBezTo>
                  <a:cubicBezTo>
                    <a:pt x="1624" y="813"/>
                    <a:pt x="1554" y="566"/>
                    <a:pt x="1355" y="462"/>
                  </a:cubicBezTo>
                  <a:lnTo>
                    <a:pt x="665" y="53"/>
                  </a:lnTo>
                  <a:cubicBezTo>
                    <a:pt x="599" y="18"/>
                    <a:pt x="528" y="0"/>
                    <a:pt x="4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 name="Google Shape;1322;p48">
              <a:extLst>
                <a:ext uri="{FF2B5EF4-FFF2-40B4-BE49-F238E27FC236}">
                  <a16:creationId xmlns:a16="http://schemas.microsoft.com/office/drawing/2014/main" id="{D7780FF3-3DF6-C8E4-ED55-8DF3A265A515}"/>
                </a:ext>
              </a:extLst>
            </p:cNvPr>
            <p:cNvSpPr/>
            <p:nvPr/>
          </p:nvSpPr>
          <p:spPr>
            <a:xfrm>
              <a:off x="6269238" y="3351750"/>
              <a:ext cx="40625" cy="20525"/>
            </a:xfrm>
            <a:custGeom>
              <a:avLst/>
              <a:gdLst/>
              <a:ahLst/>
              <a:cxnLst/>
              <a:rect l="l" t="t" r="r" b="b"/>
              <a:pathLst>
                <a:path w="1625" h="821" extrusionOk="0">
                  <a:moveTo>
                    <a:pt x="407" y="1"/>
                  </a:moveTo>
                  <a:cubicBezTo>
                    <a:pt x="186" y="1"/>
                    <a:pt x="0" y="189"/>
                    <a:pt x="0" y="410"/>
                  </a:cubicBezTo>
                  <a:cubicBezTo>
                    <a:pt x="0" y="632"/>
                    <a:pt x="186" y="820"/>
                    <a:pt x="407" y="820"/>
                  </a:cubicBezTo>
                  <a:lnTo>
                    <a:pt x="1215" y="820"/>
                  </a:lnTo>
                  <a:cubicBezTo>
                    <a:pt x="1437" y="820"/>
                    <a:pt x="1625" y="632"/>
                    <a:pt x="1625" y="410"/>
                  </a:cubicBezTo>
                  <a:cubicBezTo>
                    <a:pt x="1625" y="189"/>
                    <a:pt x="1437" y="1"/>
                    <a:pt x="12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 name="Google Shape;1323;p48">
              <a:extLst>
                <a:ext uri="{FF2B5EF4-FFF2-40B4-BE49-F238E27FC236}">
                  <a16:creationId xmlns:a16="http://schemas.microsoft.com/office/drawing/2014/main" id="{DD555499-E29A-42A2-F9D2-80EFB498A62D}"/>
                </a:ext>
              </a:extLst>
            </p:cNvPr>
            <p:cNvSpPr/>
            <p:nvPr/>
          </p:nvSpPr>
          <p:spPr>
            <a:xfrm>
              <a:off x="6277363" y="3284525"/>
              <a:ext cx="40650" cy="30275"/>
            </a:xfrm>
            <a:custGeom>
              <a:avLst/>
              <a:gdLst/>
              <a:ahLst/>
              <a:cxnLst/>
              <a:rect l="l" t="t" r="r" b="b"/>
              <a:pathLst>
                <a:path w="1626" h="1211" extrusionOk="0">
                  <a:moveTo>
                    <a:pt x="466" y="0"/>
                  </a:moveTo>
                  <a:cubicBezTo>
                    <a:pt x="325" y="0"/>
                    <a:pt x="186" y="74"/>
                    <a:pt x="107" y="202"/>
                  </a:cubicBezTo>
                  <a:cubicBezTo>
                    <a:pt x="1" y="401"/>
                    <a:pt x="60" y="645"/>
                    <a:pt x="259" y="751"/>
                  </a:cubicBezTo>
                  <a:lnTo>
                    <a:pt x="960" y="1158"/>
                  </a:lnTo>
                  <a:cubicBezTo>
                    <a:pt x="1022" y="1193"/>
                    <a:pt x="1090" y="1211"/>
                    <a:pt x="1158" y="1211"/>
                  </a:cubicBezTo>
                  <a:cubicBezTo>
                    <a:pt x="1296" y="1211"/>
                    <a:pt x="1431" y="1140"/>
                    <a:pt x="1510" y="1007"/>
                  </a:cubicBezTo>
                  <a:cubicBezTo>
                    <a:pt x="1625" y="822"/>
                    <a:pt x="1555" y="575"/>
                    <a:pt x="1359" y="457"/>
                  </a:cubicBezTo>
                  <a:lnTo>
                    <a:pt x="657" y="50"/>
                  </a:lnTo>
                  <a:cubicBezTo>
                    <a:pt x="597" y="16"/>
                    <a:pt x="532" y="0"/>
                    <a:pt x="4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5" name="Google Shape;1324;p48">
              <a:extLst>
                <a:ext uri="{FF2B5EF4-FFF2-40B4-BE49-F238E27FC236}">
                  <a16:creationId xmlns:a16="http://schemas.microsoft.com/office/drawing/2014/main" id="{CDD5DB36-82F8-051D-6E48-B7F0B65F2301}"/>
                </a:ext>
              </a:extLst>
            </p:cNvPr>
            <p:cNvSpPr/>
            <p:nvPr/>
          </p:nvSpPr>
          <p:spPr>
            <a:xfrm>
              <a:off x="6277363" y="3409225"/>
              <a:ext cx="40650" cy="30375"/>
            </a:xfrm>
            <a:custGeom>
              <a:avLst/>
              <a:gdLst/>
              <a:ahLst/>
              <a:cxnLst/>
              <a:rect l="l" t="t" r="r" b="b"/>
              <a:pathLst>
                <a:path w="1626" h="1215" extrusionOk="0">
                  <a:moveTo>
                    <a:pt x="1158" y="0"/>
                  </a:moveTo>
                  <a:cubicBezTo>
                    <a:pt x="1090" y="0"/>
                    <a:pt x="1022" y="18"/>
                    <a:pt x="960" y="53"/>
                  </a:cubicBezTo>
                  <a:lnTo>
                    <a:pt x="259" y="462"/>
                  </a:lnTo>
                  <a:cubicBezTo>
                    <a:pt x="60" y="566"/>
                    <a:pt x="1" y="813"/>
                    <a:pt x="107" y="1009"/>
                  </a:cubicBezTo>
                  <a:cubicBezTo>
                    <a:pt x="185" y="1144"/>
                    <a:pt x="322" y="1214"/>
                    <a:pt x="461" y="1214"/>
                  </a:cubicBezTo>
                  <a:cubicBezTo>
                    <a:pt x="528" y="1214"/>
                    <a:pt x="596" y="1198"/>
                    <a:pt x="657" y="1164"/>
                  </a:cubicBezTo>
                  <a:lnTo>
                    <a:pt x="1359" y="754"/>
                  </a:lnTo>
                  <a:cubicBezTo>
                    <a:pt x="1555" y="636"/>
                    <a:pt x="1625" y="392"/>
                    <a:pt x="1510" y="204"/>
                  </a:cubicBezTo>
                  <a:cubicBezTo>
                    <a:pt x="1431" y="71"/>
                    <a:pt x="1296" y="0"/>
                    <a:pt x="115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16" name="Google Shape;1447;p48">
            <a:extLst>
              <a:ext uri="{FF2B5EF4-FFF2-40B4-BE49-F238E27FC236}">
                <a16:creationId xmlns:a16="http://schemas.microsoft.com/office/drawing/2014/main" id="{115B3DBB-3A7E-637D-1370-306CE9EBE359}"/>
              </a:ext>
            </a:extLst>
          </p:cNvPr>
          <p:cNvGrpSpPr/>
          <p:nvPr/>
        </p:nvGrpSpPr>
        <p:grpSpPr>
          <a:xfrm>
            <a:off x="5176840" y="1392719"/>
            <a:ext cx="345150" cy="345075"/>
            <a:chOff x="3269563" y="2118050"/>
            <a:chExt cx="345150" cy="345075"/>
          </a:xfrm>
        </p:grpSpPr>
        <p:sp>
          <p:nvSpPr>
            <p:cNvPr id="17" name="Google Shape;1448;p48">
              <a:extLst>
                <a:ext uri="{FF2B5EF4-FFF2-40B4-BE49-F238E27FC236}">
                  <a16:creationId xmlns:a16="http://schemas.microsoft.com/office/drawing/2014/main" id="{44180DAA-FF64-3859-1264-E4B888DC5E0C}"/>
                </a:ext>
              </a:extLst>
            </p:cNvPr>
            <p:cNvSpPr/>
            <p:nvPr/>
          </p:nvSpPr>
          <p:spPr>
            <a:xfrm>
              <a:off x="3324213" y="2118050"/>
              <a:ext cx="235800" cy="345075"/>
            </a:xfrm>
            <a:custGeom>
              <a:avLst/>
              <a:gdLst/>
              <a:ahLst/>
              <a:cxnLst/>
              <a:rect l="l" t="t" r="r" b="b"/>
              <a:pathLst>
                <a:path w="9432" h="13803" extrusionOk="0">
                  <a:moveTo>
                    <a:pt x="4710" y="806"/>
                  </a:moveTo>
                  <a:cubicBezTo>
                    <a:pt x="6873" y="806"/>
                    <a:pt x="8627" y="2559"/>
                    <a:pt x="8627" y="4711"/>
                  </a:cubicBezTo>
                  <a:cubicBezTo>
                    <a:pt x="8627" y="5833"/>
                    <a:pt x="8147" y="6896"/>
                    <a:pt x="7305" y="7631"/>
                  </a:cubicBezTo>
                  <a:cubicBezTo>
                    <a:pt x="6697" y="8170"/>
                    <a:pt x="6324" y="8908"/>
                    <a:pt x="6220" y="9701"/>
                  </a:cubicBezTo>
                  <a:lnTo>
                    <a:pt x="3204" y="9701"/>
                  </a:lnTo>
                  <a:cubicBezTo>
                    <a:pt x="3109" y="8908"/>
                    <a:pt x="2724" y="8170"/>
                    <a:pt x="2127" y="7631"/>
                  </a:cubicBezTo>
                  <a:cubicBezTo>
                    <a:pt x="1285" y="6896"/>
                    <a:pt x="805" y="5833"/>
                    <a:pt x="805" y="4711"/>
                  </a:cubicBezTo>
                  <a:cubicBezTo>
                    <a:pt x="805" y="2559"/>
                    <a:pt x="2559" y="806"/>
                    <a:pt x="4710" y="806"/>
                  </a:cubicBezTo>
                  <a:close/>
                  <a:moveTo>
                    <a:pt x="6194" y="10507"/>
                  </a:moveTo>
                  <a:lnTo>
                    <a:pt x="6194" y="11244"/>
                  </a:lnTo>
                  <a:cubicBezTo>
                    <a:pt x="6194" y="11315"/>
                    <a:pt x="6136" y="11373"/>
                    <a:pt x="6065" y="11373"/>
                  </a:cubicBezTo>
                  <a:lnTo>
                    <a:pt x="3367" y="11373"/>
                  </a:lnTo>
                  <a:cubicBezTo>
                    <a:pt x="3297" y="11373"/>
                    <a:pt x="3226" y="11315"/>
                    <a:pt x="3226" y="11244"/>
                  </a:cubicBezTo>
                  <a:lnTo>
                    <a:pt x="3226" y="10507"/>
                  </a:lnTo>
                  <a:close/>
                  <a:moveTo>
                    <a:pt x="5659" y="12179"/>
                  </a:moveTo>
                  <a:lnTo>
                    <a:pt x="5659" y="12588"/>
                  </a:lnTo>
                  <a:cubicBezTo>
                    <a:pt x="5659" y="12810"/>
                    <a:pt x="5471" y="12987"/>
                    <a:pt x="5249" y="12987"/>
                  </a:cubicBezTo>
                  <a:lnTo>
                    <a:pt x="4172" y="12987"/>
                  </a:lnTo>
                  <a:cubicBezTo>
                    <a:pt x="3950" y="12987"/>
                    <a:pt x="3776" y="12810"/>
                    <a:pt x="3776" y="12588"/>
                  </a:cubicBezTo>
                  <a:lnTo>
                    <a:pt x="3776" y="12179"/>
                  </a:lnTo>
                  <a:close/>
                  <a:moveTo>
                    <a:pt x="4710" y="1"/>
                  </a:moveTo>
                  <a:cubicBezTo>
                    <a:pt x="2116" y="1"/>
                    <a:pt x="0" y="2116"/>
                    <a:pt x="0" y="4711"/>
                  </a:cubicBezTo>
                  <a:cubicBezTo>
                    <a:pt x="0" y="6066"/>
                    <a:pt x="573" y="7351"/>
                    <a:pt x="1591" y="8240"/>
                  </a:cubicBezTo>
                  <a:cubicBezTo>
                    <a:pt x="2116" y="8708"/>
                    <a:pt x="2418" y="9399"/>
                    <a:pt x="2418" y="10111"/>
                  </a:cubicBezTo>
                  <a:lnTo>
                    <a:pt x="2418" y="11244"/>
                  </a:lnTo>
                  <a:cubicBezTo>
                    <a:pt x="2418" y="11618"/>
                    <a:pt x="2643" y="11935"/>
                    <a:pt x="2957" y="12086"/>
                  </a:cubicBezTo>
                  <a:lnTo>
                    <a:pt x="2957" y="12588"/>
                  </a:lnTo>
                  <a:cubicBezTo>
                    <a:pt x="2957" y="13256"/>
                    <a:pt x="3507" y="13803"/>
                    <a:pt x="4172" y="13803"/>
                  </a:cubicBezTo>
                  <a:lnTo>
                    <a:pt x="5249" y="13803"/>
                  </a:lnTo>
                  <a:cubicBezTo>
                    <a:pt x="5925" y="13803"/>
                    <a:pt x="6464" y="13256"/>
                    <a:pt x="6464" y="12588"/>
                  </a:cubicBezTo>
                  <a:lnTo>
                    <a:pt x="6464" y="12086"/>
                  </a:lnTo>
                  <a:cubicBezTo>
                    <a:pt x="6781" y="11935"/>
                    <a:pt x="7002" y="11618"/>
                    <a:pt x="7002" y="11244"/>
                  </a:cubicBezTo>
                  <a:lnTo>
                    <a:pt x="7002" y="10111"/>
                  </a:lnTo>
                  <a:cubicBezTo>
                    <a:pt x="7002" y="9399"/>
                    <a:pt x="7305" y="8708"/>
                    <a:pt x="7844" y="8240"/>
                  </a:cubicBezTo>
                  <a:cubicBezTo>
                    <a:pt x="8848" y="7351"/>
                    <a:pt x="9432" y="6066"/>
                    <a:pt x="9432" y="4711"/>
                  </a:cubicBezTo>
                  <a:cubicBezTo>
                    <a:pt x="9432" y="2116"/>
                    <a:pt x="7317" y="1"/>
                    <a:pt x="47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8" name="Google Shape;1449;p48">
              <a:extLst>
                <a:ext uri="{FF2B5EF4-FFF2-40B4-BE49-F238E27FC236}">
                  <a16:creationId xmlns:a16="http://schemas.microsoft.com/office/drawing/2014/main" id="{0046496F-AF22-38F8-0FBB-41F717966763}"/>
                </a:ext>
              </a:extLst>
            </p:cNvPr>
            <p:cNvSpPr/>
            <p:nvPr/>
          </p:nvSpPr>
          <p:spPr>
            <a:xfrm>
              <a:off x="3574013" y="2225850"/>
              <a:ext cx="40700" cy="20225"/>
            </a:xfrm>
            <a:custGeom>
              <a:avLst/>
              <a:gdLst/>
              <a:ahLst/>
              <a:cxnLst/>
              <a:rect l="l" t="t" r="r" b="b"/>
              <a:pathLst>
                <a:path w="1628" h="809" extrusionOk="0">
                  <a:moveTo>
                    <a:pt x="410" y="0"/>
                  </a:moveTo>
                  <a:cubicBezTo>
                    <a:pt x="189" y="0"/>
                    <a:pt x="1" y="177"/>
                    <a:pt x="1" y="399"/>
                  </a:cubicBezTo>
                  <a:cubicBezTo>
                    <a:pt x="1" y="620"/>
                    <a:pt x="189" y="808"/>
                    <a:pt x="410" y="808"/>
                  </a:cubicBezTo>
                  <a:lnTo>
                    <a:pt x="1218" y="808"/>
                  </a:lnTo>
                  <a:cubicBezTo>
                    <a:pt x="1440" y="808"/>
                    <a:pt x="1628" y="620"/>
                    <a:pt x="1628" y="399"/>
                  </a:cubicBezTo>
                  <a:cubicBezTo>
                    <a:pt x="1628" y="177"/>
                    <a:pt x="1440" y="0"/>
                    <a:pt x="12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9" name="Google Shape;1450;p48">
              <a:extLst>
                <a:ext uri="{FF2B5EF4-FFF2-40B4-BE49-F238E27FC236}">
                  <a16:creationId xmlns:a16="http://schemas.microsoft.com/office/drawing/2014/main" id="{7E07F009-285D-BC4F-19EA-5965CABD07BD}"/>
                </a:ext>
              </a:extLst>
            </p:cNvPr>
            <p:cNvSpPr/>
            <p:nvPr/>
          </p:nvSpPr>
          <p:spPr>
            <a:xfrm>
              <a:off x="3565888" y="2158375"/>
              <a:ext cx="40625" cy="30375"/>
            </a:xfrm>
            <a:custGeom>
              <a:avLst/>
              <a:gdLst/>
              <a:ahLst/>
              <a:cxnLst/>
              <a:rect l="l" t="t" r="r" b="b"/>
              <a:pathLst>
                <a:path w="1625" h="1215" extrusionOk="0">
                  <a:moveTo>
                    <a:pt x="1168" y="1"/>
                  </a:moveTo>
                  <a:cubicBezTo>
                    <a:pt x="1101" y="1"/>
                    <a:pt x="1032" y="19"/>
                    <a:pt x="971" y="57"/>
                  </a:cubicBezTo>
                  <a:lnTo>
                    <a:pt x="270" y="455"/>
                  </a:lnTo>
                  <a:cubicBezTo>
                    <a:pt x="71" y="573"/>
                    <a:pt x="0" y="817"/>
                    <a:pt x="115" y="1016"/>
                  </a:cubicBezTo>
                  <a:cubicBezTo>
                    <a:pt x="186" y="1141"/>
                    <a:pt x="325" y="1214"/>
                    <a:pt x="464" y="1214"/>
                  </a:cubicBezTo>
                  <a:cubicBezTo>
                    <a:pt x="533" y="1214"/>
                    <a:pt x="603" y="1196"/>
                    <a:pt x="665" y="1157"/>
                  </a:cubicBezTo>
                  <a:lnTo>
                    <a:pt x="1367" y="758"/>
                  </a:lnTo>
                  <a:cubicBezTo>
                    <a:pt x="1566" y="643"/>
                    <a:pt x="1625" y="396"/>
                    <a:pt x="1518" y="197"/>
                  </a:cubicBezTo>
                  <a:cubicBezTo>
                    <a:pt x="1441" y="73"/>
                    <a:pt x="1305" y="1"/>
                    <a:pt x="11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0" name="Google Shape;1451;p48">
              <a:extLst>
                <a:ext uri="{FF2B5EF4-FFF2-40B4-BE49-F238E27FC236}">
                  <a16:creationId xmlns:a16="http://schemas.microsoft.com/office/drawing/2014/main" id="{AAAE31C0-54C8-FBDE-4022-60C02B9D5D72}"/>
                </a:ext>
              </a:extLst>
            </p:cNvPr>
            <p:cNvSpPr/>
            <p:nvPr/>
          </p:nvSpPr>
          <p:spPr>
            <a:xfrm>
              <a:off x="3565888" y="2283075"/>
              <a:ext cx="40625" cy="30425"/>
            </a:xfrm>
            <a:custGeom>
              <a:avLst/>
              <a:gdLst/>
              <a:ahLst/>
              <a:cxnLst/>
              <a:rect l="l" t="t" r="r" b="b"/>
              <a:pathLst>
                <a:path w="1625" h="1217" extrusionOk="0">
                  <a:moveTo>
                    <a:pt x="476" y="0"/>
                  </a:moveTo>
                  <a:cubicBezTo>
                    <a:pt x="333" y="0"/>
                    <a:pt x="189" y="74"/>
                    <a:pt x="115" y="203"/>
                  </a:cubicBezTo>
                  <a:cubicBezTo>
                    <a:pt x="0" y="399"/>
                    <a:pt x="71" y="646"/>
                    <a:pt x="270" y="750"/>
                  </a:cubicBezTo>
                  <a:lnTo>
                    <a:pt x="971" y="1159"/>
                  </a:lnTo>
                  <a:cubicBezTo>
                    <a:pt x="1032" y="1198"/>
                    <a:pt x="1100" y="1217"/>
                    <a:pt x="1168" y="1217"/>
                  </a:cubicBezTo>
                  <a:cubicBezTo>
                    <a:pt x="1305" y="1217"/>
                    <a:pt x="1441" y="1141"/>
                    <a:pt x="1518" y="1008"/>
                  </a:cubicBezTo>
                  <a:cubicBezTo>
                    <a:pt x="1625" y="820"/>
                    <a:pt x="1566" y="576"/>
                    <a:pt x="1367" y="458"/>
                  </a:cubicBezTo>
                  <a:lnTo>
                    <a:pt x="665" y="48"/>
                  </a:lnTo>
                  <a:cubicBezTo>
                    <a:pt x="607" y="16"/>
                    <a:pt x="542" y="0"/>
                    <a:pt x="4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1" name="Google Shape;1452;p48">
              <a:extLst>
                <a:ext uri="{FF2B5EF4-FFF2-40B4-BE49-F238E27FC236}">
                  <a16:creationId xmlns:a16="http://schemas.microsoft.com/office/drawing/2014/main" id="{C1CBE146-DA59-9BBB-0DC6-7869A426CEC4}"/>
                </a:ext>
              </a:extLst>
            </p:cNvPr>
            <p:cNvSpPr/>
            <p:nvPr/>
          </p:nvSpPr>
          <p:spPr>
            <a:xfrm>
              <a:off x="3269563" y="2225850"/>
              <a:ext cx="40375" cy="20225"/>
            </a:xfrm>
            <a:custGeom>
              <a:avLst/>
              <a:gdLst/>
              <a:ahLst/>
              <a:cxnLst/>
              <a:rect l="l" t="t" r="r" b="b"/>
              <a:pathLst>
                <a:path w="1615" h="809" extrusionOk="0">
                  <a:moveTo>
                    <a:pt x="397" y="0"/>
                  </a:moveTo>
                  <a:cubicBezTo>
                    <a:pt x="175" y="0"/>
                    <a:pt x="1" y="177"/>
                    <a:pt x="1" y="399"/>
                  </a:cubicBezTo>
                  <a:cubicBezTo>
                    <a:pt x="1" y="620"/>
                    <a:pt x="175" y="808"/>
                    <a:pt x="397" y="808"/>
                  </a:cubicBezTo>
                  <a:lnTo>
                    <a:pt x="1216" y="808"/>
                  </a:lnTo>
                  <a:cubicBezTo>
                    <a:pt x="1437" y="808"/>
                    <a:pt x="1614" y="620"/>
                    <a:pt x="1614" y="399"/>
                  </a:cubicBezTo>
                  <a:cubicBezTo>
                    <a:pt x="1614" y="177"/>
                    <a:pt x="1437" y="0"/>
                    <a:pt x="12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2" name="Google Shape;1453;p48">
              <a:extLst>
                <a:ext uri="{FF2B5EF4-FFF2-40B4-BE49-F238E27FC236}">
                  <a16:creationId xmlns:a16="http://schemas.microsoft.com/office/drawing/2014/main" id="{29A7F495-8BDE-22BA-E711-E01720CB4467}"/>
                </a:ext>
              </a:extLst>
            </p:cNvPr>
            <p:cNvSpPr/>
            <p:nvPr/>
          </p:nvSpPr>
          <p:spPr>
            <a:xfrm>
              <a:off x="3277438" y="2158375"/>
              <a:ext cx="40625" cy="30375"/>
            </a:xfrm>
            <a:custGeom>
              <a:avLst/>
              <a:gdLst/>
              <a:ahLst/>
              <a:cxnLst/>
              <a:rect l="l" t="t" r="r" b="b"/>
              <a:pathLst>
                <a:path w="1625" h="1215" extrusionOk="0">
                  <a:moveTo>
                    <a:pt x="461" y="1"/>
                  </a:moveTo>
                  <a:cubicBezTo>
                    <a:pt x="321" y="1"/>
                    <a:pt x="187" y="73"/>
                    <a:pt x="118" y="197"/>
                  </a:cubicBezTo>
                  <a:cubicBezTo>
                    <a:pt x="0" y="396"/>
                    <a:pt x="70" y="643"/>
                    <a:pt x="258" y="758"/>
                  </a:cubicBezTo>
                  <a:lnTo>
                    <a:pt x="960" y="1157"/>
                  </a:lnTo>
                  <a:cubicBezTo>
                    <a:pt x="1026" y="1196"/>
                    <a:pt x="1098" y="1214"/>
                    <a:pt x="1168" y="1214"/>
                  </a:cubicBezTo>
                  <a:cubicBezTo>
                    <a:pt x="1308" y="1214"/>
                    <a:pt x="1442" y="1141"/>
                    <a:pt x="1521" y="1016"/>
                  </a:cubicBezTo>
                  <a:cubicBezTo>
                    <a:pt x="1624" y="817"/>
                    <a:pt x="1554" y="573"/>
                    <a:pt x="1369" y="455"/>
                  </a:cubicBezTo>
                  <a:lnTo>
                    <a:pt x="668" y="57"/>
                  </a:lnTo>
                  <a:cubicBezTo>
                    <a:pt x="602" y="19"/>
                    <a:pt x="531" y="1"/>
                    <a:pt x="46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3" name="Google Shape;1454;p48">
              <a:extLst>
                <a:ext uri="{FF2B5EF4-FFF2-40B4-BE49-F238E27FC236}">
                  <a16:creationId xmlns:a16="http://schemas.microsoft.com/office/drawing/2014/main" id="{E43C9622-62D7-349D-5C75-2BE6830478B3}"/>
                </a:ext>
              </a:extLst>
            </p:cNvPr>
            <p:cNvSpPr/>
            <p:nvPr/>
          </p:nvSpPr>
          <p:spPr>
            <a:xfrm>
              <a:off x="3277438" y="2283075"/>
              <a:ext cx="40625" cy="30425"/>
            </a:xfrm>
            <a:custGeom>
              <a:avLst/>
              <a:gdLst/>
              <a:ahLst/>
              <a:cxnLst/>
              <a:rect l="l" t="t" r="r" b="b"/>
              <a:pathLst>
                <a:path w="1625" h="1217" extrusionOk="0">
                  <a:moveTo>
                    <a:pt x="1155" y="0"/>
                  </a:moveTo>
                  <a:cubicBezTo>
                    <a:pt x="1089" y="0"/>
                    <a:pt x="1022" y="16"/>
                    <a:pt x="960" y="48"/>
                  </a:cubicBezTo>
                  <a:lnTo>
                    <a:pt x="258" y="458"/>
                  </a:lnTo>
                  <a:cubicBezTo>
                    <a:pt x="70" y="576"/>
                    <a:pt x="0" y="820"/>
                    <a:pt x="118" y="1008"/>
                  </a:cubicBezTo>
                  <a:cubicBezTo>
                    <a:pt x="187" y="1141"/>
                    <a:pt x="321" y="1217"/>
                    <a:pt x="462" y="1217"/>
                  </a:cubicBezTo>
                  <a:cubicBezTo>
                    <a:pt x="531" y="1217"/>
                    <a:pt x="602" y="1198"/>
                    <a:pt x="668" y="1159"/>
                  </a:cubicBezTo>
                  <a:lnTo>
                    <a:pt x="1369" y="750"/>
                  </a:lnTo>
                  <a:cubicBezTo>
                    <a:pt x="1554" y="646"/>
                    <a:pt x="1624" y="399"/>
                    <a:pt x="1521" y="203"/>
                  </a:cubicBezTo>
                  <a:cubicBezTo>
                    <a:pt x="1440" y="74"/>
                    <a:pt x="1300" y="0"/>
                    <a:pt x="11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4" name="Google Shape;1455;p48">
              <a:extLst>
                <a:ext uri="{FF2B5EF4-FFF2-40B4-BE49-F238E27FC236}">
                  <a16:creationId xmlns:a16="http://schemas.microsoft.com/office/drawing/2014/main" id="{4E0408F9-A086-B921-CEC6-CEF8ADD50CF8}"/>
                </a:ext>
              </a:extLst>
            </p:cNvPr>
            <p:cNvSpPr/>
            <p:nvPr/>
          </p:nvSpPr>
          <p:spPr>
            <a:xfrm>
              <a:off x="3363613" y="2158375"/>
              <a:ext cx="156700" cy="155175"/>
            </a:xfrm>
            <a:custGeom>
              <a:avLst/>
              <a:gdLst/>
              <a:ahLst/>
              <a:cxnLst/>
              <a:rect l="l" t="t" r="r" b="b"/>
              <a:pathLst>
                <a:path w="6268" h="6207" extrusionOk="0">
                  <a:moveTo>
                    <a:pt x="3426" y="806"/>
                  </a:moveTo>
                  <a:lnTo>
                    <a:pt x="3437" y="1086"/>
                  </a:lnTo>
                  <a:cubicBezTo>
                    <a:pt x="3451" y="1249"/>
                    <a:pt x="3555" y="1389"/>
                    <a:pt x="3707" y="1448"/>
                  </a:cubicBezTo>
                  <a:cubicBezTo>
                    <a:pt x="3917" y="1518"/>
                    <a:pt x="4116" y="1636"/>
                    <a:pt x="4279" y="1777"/>
                  </a:cubicBezTo>
                  <a:cubicBezTo>
                    <a:pt x="4359" y="1841"/>
                    <a:pt x="4457" y="1875"/>
                    <a:pt x="4556" y="1875"/>
                  </a:cubicBezTo>
                  <a:cubicBezTo>
                    <a:pt x="4617" y="1875"/>
                    <a:pt x="4679" y="1862"/>
                    <a:pt x="4736" y="1835"/>
                  </a:cubicBezTo>
                  <a:lnTo>
                    <a:pt x="4980" y="1706"/>
                  </a:lnTo>
                  <a:lnTo>
                    <a:pt x="5261" y="2209"/>
                  </a:lnTo>
                  <a:lnTo>
                    <a:pt x="5039" y="2360"/>
                  </a:lnTo>
                  <a:cubicBezTo>
                    <a:pt x="4899" y="2441"/>
                    <a:pt x="4829" y="2607"/>
                    <a:pt x="4854" y="2770"/>
                  </a:cubicBezTo>
                  <a:cubicBezTo>
                    <a:pt x="4877" y="2887"/>
                    <a:pt x="4888" y="2991"/>
                    <a:pt x="4888" y="3098"/>
                  </a:cubicBezTo>
                  <a:cubicBezTo>
                    <a:pt x="4888" y="3202"/>
                    <a:pt x="4877" y="3319"/>
                    <a:pt x="4854" y="3437"/>
                  </a:cubicBezTo>
                  <a:cubicBezTo>
                    <a:pt x="4829" y="3589"/>
                    <a:pt x="4899" y="3763"/>
                    <a:pt x="5039" y="3844"/>
                  </a:cubicBezTo>
                  <a:lnTo>
                    <a:pt x="5261" y="3998"/>
                  </a:lnTo>
                  <a:lnTo>
                    <a:pt x="4980" y="4500"/>
                  </a:lnTo>
                  <a:lnTo>
                    <a:pt x="4736" y="4371"/>
                  </a:lnTo>
                  <a:cubicBezTo>
                    <a:pt x="4675" y="4343"/>
                    <a:pt x="4609" y="4328"/>
                    <a:pt x="4544" y="4328"/>
                  </a:cubicBezTo>
                  <a:cubicBezTo>
                    <a:pt x="4449" y="4328"/>
                    <a:pt x="4356" y="4360"/>
                    <a:pt x="4279" y="4430"/>
                  </a:cubicBezTo>
                  <a:cubicBezTo>
                    <a:pt x="4116" y="4571"/>
                    <a:pt x="3917" y="4686"/>
                    <a:pt x="3707" y="4756"/>
                  </a:cubicBezTo>
                  <a:cubicBezTo>
                    <a:pt x="3555" y="4803"/>
                    <a:pt x="3451" y="4955"/>
                    <a:pt x="3437" y="5120"/>
                  </a:cubicBezTo>
                  <a:lnTo>
                    <a:pt x="3426" y="5387"/>
                  </a:lnTo>
                  <a:lnTo>
                    <a:pt x="2854" y="5387"/>
                  </a:lnTo>
                  <a:lnTo>
                    <a:pt x="2831" y="5120"/>
                  </a:lnTo>
                  <a:cubicBezTo>
                    <a:pt x="2831" y="4955"/>
                    <a:pt x="2714" y="4803"/>
                    <a:pt x="2562" y="4756"/>
                  </a:cubicBezTo>
                  <a:cubicBezTo>
                    <a:pt x="2352" y="4686"/>
                    <a:pt x="2164" y="4571"/>
                    <a:pt x="1990" y="4430"/>
                  </a:cubicBezTo>
                  <a:cubicBezTo>
                    <a:pt x="1920" y="4360"/>
                    <a:pt x="1825" y="4328"/>
                    <a:pt x="1730" y="4328"/>
                  </a:cubicBezTo>
                  <a:cubicBezTo>
                    <a:pt x="1665" y="4328"/>
                    <a:pt x="1601" y="4343"/>
                    <a:pt x="1544" y="4371"/>
                  </a:cubicBezTo>
                  <a:lnTo>
                    <a:pt x="1300" y="4500"/>
                  </a:lnTo>
                  <a:lnTo>
                    <a:pt x="1008" y="3998"/>
                  </a:lnTo>
                  <a:lnTo>
                    <a:pt x="1241" y="3844"/>
                  </a:lnTo>
                  <a:cubicBezTo>
                    <a:pt x="1381" y="3763"/>
                    <a:pt x="1451" y="3589"/>
                    <a:pt x="1418" y="3437"/>
                  </a:cubicBezTo>
                  <a:cubicBezTo>
                    <a:pt x="1392" y="3319"/>
                    <a:pt x="1381" y="3202"/>
                    <a:pt x="1381" y="3098"/>
                  </a:cubicBezTo>
                  <a:cubicBezTo>
                    <a:pt x="1381" y="2991"/>
                    <a:pt x="1392" y="2887"/>
                    <a:pt x="1418" y="2770"/>
                  </a:cubicBezTo>
                  <a:cubicBezTo>
                    <a:pt x="1451" y="2607"/>
                    <a:pt x="1381" y="2441"/>
                    <a:pt x="1241" y="2360"/>
                  </a:cubicBezTo>
                  <a:lnTo>
                    <a:pt x="1008" y="2209"/>
                  </a:lnTo>
                  <a:lnTo>
                    <a:pt x="1300" y="1706"/>
                  </a:lnTo>
                  <a:lnTo>
                    <a:pt x="1544" y="1835"/>
                  </a:lnTo>
                  <a:cubicBezTo>
                    <a:pt x="1597" y="1862"/>
                    <a:pt x="1657" y="1875"/>
                    <a:pt x="1718" y="1875"/>
                  </a:cubicBezTo>
                  <a:cubicBezTo>
                    <a:pt x="1817" y="1875"/>
                    <a:pt x="1917" y="1841"/>
                    <a:pt x="1990" y="1777"/>
                  </a:cubicBezTo>
                  <a:cubicBezTo>
                    <a:pt x="2164" y="1636"/>
                    <a:pt x="2352" y="1518"/>
                    <a:pt x="2562" y="1448"/>
                  </a:cubicBezTo>
                  <a:cubicBezTo>
                    <a:pt x="2714" y="1389"/>
                    <a:pt x="2831" y="1249"/>
                    <a:pt x="2831" y="1086"/>
                  </a:cubicBezTo>
                  <a:lnTo>
                    <a:pt x="2854" y="806"/>
                  </a:lnTo>
                  <a:close/>
                  <a:moveTo>
                    <a:pt x="2470" y="1"/>
                  </a:moveTo>
                  <a:cubicBezTo>
                    <a:pt x="2245" y="1"/>
                    <a:pt x="2071" y="175"/>
                    <a:pt x="2060" y="385"/>
                  </a:cubicBezTo>
                  <a:lnTo>
                    <a:pt x="2035" y="795"/>
                  </a:lnTo>
                  <a:cubicBezTo>
                    <a:pt x="1920" y="854"/>
                    <a:pt x="1802" y="913"/>
                    <a:pt x="1684" y="994"/>
                  </a:cubicBezTo>
                  <a:lnTo>
                    <a:pt x="1322" y="806"/>
                  </a:lnTo>
                  <a:cubicBezTo>
                    <a:pt x="1267" y="778"/>
                    <a:pt x="1208" y="765"/>
                    <a:pt x="1148" y="765"/>
                  </a:cubicBezTo>
                  <a:cubicBezTo>
                    <a:pt x="1008" y="765"/>
                    <a:pt x="867" y="839"/>
                    <a:pt x="786" y="969"/>
                  </a:cubicBezTo>
                  <a:lnTo>
                    <a:pt x="119" y="2138"/>
                  </a:lnTo>
                  <a:cubicBezTo>
                    <a:pt x="1" y="2326"/>
                    <a:pt x="60" y="2559"/>
                    <a:pt x="248" y="2677"/>
                  </a:cubicBezTo>
                  <a:lnTo>
                    <a:pt x="587" y="2899"/>
                  </a:lnTo>
                  <a:cubicBezTo>
                    <a:pt x="576" y="2969"/>
                    <a:pt x="576" y="3039"/>
                    <a:pt x="576" y="3098"/>
                  </a:cubicBezTo>
                  <a:cubicBezTo>
                    <a:pt x="576" y="3168"/>
                    <a:pt x="576" y="3238"/>
                    <a:pt x="587" y="3308"/>
                  </a:cubicBezTo>
                  <a:lnTo>
                    <a:pt x="248" y="3530"/>
                  </a:lnTo>
                  <a:cubicBezTo>
                    <a:pt x="60" y="3648"/>
                    <a:pt x="1" y="3881"/>
                    <a:pt x="119" y="4068"/>
                  </a:cubicBezTo>
                  <a:lnTo>
                    <a:pt x="786" y="5235"/>
                  </a:lnTo>
                  <a:cubicBezTo>
                    <a:pt x="865" y="5364"/>
                    <a:pt x="999" y="5437"/>
                    <a:pt x="1135" y="5437"/>
                  </a:cubicBezTo>
                  <a:cubicBezTo>
                    <a:pt x="1199" y="5437"/>
                    <a:pt x="1263" y="5421"/>
                    <a:pt x="1322" y="5387"/>
                  </a:cubicBezTo>
                  <a:lnTo>
                    <a:pt x="1684" y="5213"/>
                  </a:lnTo>
                  <a:cubicBezTo>
                    <a:pt x="1802" y="5283"/>
                    <a:pt x="1920" y="5353"/>
                    <a:pt x="2035" y="5412"/>
                  </a:cubicBezTo>
                  <a:lnTo>
                    <a:pt x="2060" y="5822"/>
                  </a:lnTo>
                  <a:cubicBezTo>
                    <a:pt x="2071" y="6032"/>
                    <a:pt x="2245" y="6206"/>
                    <a:pt x="2470" y="6206"/>
                  </a:cubicBezTo>
                  <a:lnTo>
                    <a:pt x="3813" y="6206"/>
                  </a:lnTo>
                  <a:cubicBezTo>
                    <a:pt x="4024" y="6206"/>
                    <a:pt x="4209" y="6032"/>
                    <a:pt x="4209" y="5822"/>
                  </a:cubicBezTo>
                  <a:lnTo>
                    <a:pt x="4234" y="5412"/>
                  </a:lnTo>
                  <a:cubicBezTo>
                    <a:pt x="4363" y="5353"/>
                    <a:pt x="4478" y="5283"/>
                    <a:pt x="4596" y="5213"/>
                  </a:cubicBezTo>
                  <a:lnTo>
                    <a:pt x="4947" y="5387"/>
                  </a:lnTo>
                  <a:cubicBezTo>
                    <a:pt x="5010" y="5421"/>
                    <a:pt x="5077" y="5437"/>
                    <a:pt x="5142" y="5437"/>
                  </a:cubicBezTo>
                  <a:cubicBezTo>
                    <a:pt x="5281" y="5437"/>
                    <a:pt x="5413" y="5364"/>
                    <a:pt x="5485" y="5235"/>
                  </a:cubicBezTo>
                  <a:lnTo>
                    <a:pt x="6161" y="4068"/>
                  </a:lnTo>
                  <a:cubicBezTo>
                    <a:pt x="6268" y="3881"/>
                    <a:pt x="6209" y="3648"/>
                    <a:pt x="6032" y="3530"/>
                  </a:cubicBezTo>
                  <a:lnTo>
                    <a:pt x="5696" y="3308"/>
                  </a:lnTo>
                  <a:lnTo>
                    <a:pt x="5696" y="3098"/>
                  </a:lnTo>
                  <a:lnTo>
                    <a:pt x="5696" y="2899"/>
                  </a:lnTo>
                  <a:lnTo>
                    <a:pt x="6032" y="2677"/>
                  </a:lnTo>
                  <a:cubicBezTo>
                    <a:pt x="6209" y="2559"/>
                    <a:pt x="6268" y="2326"/>
                    <a:pt x="6161" y="2138"/>
                  </a:cubicBezTo>
                  <a:lnTo>
                    <a:pt x="5485" y="969"/>
                  </a:lnTo>
                  <a:cubicBezTo>
                    <a:pt x="5410" y="839"/>
                    <a:pt x="5273" y="765"/>
                    <a:pt x="5129" y="765"/>
                  </a:cubicBezTo>
                  <a:cubicBezTo>
                    <a:pt x="5068" y="765"/>
                    <a:pt x="5006" y="778"/>
                    <a:pt x="4947" y="806"/>
                  </a:cubicBezTo>
                  <a:lnTo>
                    <a:pt x="4596" y="994"/>
                  </a:lnTo>
                  <a:cubicBezTo>
                    <a:pt x="4478" y="913"/>
                    <a:pt x="4363" y="854"/>
                    <a:pt x="4234" y="795"/>
                  </a:cubicBezTo>
                  <a:lnTo>
                    <a:pt x="4209" y="385"/>
                  </a:lnTo>
                  <a:cubicBezTo>
                    <a:pt x="4209" y="175"/>
                    <a:pt x="4024" y="1"/>
                    <a:pt x="3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5" name="Google Shape;1456;p48">
              <a:extLst>
                <a:ext uri="{FF2B5EF4-FFF2-40B4-BE49-F238E27FC236}">
                  <a16:creationId xmlns:a16="http://schemas.microsoft.com/office/drawing/2014/main" id="{9D22BE53-3A25-E4B5-4BDE-DBF0129FFD87}"/>
                </a:ext>
              </a:extLst>
            </p:cNvPr>
            <p:cNvSpPr/>
            <p:nvPr/>
          </p:nvSpPr>
          <p:spPr>
            <a:xfrm>
              <a:off x="3411588" y="2205725"/>
              <a:ext cx="60775" cy="60475"/>
            </a:xfrm>
            <a:custGeom>
              <a:avLst/>
              <a:gdLst/>
              <a:ahLst/>
              <a:cxnLst/>
              <a:rect l="l" t="t" r="r" b="b"/>
              <a:pathLst>
                <a:path w="2431" h="2419" extrusionOk="0">
                  <a:moveTo>
                    <a:pt x="1215" y="805"/>
                  </a:moveTo>
                  <a:cubicBezTo>
                    <a:pt x="1437" y="805"/>
                    <a:pt x="1625" y="982"/>
                    <a:pt x="1625" y="1204"/>
                  </a:cubicBezTo>
                  <a:cubicBezTo>
                    <a:pt x="1625" y="1425"/>
                    <a:pt x="1437" y="1613"/>
                    <a:pt x="1215" y="1613"/>
                  </a:cubicBezTo>
                  <a:cubicBezTo>
                    <a:pt x="994" y="1613"/>
                    <a:pt x="817" y="1425"/>
                    <a:pt x="817" y="1204"/>
                  </a:cubicBezTo>
                  <a:cubicBezTo>
                    <a:pt x="817" y="982"/>
                    <a:pt x="994" y="805"/>
                    <a:pt x="1215" y="805"/>
                  </a:cubicBezTo>
                  <a:close/>
                  <a:moveTo>
                    <a:pt x="1215" y="0"/>
                  </a:moveTo>
                  <a:cubicBezTo>
                    <a:pt x="551" y="0"/>
                    <a:pt x="1" y="536"/>
                    <a:pt x="1" y="1204"/>
                  </a:cubicBezTo>
                  <a:cubicBezTo>
                    <a:pt x="1" y="1880"/>
                    <a:pt x="551" y="2419"/>
                    <a:pt x="1215" y="2419"/>
                  </a:cubicBezTo>
                  <a:cubicBezTo>
                    <a:pt x="1883" y="2419"/>
                    <a:pt x="2430" y="1880"/>
                    <a:pt x="2430" y="1204"/>
                  </a:cubicBezTo>
                  <a:cubicBezTo>
                    <a:pt x="2430" y="536"/>
                    <a:pt x="1883" y="0"/>
                    <a:pt x="1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lt1"/>
                </a:solidFill>
              </a:endParaRPr>
            </a:p>
          </p:txBody>
        </p:sp>
      </p:grpSp>
      <p:grpSp>
        <p:nvGrpSpPr>
          <p:cNvPr id="26" name="Google Shape;1457;p48">
            <a:extLst>
              <a:ext uri="{FF2B5EF4-FFF2-40B4-BE49-F238E27FC236}">
                <a16:creationId xmlns:a16="http://schemas.microsoft.com/office/drawing/2014/main" id="{D2CFBD6D-5CED-D809-AD95-ACD1DECA6749}"/>
              </a:ext>
            </a:extLst>
          </p:cNvPr>
          <p:cNvGrpSpPr/>
          <p:nvPr/>
        </p:nvGrpSpPr>
        <p:grpSpPr>
          <a:xfrm>
            <a:off x="1060505" y="1392444"/>
            <a:ext cx="317375" cy="345350"/>
            <a:chOff x="1011863" y="1545075"/>
            <a:chExt cx="317375" cy="345350"/>
          </a:xfrm>
        </p:grpSpPr>
        <p:sp>
          <p:nvSpPr>
            <p:cNvPr id="27" name="Google Shape;1458;p48">
              <a:extLst>
                <a:ext uri="{FF2B5EF4-FFF2-40B4-BE49-F238E27FC236}">
                  <a16:creationId xmlns:a16="http://schemas.microsoft.com/office/drawing/2014/main" id="{38540B7A-9B64-66F7-C8E0-E49745B6FA34}"/>
                </a:ext>
              </a:extLst>
            </p:cNvPr>
            <p:cNvSpPr/>
            <p:nvPr/>
          </p:nvSpPr>
          <p:spPr>
            <a:xfrm>
              <a:off x="1011863" y="1545075"/>
              <a:ext cx="317375" cy="345350"/>
            </a:xfrm>
            <a:custGeom>
              <a:avLst/>
              <a:gdLst/>
              <a:ahLst/>
              <a:cxnLst/>
              <a:rect l="l" t="t" r="r" b="b"/>
              <a:pathLst>
                <a:path w="12695" h="13814" extrusionOk="0">
                  <a:moveTo>
                    <a:pt x="5809" y="813"/>
                  </a:moveTo>
                  <a:cubicBezTo>
                    <a:pt x="5837" y="813"/>
                    <a:pt x="5864" y="813"/>
                    <a:pt x="5891" y="814"/>
                  </a:cubicBezTo>
                  <a:cubicBezTo>
                    <a:pt x="8593" y="862"/>
                    <a:pt x="10789" y="3154"/>
                    <a:pt x="10789" y="5841"/>
                  </a:cubicBezTo>
                  <a:lnTo>
                    <a:pt x="10789" y="6882"/>
                  </a:lnTo>
                  <a:cubicBezTo>
                    <a:pt x="10789" y="6963"/>
                    <a:pt x="10812" y="7033"/>
                    <a:pt x="10859" y="7103"/>
                  </a:cubicBezTo>
                  <a:lnTo>
                    <a:pt x="11679" y="8343"/>
                  </a:lnTo>
                  <a:lnTo>
                    <a:pt x="11011" y="8669"/>
                  </a:lnTo>
                  <a:cubicBezTo>
                    <a:pt x="10907" y="8728"/>
                    <a:pt x="10823" y="8834"/>
                    <a:pt x="10801" y="8963"/>
                  </a:cubicBezTo>
                  <a:lnTo>
                    <a:pt x="10649" y="9710"/>
                  </a:lnTo>
                  <a:lnTo>
                    <a:pt x="10122" y="9710"/>
                  </a:lnTo>
                  <a:cubicBezTo>
                    <a:pt x="9925" y="9710"/>
                    <a:pt x="9737" y="9861"/>
                    <a:pt x="9715" y="10071"/>
                  </a:cubicBezTo>
                  <a:cubicBezTo>
                    <a:pt x="9690" y="10318"/>
                    <a:pt x="9878" y="10517"/>
                    <a:pt x="10110" y="10517"/>
                  </a:cubicBezTo>
                  <a:lnTo>
                    <a:pt x="10498" y="10517"/>
                  </a:lnTo>
                  <a:lnTo>
                    <a:pt x="10402" y="11008"/>
                  </a:lnTo>
                  <a:cubicBezTo>
                    <a:pt x="10357" y="11194"/>
                    <a:pt x="10192" y="11323"/>
                    <a:pt x="10007" y="11323"/>
                  </a:cubicBezTo>
                  <a:lnTo>
                    <a:pt x="8183" y="11323"/>
                  </a:lnTo>
                  <a:cubicBezTo>
                    <a:pt x="7586" y="10492"/>
                    <a:pt x="6615" y="9979"/>
                    <a:pt x="5577" y="9979"/>
                  </a:cubicBezTo>
                  <a:lnTo>
                    <a:pt x="2702" y="9979"/>
                  </a:lnTo>
                  <a:cubicBezTo>
                    <a:pt x="1565" y="9067"/>
                    <a:pt x="819" y="7406"/>
                    <a:pt x="819" y="5807"/>
                  </a:cubicBezTo>
                  <a:cubicBezTo>
                    <a:pt x="819" y="3052"/>
                    <a:pt x="3053" y="813"/>
                    <a:pt x="5809" y="813"/>
                  </a:cubicBezTo>
                  <a:close/>
                  <a:moveTo>
                    <a:pt x="5577" y="10787"/>
                  </a:moveTo>
                  <a:cubicBezTo>
                    <a:pt x="6371" y="10787"/>
                    <a:pt x="7120" y="11194"/>
                    <a:pt x="7552" y="11850"/>
                  </a:cubicBezTo>
                  <a:lnTo>
                    <a:pt x="7552" y="12995"/>
                  </a:lnTo>
                  <a:lnTo>
                    <a:pt x="2968" y="12995"/>
                  </a:lnTo>
                  <a:lnTo>
                    <a:pt x="2968" y="10787"/>
                  </a:lnTo>
                  <a:close/>
                  <a:moveTo>
                    <a:pt x="5786" y="0"/>
                  </a:moveTo>
                  <a:cubicBezTo>
                    <a:pt x="5550" y="0"/>
                    <a:pt x="5312" y="14"/>
                    <a:pt x="5072" y="42"/>
                  </a:cubicBezTo>
                  <a:cubicBezTo>
                    <a:pt x="4045" y="171"/>
                    <a:pt x="3052" y="581"/>
                    <a:pt x="2233" y="1223"/>
                  </a:cubicBezTo>
                  <a:cubicBezTo>
                    <a:pt x="808" y="2357"/>
                    <a:pt x="0" y="4018"/>
                    <a:pt x="0" y="5807"/>
                  </a:cubicBezTo>
                  <a:cubicBezTo>
                    <a:pt x="0" y="6730"/>
                    <a:pt x="222" y="7676"/>
                    <a:pt x="631" y="8554"/>
                  </a:cubicBezTo>
                  <a:cubicBezTo>
                    <a:pt x="1018" y="9370"/>
                    <a:pt x="1543" y="10071"/>
                    <a:pt x="2163" y="10576"/>
                  </a:cubicBezTo>
                  <a:lnTo>
                    <a:pt x="2163" y="13404"/>
                  </a:lnTo>
                  <a:cubicBezTo>
                    <a:pt x="2163" y="13626"/>
                    <a:pt x="2337" y="13814"/>
                    <a:pt x="2573" y="13814"/>
                  </a:cubicBezTo>
                  <a:lnTo>
                    <a:pt x="7962" y="13814"/>
                  </a:lnTo>
                  <a:cubicBezTo>
                    <a:pt x="8183" y="13814"/>
                    <a:pt x="8357" y="13626"/>
                    <a:pt x="8357" y="13404"/>
                  </a:cubicBezTo>
                  <a:lnTo>
                    <a:pt x="8357" y="12142"/>
                  </a:lnTo>
                  <a:lnTo>
                    <a:pt x="9995" y="12142"/>
                  </a:lnTo>
                  <a:cubicBezTo>
                    <a:pt x="10568" y="12142"/>
                    <a:pt x="11070" y="11732"/>
                    <a:pt x="11188" y="11160"/>
                  </a:cubicBezTo>
                  <a:lnTo>
                    <a:pt x="11550" y="9314"/>
                  </a:lnTo>
                  <a:lnTo>
                    <a:pt x="12450" y="8857"/>
                  </a:lnTo>
                  <a:cubicBezTo>
                    <a:pt x="12554" y="8809"/>
                    <a:pt x="12635" y="8716"/>
                    <a:pt x="12660" y="8599"/>
                  </a:cubicBezTo>
                  <a:cubicBezTo>
                    <a:pt x="12694" y="8484"/>
                    <a:pt x="12672" y="8366"/>
                    <a:pt x="12613" y="8273"/>
                  </a:cubicBezTo>
                  <a:lnTo>
                    <a:pt x="11594" y="6753"/>
                  </a:lnTo>
                  <a:lnTo>
                    <a:pt x="11594" y="5841"/>
                  </a:lnTo>
                  <a:cubicBezTo>
                    <a:pt x="11594" y="4346"/>
                    <a:pt x="11033" y="2895"/>
                    <a:pt x="10007" y="1810"/>
                  </a:cubicBezTo>
                  <a:cubicBezTo>
                    <a:pt x="8896" y="648"/>
                    <a:pt x="7393" y="0"/>
                    <a:pt x="57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8" name="Google Shape;1459;p48">
              <a:extLst>
                <a:ext uri="{FF2B5EF4-FFF2-40B4-BE49-F238E27FC236}">
                  <a16:creationId xmlns:a16="http://schemas.microsoft.com/office/drawing/2014/main" id="{78922ABC-BF63-BAB8-E332-665972AE8476}"/>
                </a:ext>
              </a:extLst>
            </p:cNvPr>
            <p:cNvSpPr/>
            <p:nvPr/>
          </p:nvSpPr>
          <p:spPr>
            <a:xfrm>
              <a:off x="1065363" y="1592275"/>
              <a:ext cx="183225" cy="182200"/>
            </a:xfrm>
            <a:custGeom>
              <a:avLst/>
              <a:gdLst/>
              <a:ahLst/>
              <a:cxnLst/>
              <a:rect l="l" t="t" r="r" b="b"/>
              <a:pathLst>
                <a:path w="7329" h="7288" extrusionOk="0">
                  <a:moveTo>
                    <a:pt x="5317" y="1616"/>
                  </a:moveTo>
                  <a:lnTo>
                    <a:pt x="5681" y="1989"/>
                  </a:lnTo>
                  <a:lnTo>
                    <a:pt x="5681" y="5297"/>
                  </a:lnTo>
                  <a:lnTo>
                    <a:pt x="5317" y="5659"/>
                  </a:lnTo>
                  <a:lnTo>
                    <a:pt x="2009" y="5659"/>
                  </a:lnTo>
                  <a:lnTo>
                    <a:pt x="1636" y="5297"/>
                  </a:lnTo>
                  <a:lnTo>
                    <a:pt x="1636" y="1989"/>
                  </a:lnTo>
                  <a:lnTo>
                    <a:pt x="2009" y="1616"/>
                  </a:lnTo>
                  <a:close/>
                  <a:moveTo>
                    <a:pt x="2047" y="1"/>
                  </a:moveTo>
                  <a:cubicBezTo>
                    <a:pt x="1822" y="1"/>
                    <a:pt x="1636" y="181"/>
                    <a:pt x="1636" y="413"/>
                  </a:cubicBezTo>
                  <a:lnTo>
                    <a:pt x="1636" y="867"/>
                  </a:lnTo>
                  <a:cubicBezTo>
                    <a:pt x="1614" y="878"/>
                    <a:pt x="1577" y="904"/>
                    <a:pt x="1555" y="926"/>
                  </a:cubicBezTo>
                  <a:lnTo>
                    <a:pt x="946" y="1535"/>
                  </a:lnTo>
                  <a:cubicBezTo>
                    <a:pt x="923" y="1557"/>
                    <a:pt x="898" y="1591"/>
                    <a:pt x="887" y="1616"/>
                  </a:cubicBezTo>
                  <a:lnTo>
                    <a:pt x="433" y="1616"/>
                  </a:lnTo>
                  <a:cubicBezTo>
                    <a:pt x="233" y="1616"/>
                    <a:pt x="45" y="1779"/>
                    <a:pt x="23" y="1978"/>
                  </a:cubicBezTo>
                  <a:cubicBezTo>
                    <a:pt x="1" y="2222"/>
                    <a:pt x="186" y="2433"/>
                    <a:pt x="433" y="2433"/>
                  </a:cubicBezTo>
                  <a:lnTo>
                    <a:pt x="828" y="2433"/>
                  </a:lnTo>
                  <a:lnTo>
                    <a:pt x="828" y="3240"/>
                  </a:lnTo>
                  <a:lnTo>
                    <a:pt x="433" y="3240"/>
                  </a:lnTo>
                  <a:cubicBezTo>
                    <a:pt x="233" y="3240"/>
                    <a:pt x="45" y="3392"/>
                    <a:pt x="23" y="3602"/>
                  </a:cubicBezTo>
                  <a:cubicBezTo>
                    <a:pt x="1" y="3835"/>
                    <a:pt x="186" y="4046"/>
                    <a:pt x="433" y="4046"/>
                  </a:cubicBezTo>
                  <a:lnTo>
                    <a:pt x="828" y="4046"/>
                  </a:lnTo>
                  <a:lnTo>
                    <a:pt x="828" y="4854"/>
                  </a:lnTo>
                  <a:lnTo>
                    <a:pt x="433" y="4854"/>
                  </a:lnTo>
                  <a:cubicBezTo>
                    <a:pt x="233" y="4854"/>
                    <a:pt x="45" y="5005"/>
                    <a:pt x="23" y="5215"/>
                  </a:cubicBezTo>
                  <a:cubicBezTo>
                    <a:pt x="1" y="5462"/>
                    <a:pt x="186" y="5659"/>
                    <a:pt x="433" y="5659"/>
                  </a:cubicBezTo>
                  <a:lnTo>
                    <a:pt x="887" y="5659"/>
                  </a:lnTo>
                  <a:cubicBezTo>
                    <a:pt x="898" y="5695"/>
                    <a:pt x="923" y="5718"/>
                    <a:pt x="946" y="5754"/>
                  </a:cubicBezTo>
                  <a:lnTo>
                    <a:pt x="1555" y="6360"/>
                  </a:lnTo>
                  <a:cubicBezTo>
                    <a:pt x="1577" y="6385"/>
                    <a:pt x="1614" y="6408"/>
                    <a:pt x="1636" y="6419"/>
                  </a:cubicBezTo>
                  <a:lnTo>
                    <a:pt x="1636" y="6865"/>
                  </a:lnTo>
                  <a:cubicBezTo>
                    <a:pt x="1636" y="7075"/>
                    <a:pt x="1788" y="7260"/>
                    <a:pt x="1998" y="7286"/>
                  </a:cubicBezTo>
                  <a:cubicBezTo>
                    <a:pt x="2011" y="7287"/>
                    <a:pt x="2025" y="7288"/>
                    <a:pt x="2038" y="7288"/>
                  </a:cubicBezTo>
                  <a:cubicBezTo>
                    <a:pt x="2267" y="7288"/>
                    <a:pt x="2455" y="7107"/>
                    <a:pt x="2455" y="6876"/>
                  </a:cubicBezTo>
                  <a:lnTo>
                    <a:pt x="2455" y="6478"/>
                  </a:lnTo>
                  <a:lnTo>
                    <a:pt x="3260" y="6478"/>
                  </a:lnTo>
                  <a:lnTo>
                    <a:pt x="3260" y="6865"/>
                  </a:lnTo>
                  <a:cubicBezTo>
                    <a:pt x="3260" y="7075"/>
                    <a:pt x="3412" y="7260"/>
                    <a:pt x="3611" y="7286"/>
                  </a:cubicBezTo>
                  <a:cubicBezTo>
                    <a:pt x="3624" y="7287"/>
                    <a:pt x="3638" y="7288"/>
                    <a:pt x="3651" y="7288"/>
                  </a:cubicBezTo>
                  <a:cubicBezTo>
                    <a:pt x="3880" y="7288"/>
                    <a:pt x="4068" y="7107"/>
                    <a:pt x="4068" y="6876"/>
                  </a:cubicBezTo>
                  <a:lnTo>
                    <a:pt x="4068" y="6478"/>
                  </a:lnTo>
                  <a:lnTo>
                    <a:pt x="4873" y="6478"/>
                  </a:lnTo>
                  <a:lnTo>
                    <a:pt x="4873" y="6865"/>
                  </a:lnTo>
                  <a:cubicBezTo>
                    <a:pt x="4873" y="7075"/>
                    <a:pt x="5025" y="7260"/>
                    <a:pt x="5235" y="7286"/>
                  </a:cubicBezTo>
                  <a:cubicBezTo>
                    <a:pt x="5249" y="7287"/>
                    <a:pt x="5262" y="7288"/>
                    <a:pt x="5275" y="7288"/>
                  </a:cubicBezTo>
                  <a:cubicBezTo>
                    <a:pt x="5503" y="7288"/>
                    <a:pt x="5681" y="7107"/>
                    <a:pt x="5681" y="6876"/>
                  </a:cubicBezTo>
                  <a:lnTo>
                    <a:pt x="5681" y="6419"/>
                  </a:lnTo>
                  <a:cubicBezTo>
                    <a:pt x="5715" y="6408"/>
                    <a:pt x="5737" y="6385"/>
                    <a:pt x="5774" y="6360"/>
                  </a:cubicBezTo>
                  <a:lnTo>
                    <a:pt x="6369" y="5754"/>
                  </a:lnTo>
                  <a:cubicBezTo>
                    <a:pt x="6405" y="5718"/>
                    <a:pt x="6416" y="5695"/>
                    <a:pt x="6439" y="5659"/>
                  </a:cubicBezTo>
                  <a:lnTo>
                    <a:pt x="6885" y="5659"/>
                  </a:lnTo>
                  <a:cubicBezTo>
                    <a:pt x="7095" y="5659"/>
                    <a:pt x="7280" y="5507"/>
                    <a:pt x="7306" y="5308"/>
                  </a:cubicBezTo>
                  <a:cubicBezTo>
                    <a:pt x="7328" y="5064"/>
                    <a:pt x="7140" y="4854"/>
                    <a:pt x="6896" y="4854"/>
                  </a:cubicBezTo>
                  <a:lnTo>
                    <a:pt x="6498" y="4854"/>
                  </a:lnTo>
                  <a:lnTo>
                    <a:pt x="6498" y="4046"/>
                  </a:lnTo>
                  <a:lnTo>
                    <a:pt x="6885" y="4046"/>
                  </a:lnTo>
                  <a:cubicBezTo>
                    <a:pt x="7095" y="4046"/>
                    <a:pt x="7280" y="3894"/>
                    <a:pt x="7306" y="3684"/>
                  </a:cubicBezTo>
                  <a:cubicBezTo>
                    <a:pt x="7328" y="3451"/>
                    <a:pt x="7140" y="3240"/>
                    <a:pt x="6896" y="3240"/>
                  </a:cubicBezTo>
                  <a:lnTo>
                    <a:pt x="6498" y="3240"/>
                  </a:lnTo>
                  <a:lnTo>
                    <a:pt x="6498" y="2433"/>
                  </a:lnTo>
                  <a:lnTo>
                    <a:pt x="6896" y="2433"/>
                  </a:lnTo>
                  <a:cubicBezTo>
                    <a:pt x="7140" y="2433"/>
                    <a:pt x="7328" y="2222"/>
                    <a:pt x="7306" y="1978"/>
                  </a:cubicBezTo>
                  <a:cubicBezTo>
                    <a:pt x="7280" y="1779"/>
                    <a:pt x="7095" y="1616"/>
                    <a:pt x="6885" y="1616"/>
                  </a:cubicBezTo>
                  <a:lnTo>
                    <a:pt x="6439" y="1616"/>
                  </a:lnTo>
                  <a:cubicBezTo>
                    <a:pt x="6416" y="1591"/>
                    <a:pt x="6405" y="1557"/>
                    <a:pt x="6369" y="1535"/>
                  </a:cubicBezTo>
                  <a:lnTo>
                    <a:pt x="5774" y="926"/>
                  </a:lnTo>
                  <a:cubicBezTo>
                    <a:pt x="5737" y="904"/>
                    <a:pt x="5715" y="878"/>
                    <a:pt x="5681" y="867"/>
                  </a:cubicBezTo>
                  <a:lnTo>
                    <a:pt x="5681" y="424"/>
                  </a:lnTo>
                  <a:cubicBezTo>
                    <a:pt x="5681" y="214"/>
                    <a:pt x="5527" y="26"/>
                    <a:pt x="5331" y="3"/>
                  </a:cubicBezTo>
                  <a:cubicBezTo>
                    <a:pt x="5316" y="2"/>
                    <a:pt x="5301" y="1"/>
                    <a:pt x="5286" y="1"/>
                  </a:cubicBezTo>
                  <a:cubicBezTo>
                    <a:pt x="5059" y="1"/>
                    <a:pt x="4873" y="181"/>
                    <a:pt x="4873" y="413"/>
                  </a:cubicBezTo>
                  <a:lnTo>
                    <a:pt x="4873" y="808"/>
                  </a:lnTo>
                  <a:lnTo>
                    <a:pt x="4068" y="808"/>
                  </a:lnTo>
                  <a:lnTo>
                    <a:pt x="4068" y="424"/>
                  </a:lnTo>
                  <a:cubicBezTo>
                    <a:pt x="4068" y="214"/>
                    <a:pt x="3914" y="26"/>
                    <a:pt x="3704" y="3"/>
                  </a:cubicBezTo>
                  <a:cubicBezTo>
                    <a:pt x="3689" y="2"/>
                    <a:pt x="3674" y="1"/>
                    <a:pt x="3660" y="1"/>
                  </a:cubicBezTo>
                  <a:cubicBezTo>
                    <a:pt x="3436" y="1"/>
                    <a:pt x="3260" y="181"/>
                    <a:pt x="3260" y="413"/>
                  </a:cubicBezTo>
                  <a:lnTo>
                    <a:pt x="3260" y="808"/>
                  </a:lnTo>
                  <a:lnTo>
                    <a:pt x="2455" y="808"/>
                  </a:lnTo>
                  <a:lnTo>
                    <a:pt x="2455" y="424"/>
                  </a:lnTo>
                  <a:cubicBezTo>
                    <a:pt x="2455" y="214"/>
                    <a:pt x="2301" y="26"/>
                    <a:pt x="2090" y="3"/>
                  </a:cubicBezTo>
                  <a:cubicBezTo>
                    <a:pt x="2076" y="2"/>
                    <a:pt x="2061" y="1"/>
                    <a:pt x="20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9" name="Google Shape;1460;p48">
              <a:extLst>
                <a:ext uri="{FF2B5EF4-FFF2-40B4-BE49-F238E27FC236}">
                  <a16:creationId xmlns:a16="http://schemas.microsoft.com/office/drawing/2014/main" id="{33694344-F80F-C307-74ED-665ABE9CE201}"/>
                </a:ext>
              </a:extLst>
            </p:cNvPr>
            <p:cNvSpPr/>
            <p:nvPr/>
          </p:nvSpPr>
          <p:spPr>
            <a:xfrm>
              <a:off x="1126738" y="1653075"/>
              <a:ext cx="60750" cy="60825"/>
            </a:xfrm>
            <a:custGeom>
              <a:avLst/>
              <a:gdLst/>
              <a:ahLst/>
              <a:cxnLst/>
              <a:rect l="l" t="t" r="r" b="b"/>
              <a:pathLst>
                <a:path w="2430" h="2433" extrusionOk="0">
                  <a:moveTo>
                    <a:pt x="1215" y="820"/>
                  </a:moveTo>
                  <a:cubicBezTo>
                    <a:pt x="1437" y="820"/>
                    <a:pt x="1624" y="996"/>
                    <a:pt x="1624" y="1218"/>
                  </a:cubicBezTo>
                  <a:cubicBezTo>
                    <a:pt x="1624" y="1440"/>
                    <a:pt x="1437" y="1628"/>
                    <a:pt x="1215" y="1628"/>
                  </a:cubicBezTo>
                  <a:cubicBezTo>
                    <a:pt x="993" y="1628"/>
                    <a:pt x="817" y="1440"/>
                    <a:pt x="817" y="1218"/>
                  </a:cubicBezTo>
                  <a:cubicBezTo>
                    <a:pt x="817" y="996"/>
                    <a:pt x="993" y="820"/>
                    <a:pt x="1215" y="820"/>
                  </a:cubicBezTo>
                  <a:close/>
                  <a:moveTo>
                    <a:pt x="1215" y="1"/>
                  </a:moveTo>
                  <a:cubicBezTo>
                    <a:pt x="547" y="1"/>
                    <a:pt x="0" y="550"/>
                    <a:pt x="0" y="1218"/>
                  </a:cubicBezTo>
                  <a:cubicBezTo>
                    <a:pt x="0" y="1883"/>
                    <a:pt x="547" y="2433"/>
                    <a:pt x="1215" y="2433"/>
                  </a:cubicBezTo>
                  <a:cubicBezTo>
                    <a:pt x="1880" y="2433"/>
                    <a:pt x="2430" y="1883"/>
                    <a:pt x="2430" y="1218"/>
                  </a:cubicBezTo>
                  <a:cubicBezTo>
                    <a:pt x="2430" y="550"/>
                    <a:pt x="1880" y="1"/>
                    <a:pt x="12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30" name="Google Shape;1489;p48">
            <a:extLst>
              <a:ext uri="{FF2B5EF4-FFF2-40B4-BE49-F238E27FC236}">
                <a16:creationId xmlns:a16="http://schemas.microsoft.com/office/drawing/2014/main" id="{E9B33FC1-461C-41DB-6E57-0671D9C2CCCD}"/>
              </a:ext>
            </a:extLst>
          </p:cNvPr>
          <p:cNvGrpSpPr/>
          <p:nvPr/>
        </p:nvGrpSpPr>
        <p:grpSpPr>
          <a:xfrm>
            <a:off x="1097093" y="3119220"/>
            <a:ext cx="345075" cy="345200"/>
            <a:chOff x="3250013" y="1564575"/>
            <a:chExt cx="345075" cy="345200"/>
          </a:xfrm>
        </p:grpSpPr>
        <p:sp>
          <p:nvSpPr>
            <p:cNvPr id="31" name="Google Shape;1490;p48">
              <a:extLst>
                <a:ext uri="{FF2B5EF4-FFF2-40B4-BE49-F238E27FC236}">
                  <a16:creationId xmlns:a16="http://schemas.microsoft.com/office/drawing/2014/main" id="{8F20DC09-26B0-703D-F6A0-FA7A1250E522}"/>
                </a:ext>
              </a:extLst>
            </p:cNvPr>
            <p:cNvSpPr/>
            <p:nvPr/>
          </p:nvSpPr>
          <p:spPr>
            <a:xfrm>
              <a:off x="3372113" y="1604900"/>
              <a:ext cx="101150" cy="101150"/>
            </a:xfrm>
            <a:custGeom>
              <a:avLst/>
              <a:gdLst/>
              <a:ahLst/>
              <a:cxnLst/>
              <a:rect l="l" t="t" r="r" b="b"/>
              <a:pathLst>
                <a:path w="4046" h="4046" extrusionOk="0">
                  <a:moveTo>
                    <a:pt x="2023" y="819"/>
                  </a:moveTo>
                  <a:cubicBezTo>
                    <a:pt x="2691" y="819"/>
                    <a:pt x="3238" y="1355"/>
                    <a:pt x="3238" y="2023"/>
                  </a:cubicBezTo>
                  <a:cubicBezTo>
                    <a:pt x="3238" y="2699"/>
                    <a:pt x="2691" y="3238"/>
                    <a:pt x="2023" y="3238"/>
                  </a:cubicBezTo>
                  <a:cubicBezTo>
                    <a:pt x="1358" y="3238"/>
                    <a:pt x="808" y="2699"/>
                    <a:pt x="808" y="2023"/>
                  </a:cubicBezTo>
                  <a:cubicBezTo>
                    <a:pt x="808" y="1355"/>
                    <a:pt x="1358" y="819"/>
                    <a:pt x="2023" y="819"/>
                  </a:cubicBezTo>
                  <a:close/>
                  <a:moveTo>
                    <a:pt x="2023" y="0"/>
                  </a:moveTo>
                  <a:cubicBezTo>
                    <a:pt x="901" y="0"/>
                    <a:pt x="0" y="912"/>
                    <a:pt x="0" y="2023"/>
                  </a:cubicBezTo>
                  <a:cubicBezTo>
                    <a:pt x="0" y="3145"/>
                    <a:pt x="901" y="4046"/>
                    <a:pt x="2023" y="4046"/>
                  </a:cubicBezTo>
                  <a:cubicBezTo>
                    <a:pt x="3134" y="4046"/>
                    <a:pt x="4046" y="3145"/>
                    <a:pt x="4046" y="2023"/>
                  </a:cubicBezTo>
                  <a:cubicBezTo>
                    <a:pt x="4046" y="912"/>
                    <a:pt x="3134" y="0"/>
                    <a:pt x="20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2" name="Google Shape;1491;p48">
              <a:extLst>
                <a:ext uri="{FF2B5EF4-FFF2-40B4-BE49-F238E27FC236}">
                  <a16:creationId xmlns:a16="http://schemas.microsoft.com/office/drawing/2014/main" id="{A61D047C-640C-3E32-FCA6-779D10476055}"/>
                </a:ext>
              </a:extLst>
            </p:cNvPr>
            <p:cNvSpPr/>
            <p:nvPr/>
          </p:nvSpPr>
          <p:spPr>
            <a:xfrm>
              <a:off x="3412438" y="1645500"/>
              <a:ext cx="20225" cy="20225"/>
            </a:xfrm>
            <a:custGeom>
              <a:avLst/>
              <a:gdLst/>
              <a:ahLst/>
              <a:cxnLst/>
              <a:rect l="l" t="t" r="r" b="b"/>
              <a:pathLst>
                <a:path w="809" h="809" extrusionOk="0">
                  <a:moveTo>
                    <a:pt x="410" y="1"/>
                  </a:moveTo>
                  <a:cubicBezTo>
                    <a:pt x="188" y="1"/>
                    <a:pt x="0" y="177"/>
                    <a:pt x="0" y="399"/>
                  </a:cubicBezTo>
                  <a:cubicBezTo>
                    <a:pt x="0" y="621"/>
                    <a:pt x="188" y="808"/>
                    <a:pt x="410" y="808"/>
                  </a:cubicBezTo>
                  <a:cubicBezTo>
                    <a:pt x="632" y="808"/>
                    <a:pt x="808" y="621"/>
                    <a:pt x="808" y="399"/>
                  </a:cubicBezTo>
                  <a:cubicBezTo>
                    <a:pt x="808" y="177"/>
                    <a:pt x="632" y="1"/>
                    <a:pt x="4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3" name="Google Shape;1492;p48">
              <a:extLst>
                <a:ext uri="{FF2B5EF4-FFF2-40B4-BE49-F238E27FC236}">
                  <a16:creationId xmlns:a16="http://schemas.microsoft.com/office/drawing/2014/main" id="{77F6DEB2-3B15-F4BC-7F09-5020296ACA37}"/>
                </a:ext>
              </a:extLst>
            </p:cNvPr>
            <p:cNvSpPr/>
            <p:nvPr/>
          </p:nvSpPr>
          <p:spPr>
            <a:xfrm>
              <a:off x="3250013" y="1564575"/>
              <a:ext cx="345075" cy="345200"/>
            </a:xfrm>
            <a:custGeom>
              <a:avLst/>
              <a:gdLst/>
              <a:ahLst/>
              <a:cxnLst/>
              <a:rect l="l" t="t" r="r" b="b"/>
              <a:pathLst>
                <a:path w="13803" h="13808" extrusionOk="0">
                  <a:moveTo>
                    <a:pt x="7446" y="805"/>
                  </a:moveTo>
                  <a:cubicBezTo>
                    <a:pt x="8708" y="805"/>
                    <a:pt x="9735" y="1835"/>
                    <a:pt x="9735" y="3097"/>
                  </a:cubicBezTo>
                  <a:lnTo>
                    <a:pt x="9735" y="6475"/>
                  </a:lnTo>
                  <a:lnTo>
                    <a:pt x="4079" y="6475"/>
                  </a:lnTo>
                  <a:lnTo>
                    <a:pt x="4079" y="3097"/>
                  </a:lnTo>
                  <a:cubicBezTo>
                    <a:pt x="4079" y="1835"/>
                    <a:pt x="5095" y="805"/>
                    <a:pt x="6368" y="805"/>
                  </a:cubicBezTo>
                  <a:close/>
                  <a:moveTo>
                    <a:pt x="10543" y="7283"/>
                  </a:moveTo>
                  <a:lnTo>
                    <a:pt x="10543" y="8088"/>
                  </a:lnTo>
                  <a:lnTo>
                    <a:pt x="3260" y="8088"/>
                  </a:lnTo>
                  <a:lnTo>
                    <a:pt x="3260" y="7283"/>
                  </a:lnTo>
                  <a:close/>
                  <a:moveTo>
                    <a:pt x="9735" y="8896"/>
                  </a:moveTo>
                  <a:lnTo>
                    <a:pt x="9735" y="9701"/>
                  </a:lnTo>
                  <a:lnTo>
                    <a:pt x="4079" y="9701"/>
                  </a:lnTo>
                  <a:lnTo>
                    <a:pt x="4079" y="8896"/>
                  </a:lnTo>
                  <a:close/>
                  <a:moveTo>
                    <a:pt x="3400" y="12192"/>
                  </a:moveTo>
                  <a:cubicBezTo>
                    <a:pt x="3622" y="12192"/>
                    <a:pt x="3810" y="12366"/>
                    <a:pt x="3810" y="12588"/>
                  </a:cubicBezTo>
                  <a:cubicBezTo>
                    <a:pt x="3810" y="12812"/>
                    <a:pt x="3622" y="12997"/>
                    <a:pt x="3400" y="12997"/>
                  </a:cubicBezTo>
                  <a:cubicBezTo>
                    <a:pt x="3179" y="12997"/>
                    <a:pt x="2991" y="12812"/>
                    <a:pt x="2991" y="12588"/>
                  </a:cubicBezTo>
                  <a:cubicBezTo>
                    <a:pt x="2991" y="12366"/>
                    <a:pt x="3179" y="12192"/>
                    <a:pt x="3400" y="12192"/>
                  </a:cubicBezTo>
                  <a:close/>
                  <a:moveTo>
                    <a:pt x="6907" y="12192"/>
                  </a:moveTo>
                  <a:cubicBezTo>
                    <a:pt x="7129" y="12192"/>
                    <a:pt x="7305" y="12366"/>
                    <a:pt x="7305" y="12588"/>
                  </a:cubicBezTo>
                  <a:cubicBezTo>
                    <a:pt x="7305" y="12812"/>
                    <a:pt x="7129" y="12997"/>
                    <a:pt x="6907" y="12997"/>
                  </a:cubicBezTo>
                  <a:cubicBezTo>
                    <a:pt x="6685" y="12997"/>
                    <a:pt x="6497" y="12812"/>
                    <a:pt x="6497" y="12588"/>
                  </a:cubicBezTo>
                  <a:cubicBezTo>
                    <a:pt x="6497" y="12366"/>
                    <a:pt x="6685" y="12192"/>
                    <a:pt x="6907" y="12192"/>
                  </a:cubicBezTo>
                  <a:close/>
                  <a:moveTo>
                    <a:pt x="10414" y="12192"/>
                  </a:moveTo>
                  <a:cubicBezTo>
                    <a:pt x="10635" y="12192"/>
                    <a:pt x="10812" y="12366"/>
                    <a:pt x="10812" y="12588"/>
                  </a:cubicBezTo>
                  <a:cubicBezTo>
                    <a:pt x="10812" y="12812"/>
                    <a:pt x="10635" y="12997"/>
                    <a:pt x="10414" y="12997"/>
                  </a:cubicBezTo>
                  <a:cubicBezTo>
                    <a:pt x="10192" y="12997"/>
                    <a:pt x="10004" y="12812"/>
                    <a:pt x="10004" y="12588"/>
                  </a:cubicBezTo>
                  <a:cubicBezTo>
                    <a:pt x="10004" y="12366"/>
                    <a:pt x="10192" y="12192"/>
                    <a:pt x="10414" y="12192"/>
                  </a:cubicBezTo>
                  <a:close/>
                  <a:moveTo>
                    <a:pt x="6368" y="0"/>
                  </a:moveTo>
                  <a:cubicBezTo>
                    <a:pt x="4652" y="0"/>
                    <a:pt x="3260" y="1392"/>
                    <a:pt x="3260" y="3097"/>
                  </a:cubicBezTo>
                  <a:lnTo>
                    <a:pt x="3260" y="6475"/>
                  </a:lnTo>
                  <a:lnTo>
                    <a:pt x="2862" y="6475"/>
                  </a:lnTo>
                  <a:cubicBezTo>
                    <a:pt x="2640" y="6475"/>
                    <a:pt x="2455" y="6652"/>
                    <a:pt x="2455" y="6873"/>
                  </a:cubicBezTo>
                  <a:lnTo>
                    <a:pt x="2455" y="7283"/>
                  </a:lnTo>
                  <a:lnTo>
                    <a:pt x="2020" y="7283"/>
                  </a:lnTo>
                  <a:cubicBezTo>
                    <a:pt x="1798" y="7283"/>
                    <a:pt x="1625" y="7095"/>
                    <a:pt x="1625" y="6873"/>
                  </a:cubicBezTo>
                  <a:lnTo>
                    <a:pt x="1625" y="4511"/>
                  </a:lnTo>
                  <a:cubicBezTo>
                    <a:pt x="2090" y="4348"/>
                    <a:pt x="2430" y="3905"/>
                    <a:pt x="2430" y="3367"/>
                  </a:cubicBezTo>
                  <a:lnTo>
                    <a:pt x="2430" y="3109"/>
                  </a:lnTo>
                  <a:cubicBezTo>
                    <a:pt x="2430" y="2898"/>
                    <a:pt x="2278" y="2724"/>
                    <a:pt x="2068" y="2699"/>
                  </a:cubicBezTo>
                  <a:cubicBezTo>
                    <a:pt x="2054" y="2698"/>
                    <a:pt x="2041" y="2697"/>
                    <a:pt x="2028" y="2697"/>
                  </a:cubicBezTo>
                  <a:cubicBezTo>
                    <a:pt x="1803" y="2697"/>
                    <a:pt x="1625" y="2877"/>
                    <a:pt x="1625" y="3097"/>
                  </a:cubicBezTo>
                  <a:lnTo>
                    <a:pt x="1625" y="3355"/>
                  </a:lnTo>
                  <a:cubicBezTo>
                    <a:pt x="1625" y="3566"/>
                    <a:pt x="1473" y="3751"/>
                    <a:pt x="1263" y="3776"/>
                  </a:cubicBezTo>
                  <a:cubicBezTo>
                    <a:pt x="1249" y="3777"/>
                    <a:pt x="1236" y="3778"/>
                    <a:pt x="1223" y="3778"/>
                  </a:cubicBezTo>
                  <a:cubicBezTo>
                    <a:pt x="995" y="3778"/>
                    <a:pt x="817" y="3597"/>
                    <a:pt x="817" y="3367"/>
                  </a:cubicBezTo>
                  <a:lnTo>
                    <a:pt x="817" y="3109"/>
                  </a:lnTo>
                  <a:cubicBezTo>
                    <a:pt x="817" y="2898"/>
                    <a:pt x="665" y="2724"/>
                    <a:pt x="455" y="2699"/>
                  </a:cubicBezTo>
                  <a:cubicBezTo>
                    <a:pt x="441" y="2698"/>
                    <a:pt x="428" y="2697"/>
                    <a:pt x="415" y="2697"/>
                  </a:cubicBezTo>
                  <a:cubicBezTo>
                    <a:pt x="188" y="2697"/>
                    <a:pt x="0" y="2877"/>
                    <a:pt x="0" y="3097"/>
                  </a:cubicBezTo>
                  <a:lnTo>
                    <a:pt x="0" y="3367"/>
                  </a:lnTo>
                  <a:cubicBezTo>
                    <a:pt x="0" y="3891"/>
                    <a:pt x="337" y="4348"/>
                    <a:pt x="817" y="4511"/>
                  </a:cubicBezTo>
                  <a:lnTo>
                    <a:pt x="817" y="6873"/>
                  </a:lnTo>
                  <a:cubicBezTo>
                    <a:pt x="817" y="7552"/>
                    <a:pt x="1355" y="8088"/>
                    <a:pt x="2020" y="8088"/>
                  </a:cubicBezTo>
                  <a:lnTo>
                    <a:pt x="2455" y="8088"/>
                  </a:lnTo>
                  <a:lnTo>
                    <a:pt x="2455" y="8498"/>
                  </a:lnTo>
                  <a:cubicBezTo>
                    <a:pt x="2455" y="8719"/>
                    <a:pt x="2640" y="8896"/>
                    <a:pt x="2862" y="8896"/>
                  </a:cubicBezTo>
                  <a:lnTo>
                    <a:pt x="3260" y="8896"/>
                  </a:lnTo>
                  <a:lnTo>
                    <a:pt x="3260" y="10111"/>
                  </a:lnTo>
                  <a:cubicBezTo>
                    <a:pt x="3260" y="10332"/>
                    <a:pt x="3448" y="10520"/>
                    <a:pt x="3670" y="10520"/>
                  </a:cubicBezTo>
                  <a:lnTo>
                    <a:pt x="4068" y="10520"/>
                  </a:lnTo>
                  <a:lnTo>
                    <a:pt x="3600" y="11395"/>
                  </a:lnTo>
                  <a:cubicBezTo>
                    <a:pt x="3529" y="11384"/>
                    <a:pt x="3470" y="11373"/>
                    <a:pt x="3400" y="11373"/>
                  </a:cubicBezTo>
                  <a:cubicBezTo>
                    <a:pt x="2699" y="11373"/>
                    <a:pt x="2138" y="11970"/>
                    <a:pt x="2186" y="12683"/>
                  </a:cubicBezTo>
                  <a:cubicBezTo>
                    <a:pt x="2231" y="13278"/>
                    <a:pt x="2710" y="13757"/>
                    <a:pt x="3308" y="13805"/>
                  </a:cubicBezTo>
                  <a:cubicBezTo>
                    <a:pt x="3335" y="13807"/>
                    <a:pt x="3361" y="13808"/>
                    <a:pt x="3388" y="13808"/>
                  </a:cubicBezTo>
                  <a:cubicBezTo>
                    <a:pt x="4064" y="13808"/>
                    <a:pt x="4615" y="13263"/>
                    <a:pt x="4615" y="12588"/>
                  </a:cubicBezTo>
                  <a:cubicBezTo>
                    <a:pt x="4615" y="12285"/>
                    <a:pt x="4500" y="12004"/>
                    <a:pt x="4301" y="11783"/>
                  </a:cubicBezTo>
                  <a:lnTo>
                    <a:pt x="4991" y="10520"/>
                  </a:lnTo>
                  <a:lnTo>
                    <a:pt x="6497" y="10520"/>
                  </a:lnTo>
                  <a:lnTo>
                    <a:pt x="6497" y="11443"/>
                  </a:lnTo>
                  <a:cubicBezTo>
                    <a:pt x="6006" y="11620"/>
                    <a:pt x="5667" y="12111"/>
                    <a:pt x="5692" y="12658"/>
                  </a:cubicBezTo>
                  <a:cubicBezTo>
                    <a:pt x="5726" y="13278"/>
                    <a:pt x="6242" y="13780"/>
                    <a:pt x="6859" y="13805"/>
                  </a:cubicBezTo>
                  <a:cubicBezTo>
                    <a:pt x="6873" y="13806"/>
                    <a:pt x="6887" y="13806"/>
                    <a:pt x="6900" y="13806"/>
                  </a:cubicBezTo>
                  <a:cubicBezTo>
                    <a:pt x="7572" y="13806"/>
                    <a:pt x="8122" y="13264"/>
                    <a:pt x="8122" y="12588"/>
                  </a:cubicBezTo>
                  <a:cubicBezTo>
                    <a:pt x="8122" y="12063"/>
                    <a:pt x="7785" y="11620"/>
                    <a:pt x="7305" y="11443"/>
                  </a:cubicBezTo>
                  <a:lnTo>
                    <a:pt x="7305" y="10520"/>
                  </a:lnTo>
                  <a:lnTo>
                    <a:pt x="8823" y="10520"/>
                  </a:lnTo>
                  <a:lnTo>
                    <a:pt x="9502" y="11783"/>
                  </a:lnTo>
                  <a:cubicBezTo>
                    <a:pt x="9292" y="12027"/>
                    <a:pt x="9174" y="12344"/>
                    <a:pt x="9199" y="12683"/>
                  </a:cubicBezTo>
                  <a:cubicBezTo>
                    <a:pt x="9244" y="13278"/>
                    <a:pt x="9724" y="13757"/>
                    <a:pt x="10321" y="13805"/>
                  </a:cubicBezTo>
                  <a:cubicBezTo>
                    <a:pt x="10348" y="13807"/>
                    <a:pt x="10374" y="13808"/>
                    <a:pt x="10401" y="13808"/>
                  </a:cubicBezTo>
                  <a:cubicBezTo>
                    <a:pt x="11077" y="13808"/>
                    <a:pt x="11617" y="13263"/>
                    <a:pt x="11617" y="12588"/>
                  </a:cubicBezTo>
                  <a:cubicBezTo>
                    <a:pt x="11617" y="11923"/>
                    <a:pt x="11081" y="11373"/>
                    <a:pt x="10414" y="11373"/>
                  </a:cubicBezTo>
                  <a:cubicBezTo>
                    <a:pt x="10343" y="11373"/>
                    <a:pt x="10273" y="11384"/>
                    <a:pt x="10214" y="11395"/>
                  </a:cubicBezTo>
                  <a:lnTo>
                    <a:pt x="9735" y="10520"/>
                  </a:lnTo>
                  <a:lnTo>
                    <a:pt x="10144" y="10520"/>
                  </a:lnTo>
                  <a:cubicBezTo>
                    <a:pt x="10366" y="10520"/>
                    <a:pt x="10543" y="10332"/>
                    <a:pt x="10543" y="10111"/>
                  </a:cubicBezTo>
                  <a:lnTo>
                    <a:pt x="10543" y="8896"/>
                  </a:lnTo>
                  <a:lnTo>
                    <a:pt x="10952" y="8896"/>
                  </a:lnTo>
                  <a:cubicBezTo>
                    <a:pt x="11174" y="8896"/>
                    <a:pt x="11348" y="8719"/>
                    <a:pt x="11348" y="8498"/>
                  </a:cubicBezTo>
                  <a:lnTo>
                    <a:pt x="11348" y="8088"/>
                  </a:lnTo>
                  <a:lnTo>
                    <a:pt x="11783" y="8088"/>
                  </a:lnTo>
                  <a:cubicBezTo>
                    <a:pt x="12459" y="8088"/>
                    <a:pt x="12997" y="7552"/>
                    <a:pt x="12997" y="6873"/>
                  </a:cubicBezTo>
                  <a:lnTo>
                    <a:pt x="12997" y="4511"/>
                  </a:lnTo>
                  <a:cubicBezTo>
                    <a:pt x="13466" y="4348"/>
                    <a:pt x="13802" y="3905"/>
                    <a:pt x="13802" y="3367"/>
                  </a:cubicBezTo>
                  <a:lnTo>
                    <a:pt x="13802" y="3097"/>
                  </a:lnTo>
                  <a:cubicBezTo>
                    <a:pt x="13802" y="2876"/>
                    <a:pt x="13629" y="2699"/>
                    <a:pt x="13407" y="2699"/>
                  </a:cubicBezTo>
                  <a:cubicBezTo>
                    <a:pt x="13185" y="2699"/>
                    <a:pt x="12997" y="2876"/>
                    <a:pt x="12997" y="3097"/>
                  </a:cubicBezTo>
                  <a:lnTo>
                    <a:pt x="12997" y="3355"/>
                  </a:lnTo>
                  <a:cubicBezTo>
                    <a:pt x="12997" y="3566"/>
                    <a:pt x="12846" y="3751"/>
                    <a:pt x="12647" y="3776"/>
                  </a:cubicBezTo>
                  <a:cubicBezTo>
                    <a:pt x="12633" y="3777"/>
                    <a:pt x="12620" y="3778"/>
                    <a:pt x="12607" y="3778"/>
                  </a:cubicBezTo>
                  <a:cubicBezTo>
                    <a:pt x="12378" y="3778"/>
                    <a:pt x="12189" y="3597"/>
                    <a:pt x="12189" y="3367"/>
                  </a:cubicBezTo>
                  <a:lnTo>
                    <a:pt x="12189" y="3109"/>
                  </a:lnTo>
                  <a:cubicBezTo>
                    <a:pt x="12189" y="2898"/>
                    <a:pt x="12038" y="2724"/>
                    <a:pt x="11828" y="2699"/>
                  </a:cubicBezTo>
                  <a:cubicBezTo>
                    <a:pt x="11814" y="2698"/>
                    <a:pt x="11801" y="2697"/>
                    <a:pt x="11788" y="2697"/>
                  </a:cubicBezTo>
                  <a:cubicBezTo>
                    <a:pt x="11562" y="2697"/>
                    <a:pt x="11384" y="2877"/>
                    <a:pt x="11384" y="3097"/>
                  </a:cubicBezTo>
                  <a:lnTo>
                    <a:pt x="11384" y="3367"/>
                  </a:lnTo>
                  <a:cubicBezTo>
                    <a:pt x="11384" y="3891"/>
                    <a:pt x="11724" y="4348"/>
                    <a:pt x="12189" y="4511"/>
                  </a:cubicBezTo>
                  <a:lnTo>
                    <a:pt x="12189" y="6873"/>
                  </a:lnTo>
                  <a:cubicBezTo>
                    <a:pt x="12189" y="7095"/>
                    <a:pt x="12004" y="7283"/>
                    <a:pt x="11783" y="7283"/>
                  </a:cubicBezTo>
                  <a:lnTo>
                    <a:pt x="11348" y="7283"/>
                  </a:lnTo>
                  <a:lnTo>
                    <a:pt x="11348" y="6873"/>
                  </a:lnTo>
                  <a:cubicBezTo>
                    <a:pt x="11348" y="6652"/>
                    <a:pt x="11174" y="6475"/>
                    <a:pt x="10952" y="6475"/>
                  </a:cubicBezTo>
                  <a:lnTo>
                    <a:pt x="10543" y="6475"/>
                  </a:lnTo>
                  <a:lnTo>
                    <a:pt x="10543" y="3097"/>
                  </a:lnTo>
                  <a:cubicBezTo>
                    <a:pt x="10543" y="1392"/>
                    <a:pt x="9151" y="0"/>
                    <a:pt x="74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
        <p:nvSpPr>
          <p:cNvPr id="55" name="CaixaDeTexto 54">
            <a:extLst>
              <a:ext uri="{FF2B5EF4-FFF2-40B4-BE49-F238E27FC236}">
                <a16:creationId xmlns:a16="http://schemas.microsoft.com/office/drawing/2014/main" id="{AD0EEFBC-6C06-CA25-FD9C-37B27DE983BE}"/>
              </a:ext>
            </a:extLst>
          </p:cNvPr>
          <p:cNvSpPr txBox="1"/>
          <p:nvPr/>
        </p:nvSpPr>
        <p:spPr>
          <a:xfrm>
            <a:off x="5707769" y="1245780"/>
            <a:ext cx="2168639" cy="1415772"/>
          </a:xfrm>
          <a:prstGeom prst="rect">
            <a:avLst/>
          </a:prstGeom>
          <a:noFill/>
        </p:spPr>
        <p:txBody>
          <a:bodyPr wrap="square" rtlCol="0">
            <a:spAutoFit/>
          </a:bodyPr>
          <a:lstStyle/>
          <a:p>
            <a:r>
              <a:rPr lang="pt-BR" sz="1200" dirty="0">
                <a:solidFill>
                  <a:schemeClr val="tx1"/>
                </a:solidFill>
                <a:latin typeface="Hanken Grotesk" pitchFamily="2" charset="0"/>
              </a:rPr>
              <a:t>Ele simplifica o processo de construção, testes e implantação de software, além de facilitar o gerenciamento de bibliotecas e plugins.</a:t>
            </a:r>
          </a:p>
          <a:p>
            <a:endParaRPr lang="pt-BR" dirty="0"/>
          </a:p>
        </p:txBody>
      </p:sp>
      <p:sp>
        <p:nvSpPr>
          <p:cNvPr id="56" name="CaixaDeTexto 55">
            <a:extLst>
              <a:ext uri="{FF2B5EF4-FFF2-40B4-BE49-F238E27FC236}">
                <a16:creationId xmlns:a16="http://schemas.microsoft.com/office/drawing/2014/main" id="{5A4DE043-309F-3C3D-0F3F-E12BEC50FFEF}"/>
              </a:ext>
            </a:extLst>
          </p:cNvPr>
          <p:cNvSpPr txBox="1"/>
          <p:nvPr/>
        </p:nvSpPr>
        <p:spPr>
          <a:xfrm>
            <a:off x="1564268" y="1392444"/>
            <a:ext cx="2291452" cy="1015663"/>
          </a:xfrm>
          <a:prstGeom prst="rect">
            <a:avLst/>
          </a:prstGeom>
          <a:noFill/>
        </p:spPr>
        <p:txBody>
          <a:bodyPr wrap="square" rtlCol="0">
            <a:spAutoFit/>
          </a:bodyPr>
          <a:lstStyle/>
          <a:p>
            <a:r>
              <a:rPr lang="pt-BR" sz="1200" dirty="0">
                <a:solidFill>
                  <a:schemeClr val="tx1"/>
                </a:solidFill>
                <a:latin typeface="Hanken Grotesk" pitchFamily="2" charset="0"/>
              </a:rPr>
              <a:t>O Apache </a:t>
            </a:r>
            <a:r>
              <a:rPr lang="pt-BR" sz="1200" dirty="0" err="1">
                <a:solidFill>
                  <a:schemeClr val="tx1"/>
                </a:solidFill>
                <a:latin typeface="Hanken Grotesk" pitchFamily="2" charset="0"/>
              </a:rPr>
              <a:t>Maven</a:t>
            </a:r>
            <a:r>
              <a:rPr lang="pt-BR" sz="1200" dirty="0">
                <a:solidFill>
                  <a:schemeClr val="tx1"/>
                </a:solidFill>
                <a:latin typeface="Hanken Grotesk" pitchFamily="2" charset="0"/>
              </a:rPr>
              <a:t> é uma ferramenta de automação de compilação e gerenciamento de dependências em projetos Java</a:t>
            </a:r>
          </a:p>
        </p:txBody>
      </p:sp>
    </p:spTree>
    <p:extLst>
      <p:ext uri="{BB962C8B-B14F-4D97-AF65-F5344CB8AC3E}">
        <p14:creationId xmlns:p14="http://schemas.microsoft.com/office/powerpoint/2010/main" val="27043759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32"/>
          <p:cNvSpPr txBox="1">
            <a:spLocks noGrp="1"/>
          </p:cNvSpPr>
          <p:nvPr>
            <p:ph type="title"/>
          </p:nvPr>
        </p:nvSpPr>
        <p:spPr>
          <a:xfrm>
            <a:off x="1136800" y="2292595"/>
            <a:ext cx="5507840" cy="1022530"/>
          </a:xfrm>
          <a:prstGeom prst="rect">
            <a:avLst/>
          </a:prstGeom>
        </p:spPr>
        <p:txBody>
          <a:bodyPr spcFirstLastPara="1" wrap="square" lIns="91425" tIns="91425" rIns="91425" bIns="91425" anchor="ctr" anchorCtr="0">
            <a:noAutofit/>
          </a:bodyPr>
          <a:lstStyle/>
          <a:p>
            <a:r>
              <a:rPr lang="en" dirty="0"/>
              <a:t>Interfaces Gráficas com Usuário (GUIs)</a:t>
            </a:r>
          </a:p>
        </p:txBody>
      </p:sp>
      <p:sp>
        <p:nvSpPr>
          <p:cNvPr id="741" name="Google Shape;741;p32"/>
          <p:cNvSpPr/>
          <p:nvPr/>
        </p:nvSpPr>
        <p:spPr>
          <a:xfrm rot="-5400000">
            <a:off x="689075" y="2684117"/>
            <a:ext cx="357300" cy="309016"/>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2"/>
          <p:cNvSpPr/>
          <p:nvPr/>
        </p:nvSpPr>
        <p:spPr>
          <a:xfrm>
            <a:off x="7016375" y="-1615175"/>
            <a:ext cx="1633483" cy="5920031"/>
          </a:xfrm>
          <a:custGeom>
            <a:avLst/>
            <a:gdLst/>
            <a:ahLst/>
            <a:cxnLst/>
            <a:rect l="l" t="t" r="r" b="b"/>
            <a:pathLst>
              <a:path w="18075" h="65507" extrusionOk="0">
                <a:moveTo>
                  <a:pt x="0" y="65507"/>
                </a:moveTo>
                <a:lnTo>
                  <a:pt x="18075" y="47432"/>
                </a:lnTo>
                <a:lnTo>
                  <a:pt x="18075" y="0"/>
                </a:lnTo>
              </a:path>
            </a:pathLst>
          </a:custGeom>
          <a:noFill/>
          <a:ln w="9525" cap="flat" cmpd="sng">
            <a:solidFill>
              <a:schemeClr val="accent1"/>
            </a:solidFill>
            <a:prstDash val="solid"/>
            <a:round/>
            <a:headEnd type="none" w="med" len="med"/>
            <a:tailEnd type="none" w="med" len="med"/>
          </a:ln>
        </p:spPr>
        <p:txBody>
          <a:bodyPr/>
          <a:lstStyle/>
          <a:p>
            <a:endParaRPr lang="pt-BR"/>
          </a:p>
        </p:txBody>
      </p:sp>
      <p:grpSp>
        <p:nvGrpSpPr>
          <p:cNvPr id="743" name="Google Shape;743;p32"/>
          <p:cNvGrpSpPr/>
          <p:nvPr/>
        </p:nvGrpSpPr>
        <p:grpSpPr>
          <a:xfrm rot="10800000" flipH="1">
            <a:off x="7968643" y="3562070"/>
            <a:ext cx="681217" cy="3360485"/>
            <a:chOff x="1337800" y="-2525590"/>
            <a:chExt cx="1498167" cy="7390555"/>
          </a:xfrm>
        </p:grpSpPr>
        <p:cxnSp>
          <p:nvCxnSpPr>
            <p:cNvPr id="744" name="Google Shape;744;p32"/>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745" name="Google Shape;745;p32"/>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746" name="Google Shape;746;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7" name="Google Shape;747;p32"/>
          <p:cNvGrpSpPr/>
          <p:nvPr/>
        </p:nvGrpSpPr>
        <p:grpSpPr>
          <a:xfrm rot="-5400000" flipH="1">
            <a:off x="70043" y="-592705"/>
            <a:ext cx="681217" cy="3360485"/>
            <a:chOff x="1337800" y="-2525590"/>
            <a:chExt cx="1498167" cy="7390555"/>
          </a:xfrm>
        </p:grpSpPr>
        <p:cxnSp>
          <p:nvCxnSpPr>
            <p:cNvPr id="748" name="Google Shape;748;p32"/>
            <p:cNvCxnSpPr/>
            <p:nvPr/>
          </p:nvCxnSpPr>
          <p:spPr>
            <a:xfrm rot="10800000">
              <a:off x="1337800" y="-2525590"/>
              <a:ext cx="0" cy="5870700"/>
            </a:xfrm>
            <a:prstGeom prst="straightConnector1">
              <a:avLst/>
            </a:prstGeom>
            <a:noFill/>
            <a:ln w="9525" cap="flat" cmpd="sng">
              <a:solidFill>
                <a:schemeClr val="lt1"/>
              </a:solidFill>
              <a:prstDash val="solid"/>
              <a:round/>
              <a:headEnd type="none" w="med" len="med"/>
              <a:tailEnd type="none" w="med" len="med"/>
            </a:ln>
          </p:spPr>
        </p:cxnSp>
        <p:cxnSp>
          <p:nvCxnSpPr>
            <p:cNvPr id="749" name="Google Shape;749;p32"/>
            <p:cNvCxnSpPr/>
            <p:nvPr/>
          </p:nvCxnSpPr>
          <p:spPr>
            <a:xfrm>
              <a:off x="1337800" y="3347125"/>
              <a:ext cx="1158600" cy="1141200"/>
            </a:xfrm>
            <a:prstGeom prst="straightConnector1">
              <a:avLst/>
            </a:prstGeom>
            <a:noFill/>
            <a:ln w="9525" cap="flat" cmpd="sng">
              <a:solidFill>
                <a:schemeClr val="lt1"/>
              </a:solidFill>
              <a:prstDash val="solid"/>
              <a:round/>
              <a:headEnd type="none" w="med" len="med"/>
              <a:tailEnd type="none" w="med" len="med"/>
            </a:ln>
          </p:spPr>
        </p:cxnSp>
        <p:sp>
          <p:nvSpPr>
            <p:cNvPr id="750" name="Google Shape;750;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1" name="Google Shape;751;p32"/>
          <p:cNvSpPr/>
          <p:nvPr/>
        </p:nvSpPr>
        <p:spPr>
          <a:xfrm rot="-5400000">
            <a:off x="5572485" y="-2452153"/>
            <a:ext cx="1971347" cy="6005438"/>
          </a:xfrm>
          <a:custGeom>
            <a:avLst/>
            <a:gdLst/>
            <a:ahLst/>
            <a:cxnLst/>
            <a:rect l="l" t="t" r="r" b="b"/>
            <a:pathLst>
              <a:path w="62917" h="191668" extrusionOk="0">
                <a:moveTo>
                  <a:pt x="0" y="0"/>
                </a:moveTo>
                <a:lnTo>
                  <a:pt x="0" y="21836"/>
                </a:lnTo>
                <a:lnTo>
                  <a:pt x="38334" y="60169"/>
                </a:lnTo>
                <a:lnTo>
                  <a:pt x="38334" y="81762"/>
                </a:lnTo>
                <a:lnTo>
                  <a:pt x="22442" y="97654"/>
                </a:lnTo>
                <a:lnTo>
                  <a:pt x="22442" y="116457"/>
                </a:lnTo>
                <a:lnTo>
                  <a:pt x="62917" y="139825"/>
                </a:lnTo>
                <a:lnTo>
                  <a:pt x="62917" y="191668"/>
                </a:lnTo>
              </a:path>
            </a:pathLst>
          </a:custGeom>
          <a:noFill/>
          <a:ln w="9525" cap="flat" cmpd="sng">
            <a:solidFill>
              <a:schemeClr val="accent1"/>
            </a:solidFill>
            <a:prstDash val="solid"/>
            <a:round/>
            <a:headEnd type="none" w="med" len="med"/>
            <a:tailEnd type="none" w="med" len="med"/>
          </a:ln>
        </p:spPr>
        <p:txBody>
          <a:bodyPr/>
          <a:lstStyle/>
          <a:p>
            <a:endParaRPr lang="pt-BR"/>
          </a:p>
        </p:txBody>
      </p:sp>
      <p:grpSp>
        <p:nvGrpSpPr>
          <p:cNvPr id="752" name="Google Shape;752;p32"/>
          <p:cNvGrpSpPr/>
          <p:nvPr/>
        </p:nvGrpSpPr>
        <p:grpSpPr>
          <a:xfrm>
            <a:off x="7221623" y="1260360"/>
            <a:ext cx="1160062" cy="523162"/>
            <a:chOff x="7221623" y="1260360"/>
            <a:chExt cx="1160062" cy="523162"/>
          </a:xfrm>
        </p:grpSpPr>
        <p:sp>
          <p:nvSpPr>
            <p:cNvPr id="753" name="Google Shape;753;p32"/>
            <p:cNvSpPr/>
            <p:nvPr/>
          </p:nvSpPr>
          <p:spPr>
            <a:xfrm rot="-5400000">
              <a:off x="8141200" y="1059948"/>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2"/>
            <p:cNvSpPr/>
            <p:nvPr/>
          </p:nvSpPr>
          <p:spPr>
            <a:xfrm rot="5400000">
              <a:off x="7437562" y="1320304"/>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2"/>
            <p:cNvSpPr/>
            <p:nvPr/>
          </p:nvSpPr>
          <p:spPr>
            <a:xfrm rot="-5400000">
              <a:off x="7930383" y="13322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1466774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10B38B-4FDC-3EB5-8A0A-E1831617DAD1}"/>
              </a:ext>
            </a:extLst>
          </p:cNvPr>
          <p:cNvSpPr>
            <a:spLocks noGrp="1"/>
          </p:cNvSpPr>
          <p:nvPr>
            <p:ph type="title"/>
          </p:nvPr>
        </p:nvSpPr>
        <p:spPr/>
        <p:txBody>
          <a:bodyPr/>
          <a:lstStyle/>
          <a:p>
            <a:r>
              <a:rPr lang="pt-BR" dirty="0"/>
              <a:t>Java </a:t>
            </a:r>
          </a:p>
        </p:txBody>
      </p:sp>
      <p:sp>
        <p:nvSpPr>
          <p:cNvPr id="4" name="CaixaDeTexto 3">
            <a:extLst>
              <a:ext uri="{FF2B5EF4-FFF2-40B4-BE49-F238E27FC236}">
                <a16:creationId xmlns:a16="http://schemas.microsoft.com/office/drawing/2014/main" id="{2BB070AC-9650-1C24-BB01-05AA01964CA7}"/>
              </a:ext>
            </a:extLst>
          </p:cNvPr>
          <p:cNvSpPr txBox="1"/>
          <p:nvPr/>
        </p:nvSpPr>
        <p:spPr>
          <a:xfrm>
            <a:off x="4876414" y="2762834"/>
            <a:ext cx="2248487" cy="1600438"/>
          </a:xfrm>
          <a:prstGeom prst="rect">
            <a:avLst/>
          </a:prstGeom>
          <a:noFill/>
        </p:spPr>
        <p:txBody>
          <a:bodyPr wrap="square" rtlCol="0">
            <a:spAutoFit/>
          </a:bodyPr>
          <a:lstStyle/>
          <a:p>
            <a:r>
              <a:rPr lang="pt-BR" b="1" dirty="0">
                <a:solidFill>
                  <a:schemeClr val="tx1"/>
                </a:solidFill>
                <a:latin typeface="Hanken Grotesk" pitchFamily="2" charset="0"/>
              </a:rPr>
              <a:t>JAVA FX</a:t>
            </a:r>
          </a:p>
          <a:p>
            <a:r>
              <a:rPr lang="pt-BR" sz="1200" dirty="0">
                <a:solidFill>
                  <a:schemeClr val="tx1"/>
                </a:solidFill>
                <a:latin typeface="Hanken Grotesk" pitchFamily="2" charset="0"/>
              </a:rPr>
              <a:t>Plataforma moderna para construir aplicações mais modernas e multimídia. Propõe uma maior integração web e personalização. Além de trazer a hierarquização dos componentes e controles. </a:t>
            </a:r>
          </a:p>
        </p:txBody>
      </p:sp>
      <p:sp>
        <p:nvSpPr>
          <p:cNvPr id="5" name="CaixaDeTexto 4">
            <a:extLst>
              <a:ext uri="{FF2B5EF4-FFF2-40B4-BE49-F238E27FC236}">
                <a16:creationId xmlns:a16="http://schemas.microsoft.com/office/drawing/2014/main" id="{79647DE7-D094-262C-703E-AA33CCF03D1D}"/>
              </a:ext>
            </a:extLst>
          </p:cNvPr>
          <p:cNvSpPr txBox="1"/>
          <p:nvPr/>
        </p:nvSpPr>
        <p:spPr>
          <a:xfrm>
            <a:off x="1529692" y="2674809"/>
            <a:ext cx="2169532" cy="1415772"/>
          </a:xfrm>
          <a:prstGeom prst="rect">
            <a:avLst/>
          </a:prstGeom>
          <a:noFill/>
        </p:spPr>
        <p:txBody>
          <a:bodyPr wrap="square" rtlCol="0">
            <a:spAutoFit/>
          </a:bodyPr>
          <a:lstStyle/>
          <a:p>
            <a:r>
              <a:rPr lang="pt-BR" b="1" dirty="0">
                <a:solidFill>
                  <a:schemeClr val="tx1"/>
                </a:solidFill>
                <a:latin typeface="Hanken Grotesk" pitchFamily="2" charset="0"/>
              </a:rPr>
              <a:t>AWT</a:t>
            </a:r>
          </a:p>
          <a:p>
            <a:r>
              <a:rPr lang="pt-BR" sz="1200" dirty="0">
                <a:solidFill>
                  <a:schemeClr val="tx1"/>
                </a:solidFill>
                <a:latin typeface="Hanken Grotesk" pitchFamily="2" charset="0"/>
              </a:rPr>
              <a:t>A Abstract </a:t>
            </a:r>
            <a:r>
              <a:rPr lang="pt-BR" sz="1200" dirty="0" err="1">
                <a:solidFill>
                  <a:schemeClr val="tx1"/>
                </a:solidFill>
                <a:latin typeface="Hanken Grotesk" pitchFamily="2" charset="0"/>
              </a:rPr>
              <a:t>Window</a:t>
            </a:r>
            <a:r>
              <a:rPr lang="pt-BR" sz="1200" dirty="0">
                <a:solidFill>
                  <a:schemeClr val="tx1"/>
                </a:solidFill>
                <a:latin typeface="Hanken Grotesk" pitchFamily="2" charset="0"/>
              </a:rPr>
              <a:t> Toolkit é a biblioteca gráfica original do Java,  usando componentes nativos do sistema. Esses componentes limitam suas possibilidades.</a:t>
            </a:r>
          </a:p>
        </p:txBody>
      </p:sp>
      <p:grpSp>
        <p:nvGrpSpPr>
          <p:cNvPr id="8" name="Google Shape;1317;p48">
            <a:extLst>
              <a:ext uri="{FF2B5EF4-FFF2-40B4-BE49-F238E27FC236}">
                <a16:creationId xmlns:a16="http://schemas.microsoft.com/office/drawing/2014/main" id="{3379DCA2-72E9-122B-8D30-393F27D6C264}"/>
              </a:ext>
            </a:extLst>
          </p:cNvPr>
          <p:cNvGrpSpPr/>
          <p:nvPr/>
        </p:nvGrpSpPr>
        <p:grpSpPr>
          <a:xfrm>
            <a:off x="4399462" y="2763170"/>
            <a:ext cx="345075" cy="345150"/>
            <a:chOff x="6269238" y="3243975"/>
            <a:chExt cx="345075" cy="345150"/>
          </a:xfrm>
        </p:grpSpPr>
        <p:sp>
          <p:nvSpPr>
            <p:cNvPr id="9" name="Google Shape;1318;p48">
              <a:extLst>
                <a:ext uri="{FF2B5EF4-FFF2-40B4-BE49-F238E27FC236}">
                  <a16:creationId xmlns:a16="http://schemas.microsoft.com/office/drawing/2014/main" id="{04AE257F-EEAC-44E3-82E1-66E8F01E5141}"/>
                </a:ext>
              </a:extLst>
            </p:cNvPr>
            <p:cNvSpPr/>
            <p:nvPr/>
          </p:nvSpPr>
          <p:spPr>
            <a:xfrm>
              <a:off x="6323588" y="3243975"/>
              <a:ext cx="235800" cy="345150"/>
            </a:xfrm>
            <a:custGeom>
              <a:avLst/>
              <a:gdLst/>
              <a:ahLst/>
              <a:cxnLst/>
              <a:rect l="l" t="t" r="r" b="b"/>
              <a:pathLst>
                <a:path w="9432" h="13806" extrusionOk="0">
                  <a:moveTo>
                    <a:pt x="4733" y="2991"/>
                  </a:moveTo>
                  <a:lnTo>
                    <a:pt x="4966" y="3507"/>
                  </a:lnTo>
                  <a:lnTo>
                    <a:pt x="4489" y="3507"/>
                  </a:lnTo>
                  <a:lnTo>
                    <a:pt x="4733" y="2991"/>
                  </a:lnTo>
                  <a:close/>
                  <a:moveTo>
                    <a:pt x="5342" y="4312"/>
                  </a:moveTo>
                  <a:lnTo>
                    <a:pt x="5715" y="5131"/>
                  </a:lnTo>
                  <a:lnTo>
                    <a:pt x="3740" y="5131"/>
                  </a:lnTo>
                  <a:lnTo>
                    <a:pt x="4113" y="4312"/>
                  </a:lnTo>
                  <a:close/>
                  <a:moveTo>
                    <a:pt x="4722" y="816"/>
                  </a:moveTo>
                  <a:cubicBezTo>
                    <a:pt x="6874" y="816"/>
                    <a:pt x="8627" y="2570"/>
                    <a:pt x="8627" y="4721"/>
                  </a:cubicBezTo>
                  <a:cubicBezTo>
                    <a:pt x="8627" y="6113"/>
                    <a:pt x="7900" y="7364"/>
                    <a:pt x="6744" y="8065"/>
                  </a:cubicBezTo>
                  <a:lnTo>
                    <a:pt x="6744" y="5529"/>
                  </a:lnTo>
                  <a:cubicBezTo>
                    <a:pt x="6744" y="5471"/>
                    <a:pt x="6733" y="5412"/>
                    <a:pt x="6708" y="5364"/>
                  </a:cubicBezTo>
                  <a:lnTo>
                    <a:pt x="5084" y="1857"/>
                  </a:lnTo>
                  <a:cubicBezTo>
                    <a:pt x="5014" y="1717"/>
                    <a:pt x="4873" y="1624"/>
                    <a:pt x="4722" y="1624"/>
                  </a:cubicBezTo>
                  <a:cubicBezTo>
                    <a:pt x="4559" y="1624"/>
                    <a:pt x="4419" y="1717"/>
                    <a:pt x="4349" y="1857"/>
                  </a:cubicBezTo>
                  <a:lnTo>
                    <a:pt x="2736" y="5364"/>
                  </a:lnTo>
                  <a:cubicBezTo>
                    <a:pt x="2710" y="5412"/>
                    <a:pt x="2699" y="5471"/>
                    <a:pt x="2699" y="5529"/>
                  </a:cubicBezTo>
                  <a:lnTo>
                    <a:pt x="2699" y="8065"/>
                  </a:lnTo>
                  <a:cubicBezTo>
                    <a:pt x="1529" y="7364"/>
                    <a:pt x="806" y="6113"/>
                    <a:pt x="806" y="4721"/>
                  </a:cubicBezTo>
                  <a:cubicBezTo>
                    <a:pt x="806" y="2570"/>
                    <a:pt x="2559" y="816"/>
                    <a:pt x="4722" y="816"/>
                  </a:cubicBezTo>
                  <a:close/>
                  <a:moveTo>
                    <a:pt x="4312" y="5936"/>
                  </a:moveTo>
                  <a:lnTo>
                    <a:pt x="4312" y="11384"/>
                  </a:lnTo>
                  <a:lnTo>
                    <a:pt x="3507" y="11384"/>
                  </a:lnTo>
                  <a:lnTo>
                    <a:pt x="3507" y="5936"/>
                  </a:lnTo>
                  <a:close/>
                  <a:moveTo>
                    <a:pt x="5937" y="5936"/>
                  </a:moveTo>
                  <a:lnTo>
                    <a:pt x="5937" y="11384"/>
                  </a:lnTo>
                  <a:lnTo>
                    <a:pt x="5120" y="11384"/>
                  </a:lnTo>
                  <a:lnTo>
                    <a:pt x="5120" y="5936"/>
                  </a:lnTo>
                  <a:close/>
                  <a:moveTo>
                    <a:pt x="5937" y="12192"/>
                  </a:moveTo>
                  <a:lnTo>
                    <a:pt x="5937" y="12599"/>
                  </a:lnTo>
                  <a:cubicBezTo>
                    <a:pt x="5937" y="12823"/>
                    <a:pt x="5751" y="12997"/>
                    <a:pt x="5527" y="12997"/>
                  </a:cubicBezTo>
                  <a:lnTo>
                    <a:pt x="3914" y="12997"/>
                  </a:lnTo>
                  <a:cubicBezTo>
                    <a:pt x="3681" y="12997"/>
                    <a:pt x="3507" y="12823"/>
                    <a:pt x="3507" y="12599"/>
                  </a:cubicBezTo>
                  <a:lnTo>
                    <a:pt x="3507" y="12192"/>
                  </a:lnTo>
                  <a:close/>
                  <a:moveTo>
                    <a:pt x="4722" y="0"/>
                  </a:moveTo>
                  <a:cubicBezTo>
                    <a:pt x="2116" y="0"/>
                    <a:pt x="0" y="2115"/>
                    <a:pt x="0" y="4721"/>
                  </a:cubicBezTo>
                  <a:cubicBezTo>
                    <a:pt x="0" y="5681"/>
                    <a:pt x="292" y="6604"/>
                    <a:pt x="828" y="7387"/>
                  </a:cubicBezTo>
                  <a:cubicBezTo>
                    <a:pt x="1297" y="8077"/>
                    <a:pt x="1939" y="8626"/>
                    <a:pt x="2699" y="8977"/>
                  </a:cubicBezTo>
                  <a:lnTo>
                    <a:pt x="2699" y="12599"/>
                  </a:lnTo>
                  <a:cubicBezTo>
                    <a:pt x="2699" y="13266"/>
                    <a:pt x="3238" y="13805"/>
                    <a:pt x="3914" y="13805"/>
                  </a:cubicBezTo>
                  <a:lnTo>
                    <a:pt x="5527" y="13805"/>
                  </a:lnTo>
                  <a:cubicBezTo>
                    <a:pt x="6195" y="13805"/>
                    <a:pt x="6744" y="13266"/>
                    <a:pt x="6744" y="12599"/>
                  </a:cubicBezTo>
                  <a:lnTo>
                    <a:pt x="6744" y="8977"/>
                  </a:lnTo>
                  <a:cubicBezTo>
                    <a:pt x="7491" y="8626"/>
                    <a:pt x="8136" y="8077"/>
                    <a:pt x="8613" y="7387"/>
                  </a:cubicBezTo>
                  <a:cubicBezTo>
                    <a:pt x="9151" y="6604"/>
                    <a:pt x="9432" y="5681"/>
                    <a:pt x="9432" y="4721"/>
                  </a:cubicBezTo>
                  <a:cubicBezTo>
                    <a:pt x="9432" y="2115"/>
                    <a:pt x="7317" y="0"/>
                    <a:pt x="47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 name="Google Shape;1319;p48">
              <a:extLst>
                <a:ext uri="{FF2B5EF4-FFF2-40B4-BE49-F238E27FC236}">
                  <a16:creationId xmlns:a16="http://schemas.microsoft.com/office/drawing/2014/main" id="{F7762FDE-1D77-39C7-4932-2CE97DB1DB1C}"/>
                </a:ext>
              </a:extLst>
            </p:cNvPr>
            <p:cNvSpPr/>
            <p:nvPr/>
          </p:nvSpPr>
          <p:spPr>
            <a:xfrm>
              <a:off x="6573963" y="3351750"/>
              <a:ext cx="40350" cy="20525"/>
            </a:xfrm>
            <a:custGeom>
              <a:avLst/>
              <a:gdLst/>
              <a:ahLst/>
              <a:cxnLst/>
              <a:rect l="l" t="t" r="r" b="b"/>
              <a:pathLst>
                <a:path w="1614" h="821" extrusionOk="0">
                  <a:moveTo>
                    <a:pt x="399" y="1"/>
                  </a:moveTo>
                  <a:cubicBezTo>
                    <a:pt x="177" y="1"/>
                    <a:pt x="0" y="189"/>
                    <a:pt x="0" y="410"/>
                  </a:cubicBezTo>
                  <a:cubicBezTo>
                    <a:pt x="0" y="632"/>
                    <a:pt x="177" y="820"/>
                    <a:pt x="399" y="820"/>
                  </a:cubicBezTo>
                  <a:lnTo>
                    <a:pt x="1207" y="820"/>
                  </a:lnTo>
                  <a:cubicBezTo>
                    <a:pt x="1440" y="820"/>
                    <a:pt x="1614" y="632"/>
                    <a:pt x="1614" y="410"/>
                  </a:cubicBezTo>
                  <a:cubicBezTo>
                    <a:pt x="1614" y="189"/>
                    <a:pt x="1440" y="1"/>
                    <a:pt x="12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 name="Google Shape;1320;p48">
              <a:extLst>
                <a:ext uri="{FF2B5EF4-FFF2-40B4-BE49-F238E27FC236}">
                  <a16:creationId xmlns:a16="http://schemas.microsoft.com/office/drawing/2014/main" id="{C2368A66-B1CD-2B01-E814-AA16CE02F00E}"/>
                </a:ext>
              </a:extLst>
            </p:cNvPr>
            <p:cNvSpPr/>
            <p:nvPr/>
          </p:nvSpPr>
          <p:spPr>
            <a:xfrm>
              <a:off x="6565838" y="3284525"/>
              <a:ext cx="40625" cy="30275"/>
            </a:xfrm>
            <a:custGeom>
              <a:avLst/>
              <a:gdLst/>
              <a:ahLst/>
              <a:cxnLst/>
              <a:rect l="l" t="t" r="r" b="b"/>
              <a:pathLst>
                <a:path w="1625" h="1211" extrusionOk="0">
                  <a:moveTo>
                    <a:pt x="1150" y="0"/>
                  </a:moveTo>
                  <a:cubicBezTo>
                    <a:pt x="1084" y="0"/>
                    <a:pt x="1017" y="16"/>
                    <a:pt x="957" y="50"/>
                  </a:cubicBezTo>
                  <a:lnTo>
                    <a:pt x="255" y="457"/>
                  </a:lnTo>
                  <a:cubicBezTo>
                    <a:pt x="59" y="575"/>
                    <a:pt x="0" y="822"/>
                    <a:pt x="104" y="1007"/>
                  </a:cubicBezTo>
                  <a:cubicBezTo>
                    <a:pt x="183" y="1140"/>
                    <a:pt x="318" y="1211"/>
                    <a:pt x="459" y="1211"/>
                  </a:cubicBezTo>
                  <a:cubicBezTo>
                    <a:pt x="528" y="1211"/>
                    <a:pt x="599" y="1193"/>
                    <a:pt x="665" y="1158"/>
                  </a:cubicBezTo>
                  <a:lnTo>
                    <a:pt x="1355" y="751"/>
                  </a:lnTo>
                  <a:cubicBezTo>
                    <a:pt x="1554" y="645"/>
                    <a:pt x="1624" y="401"/>
                    <a:pt x="1507" y="202"/>
                  </a:cubicBezTo>
                  <a:cubicBezTo>
                    <a:pt x="1436" y="74"/>
                    <a:pt x="1293" y="0"/>
                    <a:pt x="11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2" name="Google Shape;1321;p48">
              <a:extLst>
                <a:ext uri="{FF2B5EF4-FFF2-40B4-BE49-F238E27FC236}">
                  <a16:creationId xmlns:a16="http://schemas.microsoft.com/office/drawing/2014/main" id="{4B898FB1-46B0-AF81-F35F-A565D0F9C2D3}"/>
                </a:ext>
              </a:extLst>
            </p:cNvPr>
            <p:cNvSpPr/>
            <p:nvPr/>
          </p:nvSpPr>
          <p:spPr>
            <a:xfrm>
              <a:off x="6565838" y="3409225"/>
              <a:ext cx="40625" cy="30375"/>
            </a:xfrm>
            <a:custGeom>
              <a:avLst/>
              <a:gdLst/>
              <a:ahLst/>
              <a:cxnLst/>
              <a:rect l="l" t="t" r="r" b="b"/>
              <a:pathLst>
                <a:path w="1625" h="1215" extrusionOk="0">
                  <a:moveTo>
                    <a:pt x="459" y="0"/>
                  </a:moveTo>
                  <a:cubicBezTo>
                    <a:pt x="318" y="0"/>
                    <a:pt x="183" y="71"/>
                    <a:pt x="104" y="204"/>
                  </a:cubicBezTo>
                  <a:cubicBezTo>
                    <a:pt x="0" y="392"/>
                    <a:pt x="59" y="636"/>
                    <a:pt x="255" y="754"/>
                  </a:cubicBezTo>
                  <a:lnTo>
                    <a:pt x="957" y="1164"/>
                  </a:lnTo>
                  <a:cubicBezTo>
                    <a:pt x="1018" y="1198"/>
                    <a:pt x="1087" y="1214"/>
                    <a:pt x="1155" y="1214"/>
                  </a:cubicBezTo>
                  <a:cubicBezTo>
                    <a:pt x="1297" y="1214"/>
                    <a:pt x="1437" y="1144"/>
                    <a:pt x="1507" y="1009"/>
                  </a:cubicBezTo>
                  <a:cubicBezTo>
                    <a:pt x="1624" y="813"/>
                    <a:pt x="1554" y="566"/>
                    <a:pt x="1355" y="462"/>
                  </a:cubicBezTo>
                  <a:lnTo>
                    <a:pt x="665" y="53"/>
                  </a:lnTo>
                  <a:cubicBezTo>
                    <a:pt x="599" y="18"/>
                    <a:pt x="528" y="0"/>
                    <a:pt x="4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 name="Google Shape;1322;p48">
              <a:extLst>
                <a:ext uri="{FF2B5EF4-FFF2-40B4-BE49-F238E27FC236}">
                  <a16:creationId xmlns:a16="http://schemas.microsoft.com/office/drawing/2014/main" id="{D7780FF3-3DF6-C8E4-ED55-8DF3A265A515}"/>
                </a:ext>
              </a:extLst>
            </p:cNvPr>
            <p:cNvSpPr/>
            <p:nvPr/>
          </p:nvSpPr>
          <p:spPr>
            <a:xfrm>
              <a:off x="6269238" y="3351750"/>
              <a:ext cx="40625" cy="20525"/>
            </a:xfrm>
            <a:custGeom>
              <a:avLst/>
              <a:gdLst/>
              <a:ahLst/>
              <a:cxnLst/>
              <a:rect l="l" t="t" r="r" b="b"/>
              <a:pathLst>
                <a:path w="1625" h="821" extrusionOk="0">
                  <a:moveTo>
                    <a:pt x="407" y="1"/>
                  </a:moveTo>
                  <a:cubicBezTo>
                    <a:pt x="186" y="1"/>
                    <a:pt x="0" y="189"/>
                    <a:pt x="0" y="410"/>
                  </a:cubicBezTo>
                  <a:cubicBezTo>
                    <a:pt x="0" y="632"/>
                    <a:pt x="186" y="820"/>
                    <a:pt x="407" y="820"/>
                  </a:cubicBezTo>
                  <a:lnTo>
                    <a:pt x="1215" y="820"/>
                  </a:lnTo>
                  <a:cubicBezTo>
                    <a:pt x="1437" y="820"/>
                    <a:pt x="1625" y="632"/>
                    <a:pt x="1625" y="410"/>
                  </a:cubicBezTo>
                  <a:cubicBezTo>
                    <a:pt x="1625" y="189"/>
                    <a:pt x="1437" y="1"/>
                    <a:pt x="12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 name="Google Shape;1323;p48">
              <a:extLst>
                <a:ext uri="{FF2B5EF4-FFF2-40B4-BE49-F238E27FC236}">
                  <a16:creationId xmlns:a16="http://schemas.microsoft.com/office/drawing/2014/main" id="{DD555499-E29A-42A2-F9D2-80EFB498A62D}"/>
                </a:ext>
              </a:extLst>
            </p:cNvPr>
            <p:cNvSpPr/>
            <p:nvPr/>
          </p:nvSpPr>
          <p:spPr>
            <a:xfrm>
              <a:off x="6277363" y="3284525"/>
              <a:ext cx="40650" cy="30275"/>
            </a:xfrm>
            <a:custGeom>
              <a:avLst/>
              <a:gdLst/>
              <a:ahLst/>
              <a:cxnLst/>
              <a:rect l="l" t="t" r="r" b="b"/>
              <a:pathLst>
                <a:path w="1626" h="1211" extrusionOk="0">
                  <a:moveTo>
                    <a:pt x="466" y="0"/>
                  </a:moveTo>
                  <a:cubicBezTo>
                    <a:pt x="325" y="0"/>
                    <a:pt x="186" y="74"/>
                    <a:pt x="107" y="202"/>
                  </a:cubicBezTo>
                  <a:cubicBezTo>
                    <a:pt x="1" y="401"/>
                    <a:pt x="60" y="645"/>
                    <a:pt x="259" y="751"/>
                  </a:cubicBezTo>
                  <a:lnTo>
                    <a:pt x="960" y="1158"/>
                  </a:lnTo>
                  <a:cubicBezTo>
                    <a:pt x="1022" y="1193"/>
                    <a:pt x="1090" y="1211"/>
                    <a:pt x="1158" y="1211"/>
                  </a:cubicBezTo>
                  <a:cubicBezTo>
                    <a:pt x="1296" y="1211"/>
                    <a:pt x="1431" y="1140"/>
                    <a:pt x="1510" y="1007"/>
                  </a:cubicBezTo>
                  <a:cubicBezTo>
                    <a:pt x="1625" y="822"/>
                    <a:pt x="1555" y="575"/>
                    <a:pt x="1359" y="457"/>
                  </a:cubicBezTo>
                  <a:lnTo>
                    <a:pt x="657" y="50"/>
                  </a:lnTo>
                  <a:cubicBezTo>
                    <a:pt x="597" y="16"/>
                    <a:pt x="532" y="0"/>
                    <a:pt x="4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5" name="Google Shape;1324;p48">
              <a:extLst>
                <a:ext uri="{FF2B5EF4-FFF2-40B4-BE49-F238E27FC236}">
                  <a16:creationId xmlns:a16="http://schemas.microsoft.com/office/drawing/2014/main" id="{CDD5DB36-82F8-051D-6E48-B7F0B65F2301}"/>
                </a:ext>
              </a:extLst>
            </p:cNvPr>
            <p:cNvSpPr/>
            <p:nvPr/>
          </p:nvSpPr>
          <p:spPr>
            <a:xfrm>
              <a:off x="6277363" y="3409225"/>
              <a:ext cx="40650" cy="30375"/>
            </a:xfrm>
            <a:custGeom>
              <a:avLst/>
              <a:gdLst/>
              <a:ahLst/>
              <a:cxnLst/>
              <a:rect l="l" t="t" r="r" b="b"/>
              <a:pathLst>
                <a:path w="1626" h="1215" extrusionOk="0">
                  <a:moveTo>
                    <a:pt x="1158" y="0"/>
                  </a:moveTo>
                  <a:cubicBezTo>
                    <a:pt x="1090" y="0"/>
                    <a:pt x="1022" y="18"/>
                    <a:pt x="960" y="53"/>
                  </a:cubicBezTo>
                  <a:lnTo>
                    <a:pt x="259" y="462"/>
                  </a:lnTo>
                  <a:cubicBezTo>
                    <a:pt x="60" y="566"/>
                    <a:pt x="1" y="813"/>
                    <a:pt x="107" y="1009"/>
                  </a:cubicBezTo>
                  <a:cubicBezTo>
                    <a:pt x="185" y="1144"/>
                    <a:pt x="322" y="1214"/>
                    <a:pt x="461" y="1214"/>
                  </a:cubicBezTo>
                  <a:cubicBezTo>
                    <a:pt x="528" y="1214"/>
                    <a:pt x="596" y="1198"/>
                    <a:pt x="657" y="1164"/>
                  </a:cubicBezTo>
                  <a:lnTo>
                    <a:pt x="1359" y="754"/>
                  </a:lnTo>
                  <a:cubicBezTo>
                    <a:pt x="1555" y="636"/>
                    <a:pt x="1625" y="392"/>
                    <a:pt x="1510" y="204"/>
                  </a:cubicBezTo>
                  <a:cubicBezTo>
                    <a:pt x="1431" y="71"/>
                    <a:pt x="1296" y="0"/>
                    <a:pt x="115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16" name="Google Shape;1447;p48">
            <a:extLst>
              <a:ext uri="{FF2B5EF4-FFF2-40B4-BE49-F238E27FC236}">
                <a16:creationId xmlns:a16="http://schemas.microsoft.com/office/drawing/2014/main" id="{115B3DBB-3A7E-637D-1370-306CE9EBE359}"/>
              </a:ext>
            </a:extLst>
          </p:cNvPr>
          <p:cNvGrpSpPr/>
          <p:nvPr/>
        </p:nvGrpSpPr>
        <p:grpSpPr>
          <a:xfrm>
            <a:off x="4379212" y="1293477"/>
            <a:ext cx="345150" cy="345075"/>
            <a:chOff x="3269563" y="2118050"/>
            <a:chExt cx="345150" cy="345075"/>
          </a:xfrm>
        </p:grpSpPr>
        <p:sp>
          <p:nvSpPr>
            <p:cNvPr id="17" name="Google Shape;1448;p48">
              <a:extLst>
                <a:ext uri="{FF2B5EF4-FFF2-40B4-BE49-F238E27FC236}">
                  <a16:creationId xmlns:a16="http://schemas.microsoft.com/office/drawing/2014/main" id="{44180DAA-FF64-3859-1264-E4B888DC5E0C}"/>
                </a:ext>
              </a:extLst>
            </p:cNvPr>
            <p:cNvSpPr/>
            <p:nvPr/>
          </p:nvSpPr>
          <p:spPr>
            <a:xfrm>
              <a:off x="3324213" y="2118050"/>
              <a:ext cx="235800" cy="345075"/>
            </a:xfrm>
            <a:custGeom>
              <a:avLst/>
              <a:gdLst/>
              <a:ahLst/>
              <a:cxnLst/>
              <a:rect l="l" t="t" r="r" b="b"/>
              <a:pathLst>
                <a:path w="9432" h="13803" extrusionOk="0">
                  <a:moveTo>
                    <a:pt x="4710" y="806"/>
                  </a:moveTo>
                  <a:cubicBezTo>
                    <a:pt x="6873" y="806"/>
                    <a:pt x="8627" y="2559"/>
                    <a:pt x="8627" y="4711"/>
                  </a:cubicBezTo>
                  <a:cubicBezTo>
                    <a:pt x="8627" y="5833"/>
                    <a:pt x="8147" y="6896"/>
                    <a:pt x="7305" y="7631"/>
                  </a:cubicBezTo>
                  <a:cubicBezTo>
                    <a:pt x="6697" y="8170"/>
                    <a:pt x="6324" y="8908"/>
                    <a:pt x="6220" y="9701"/>
                  </a:cubicBezTo>
                  <a:lnTo>
                    <a:pt x="3204" y="9701"/>
                  </a:lnTo>
                  <a:cubicBezTo>
                    <a:pt x="3109" y="8908"/>
                    <a:pt x="2724" y="8170"/>
                    <a:pt x="2127" y="7631"/>
                  </a:cubicBezTo>
                  <a:cubicBezTo>
                    <a:pt x="1285" y="6896"/>
                    <a:pt x="805" y="5833"/>
                    <a:pt x="805" y="4711"/>
                  </a:cubicBezTo>
                  <a:cubicBezTo>
                    <a:pt x="805" y="2559"/>
                    <a:pt x="2559" y="806"/>
                    <a:pt x="4710" y="806"/>
                  </a:cubicBezTo>
                  <a:close/>
                  <a:moveTo>
                    <a:pt x="6194" y="10507"/>
                  </a:moveTo>
                  <a:lnTo>
                    <a:pt x="6194" y="11244"/>
                  </a:lnTo>
                  <a:cubicBezTo>
                    <a:pt x="6194" y="11315"/>
                    <a:pt x="6136" y="11373"/>
                    <a:pt x="6065" y="11373"/>
                  </a:cubicBezTo>
                  <a:lnTo>
                    <a:pt x="3367" y="11373"/>
                  </a:lnTo>
                  <a:cubicBezTo>
                    <a:pt x="3297" y="11373"/>
                    <a:pt x="3226" y="11315"/>
                    <a:pt x="3226" y="11244"/>
                  </a:cubicBezTo>
                  <a:lnTo>
                    <a:pt x="3226" y="10507"/>
                  </a:lnTo>
                  <a:close/>
                  <a:moveTo>
                    <a:pt x="5659" y="12179"/>
                  </a:moveTo>
                  <a:lnTo>
                    <a:pt x="5659" y="12588"/>
                  </a:lnTo>
                  <a:cubicBezTo>
                    <a:pt x="5659" y="12810"/>
                    <a:pt x="5471" y="12987"/>
                    <a:pt x="5249" y="12987"/>
                  </a:cubicBezTo>
                  <a:lnTo>
                    <a:pt x="4172" y="12987"/>
                  </a:lnTo>
                  <a:cubicBezTo>
                    <a:pt x="3950" y="12987"/>
                    <a:pt x="3776" y="12810"/>
                    <a:pt x="3776" y="12588"/>
                  </a:cubicBezTo>
                  <a:lnTo>
                    <a:pt x="3776" y="12179"/>
                  </a:lnTo>
                  <a:close/>
                  <a:moveTo>
                    <a:pt x="4710" y="1"/>
                  </a:moveTo>
                  <a:cubicBezTo>
                    <a:pt x="2116" y="1"/>
                    <a:pt x="0" y="2116"/>
                    <a:pt x="0" y="4711"/>
                  </a:cubicBezTo>
                  <a:cubicBezTo>
                    <a:pt x="0" y="6066"/>
                    <a:pt x="573" y="7351"/>
                    <a:pt x="1591" y="8240"/>
                  </a:cubicBezTo>
                  <a:cubicBezTo>
                    <a:pt x="2116" y="8708"/>
                    <a:pt x="2418" y="9399"/>
                    <a:pt x="2418" y="10111"/>
                  </a:cubicBezTo>
                  <a:lnTo>
                    <a:pt x="2418" y="11244"/>
                  </a:lnTo>
                  <a:cubicBezTo>
                    <a:pt x="2418" y="11618"/>
                    <a:pt x="2643" y="11935"/>
                    <a:pt x="2957" y="12086"/>
                  </a:cubicBezTo>
                  <a:lnTo>
                    <a:pt x="2957" y="12588"/>
                  </a:lnTo>
                  <a:cubicBezTo>
                    <a:pt x="2957" y="13256"/>
                    <a:pt x="3507" y="13803"/>
                    <a:pt x="4172" y="13803"/>
                  </a:cubicBezTo>
                  <a:lnTo>
                    <a:pt x="5249" y="13803"/>
                  </a:lnTo>
                  <a:cubicBezTo>
                    <a:pt x="5925" y="13803"/>
                    <a:pt x="6464" y="13256"/>
                    <a:pt x="6464" y="12588"/>
                  </a:cubicBezTo>
                  <a:lnTo>
                    <a:pt x="6464" y="12086"/>
                  </a:lnTo>
                  <a:cubicBezTo>
                    <a:pt x="6781" y="11935"/>
                    <a:pt x="7002" y="11618"/>
                    <a:pt x="7002" y="11244"/>
                  </a:cubicBezTo>
                  <a:lnTo>
                    <a:pt x="7002" y="10111"/>
                  </a:lnTo>
                  <a:cubicBezTo>
                    <a:pt x="7002" y="9399"/>
                    <a:pt x="7305" y="8708"/>
                    <a:pt x="7844" y="8240"/>
                  </a:cubicBezTo>
                  <a:cubicBezTo>
                    <a:pt x="8848" y="7351"/>
                    <a:pt x="9432" y="6066"/>
                    <a:pt x="9432" y="4711"/>
                  </a:cubicBezTo>
                  <a:cubicBezTo>
                    <a:pt x="9432" y="2116"/>
                    <a:pt x="7317" y="1"/>
                    <a:pt x="47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8" name="Google Shape;1449;p48">
              <a:extLst>
                <a:ext uri="{FF2B5EF4-FFF2-40B4-BE49-F238E27FC236}">
                  <a16:creationId xmlns:a16="http://schemas.microsoft.com/office/drawing/2014/main" id="{0046496F-AF22-38F8-0FBB-41F717966763}"/>
                </a:ext>
              </a:extLst>
            </p:cNvPr>
            <p:cNvSpPr/>
            <p:nvPr/>
          </p:nvSpPr>
          <p:spPr>
            <a:xfrm>
              <a:off x="3574013" y="2225850"/>
              <a:ext cx="40700" cy="20225"/>
            </a:xfrm>
            <a:custGeom>
              <a:avLst/>
              <a:gdLst/>
              <a:ahLst/>
              <a:cxnLst/>
              <a:rect l="l" t="t" r="r" b="b"/>
              <a:pathLst>
                <a:path w="1628" h="809" extrusionOk="0">
                  <a:moveTo>
                    <a:pt x="410" y="0"/>
                  </a:moveTo>
                  <a:cubicBezTo>
                    <a:pt x="189" y="0"/>
                    <a:pt x="1" y="177"/>
                    <a:pt x="1" y="399"/>
                  </a:cubicBezTo>
                  <a:cubicBezTo>
                    <a:pt x="1" y="620"/>
                    <a:pt x="189" y="808"/>
                    <a:pt x="410" y="808"/>
                  </a:cubicBezTo>
                  <a:lnTo>
                    <a:pt x="1218" y="808"/>
                  </a:lnTo>
                  <a:cubicBezTo>
                    <a:pt x="1440" y="808"/>
                    <a:pt x="1628" y="620"/>
                    <a:pt x="1628" y="399"/>
                  </a:cubicBezTo>
                  <a:cubicBezTo>
                    <a:pt x="1628" y="177"/>
                    <a:pt x="1440" y="0"/>
                    <a:pt x="12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9" name="Google Shape;1450;p48">
              <a:extLst>
                <a:ext uri="{FF2B5EF4-FFF2-40B4-BE49-F238E27FC236}">
                  <a16:creationId xmlns:a16="http://schemas.microsoft.com/office/drawing/2014/main" id="{7E07F009-285D-BC4F-19EA-5965CABD07BD}"/>
                </a:ext>
              </a:extLst>
            </p:cNvPr>
            <p:cNvSpPr/>
            <p:nvPr/>
          </p:nvSpPr>
          <p:spPr>
            <a:xfrm>
              <a:off x="3565888" y="2158375"/>
              <a:ext cx="40625" cy="30375"/>
            </a:xfrm>
            <a:custGeom>
              <a:avLst/>
              <a:gdLst/>
              <a:ahLst/>
              <a:cxnLst/>
              <a:rect l="l" t="t" r="r" b="b"/>
              <a:pathLst>
                <a:path w="1625" h="1215" extrusionOk="0">
                  <a:moveTo>
                    <a:pt x="1168" y="1"/>
                  </a:moveTo>
                  <a:cubicBezTo>
                    <a:pt x="1101" y="1"/>
                    <a:pt x="1032" y="19"/>
                    <a:pt x="971" y="57"/>
                  </a:cubicBezTo>
                  <a:lnTo>
                    <a:pt x="270" y="455"/>
                  </a:lnTo>
                  <a:cubicBezTo>
                    <a:pt x="71" y="573"/>
                    <a:pt x="0" y="817"/>
                    <a:pt x="115" y="1016"/>
                  </a:cubicBezTo>
                  <a:cubicBezTo>
                    <a:pt x="186" y="1141"/>
                    <a:pt x="325" y="1214"/>
                    <a:pt x="464" y="1214"/>
                  </a:cubicBezTo>
                  <a:cubicBezTo>
                    <a:pt x="533" y="1214"/>
                    <a:pt x="603" y="1196"/>
                    <a:pt x="665" y="1157"/>
                  </a:cubicBezTo>
                  <a:lnTo>
                    <a:pt x="1367" y="758"/>
                  </a:lnTo>
                  <a:cubicBezTo>
                    <a:pt x="1566" y="643"/>
                    <a:pt x="1625" y="396"/>
                    <a:pt x="1518" y="197"/>
                  </a:cubicBezTo>
                  <a:cubicBezTo>
                    <a:pt x="1441" y="73"/>
                    <a:pt x="1305" y="1"/>
                    <a:pt x="11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0" name="Google Shape;1451;p48">
              <a:extLst>
                <a:ext uri="{FF2B5EF4-FFF2-40B4-BE49-F238E27FC236}">
                  <a16:creationId xmlns:a16="http://schemas.microsoft.com/office/drawing/2014/main" id="{AAAE31C0-54C8-FBDE-4022-60C02B9D5D72}"/>
                </a:ext>
              </a:extLst>
            </p:cNvPr>
            <p:cNvSpPr/>
            <p:nvPr/>
          </p:nvSpPr>
          <p:spPr>
            <a:xfrm>
              <a:off x="3565888" y="2283075"/>
              <a:ext cx="40625" cy="30425"/>
            </a:xfrm>
            <a:custGeom>
              <a:avLst/>
              <a:gdLst/>
              <a:ahLst/>
              <a:cxnLst/>
              <a:rect l="l" t="t" r="r" b="b"/>
              <a:pathLst>
                <a:path w="1625" h="1217" extrusionOk="0">
                  <a:moveTo>
                    <a:pt x="476" y="0"/>
                  </a:moveTo>
                  <a:cubicBezTo>
                    <a:pt x="333" y="0"/>
                    <a:pt x="189" y="74"/>
                    <a:pt x="115" y="203"/>
                  </a:cubicBezTo>
                  <a:cubicBezTo>
                    <a:pt x="0" y="399"/>
                    <a:pt x="71" y="646"/>
                    <a:pt x="270" y="750"/>
                  </a:cubicBezTo>
                  <a:lnTo>
                    <a:pt x="971" y="1159"/>
                  </a:lnTo>
                  <a:cubicBezTo>
                    <a:pt x="1032" y="1198"/>
                    <a:pt x="1100" y="1217"/>
                    <a:pt x="1168" y="1217"/>
                  </a:cubicBezTo>
                  <a:cubicBezTo>
                    <a:pt x="1305" y="1217"/>
                    <a:pt x="1441" y="1141"/>
                    <a:pt x="1518" y="1008"/>
                  </a:cubicBezTo>
                  <a:cubicBezTo>
                    <a:pt x="1625" y="820"/>
                    <a:pt x="1566" y="576"/>
                    <a:pt x="1367" y="458"/>
                  </a:cubicBezTo>
                  <a:lnTo>
                    <a:pt x="665" y="48"/>
                  </a:lnTo>
                  <a:cubicBezTo>
                    <a:pt x="607" y="16"/>
                    <a:pt x="542" y="0"/>
                    <a:pt x="4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1" name="Google Shape;1452;p48">
              <a:extLst>
                <a:ext uri="{FF2B5EF4-FFF2-40B4-BE49-F238E27FC236}">
                  <a16:creationId xmlns:a16="http://schemas.microsoft.com/office/drawing/2014/main" id="{C1CBE146-DA59-9BBB-0DC6-7869A426CEC4}"/>
                </a:ext>
              </a:extLst>
            </p:cNvPr>
            <p:cNvSpPr/>
            <p:nvPr/>
          </p:nvSpPr>
          <p:spPr>
            <a:xfrm>
              <a:off x="3269563" y="2225850"/>
              <a:ext cx="40375" cy="20225"/>
            </a:xfrm>
            <a:custGeom>
              <a:avLst/>
              <a:gdLst/>
              <a:ahLst/>
              <a:cxnLst/>
              <a:rect l="l" t="t" r="r" b="b"/>
              <a:pathLst>
                <a:path w="1615" h="809" extrusionOk="0">
                  <a:moveTo>
                    <a:pt x="397" y="0"/>
                  </a:moveTo>
                  <a:cubicBezTo>
                    <a:pt x="175" y="0"/>
                    <a:pt x="1" y="177"/>
                    <a:pt x="1" y="399"/>
                  </a:cubicBezTo>
                  <a:cubicBezTo>
                    <a:pt x="1" y="620"/>
                    <a:pt x="175" y="808"/>
                    <a:pt x="397" y="808"/>
                  </a:cubicBezTo>
                  <a:lnTo>
                    <a:pt x="1216" y="808"/>
                  </a:lnTo>
                  <a:cubicBezTo>
                    <a:pt x="1437" y="808"/>
                    <a:pt x="1614" y="620"/>
                    <a:pt x="1614" y="399"/>
                  </a:cubicBezTo>
                  <a:cubicBezTo>
                    <a:pt x="1614" y="177"/>
                    <a:pt x="1437" y="0"/>
                    <a:pt x="12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2" name="Google Shape;1453;p48">
              <a:extLst>
                <a:ext uri="{FF2B5EF4-FFF2-40B4-BE49-F238E27FC236}">
                  <a16:creationId xmlns:a16="http://schemas.microsoft.com/office/drawing/2014/main" id="{29A7F495-8BDE-22BA-E711-E01720CB4467}"/>
                </a:ext>
              </a:extLst>
            </p:cNvPr>
            <p:cNvSpPr/>
            <p:nvPr/>
          </p:nvSpPr>
          <p:spPr>
            <a:xfrm>
              <a:off x="3277438" y="2158375"/>
              <a:ext cx="40625" cy="30375"/>
            </a:xfrm>
            <a:custGeom>
              <a:avLst/>
              <a:gdLst/>
              <a:ahLst/>
              <a:cxnLst/>
              <a:rect l="l" t="t" r="r" b="b"/>
              <a:pathLst>
                <a:path w="1625" h="1215" extrusionOk="0">
                  <a:moveTo>
                    <a:pt x="461" y="1"/>
                  </a:moveTo>
                  <a:cubicBezTo>
                    <a:pt x="321" y="1"/>
                    <a:pt x="187" y="73"/>
                    <a:pt x="118" y="197"/>
                  </a:cubicBezTo>
                  <a:cubicBezTo>
                    <a:pt x="0" y="396"/>
                    <a:pt x="70" y="643"/>
                    <a:pt x="258" y="758"/>
                  </a:cubicBezTo>
                  <a:lnTo>
                    <a:pt x="960" y="1157"/>
                  </a:lnTo>
                  <a:cubicBezTo>
                    <a:pt x="1026" y="1196"/>
                    <a:pt x="1098" y="1214"/>
                    <a:pt x="1168" y="1214"/>
                  </a:cubicBezTo>
                  <a:cubicBezTo>
                    <a:pt x="1308" y="1214"/>
                    <a:pt x="1442" y="1141"/>
                    <a:pt x="1521" y="1016"/>
                  </a:cubicBezTo>
                  <a:cubicBezTo>
                    <a:pt x="1624" y="817"/>
                    <a:pt x="1554" y="573"/>
                    <a:pt x="1369" y="455"/>
                  </a:cubicBezTo>
                  <a:lnTo>
                    <a:pt x="668" y="57"/>
                  </a:lnTo>
                  <a:cubicBezTo>
                    <a:pt x="602" y="19"/>
                    <a:pt x="531" y="1"/>
                    <a:pt x="46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3" name="Google Shape;1454;p48">
              <a:extLst>
                <a:ext uri="{FF2B5EF4-FFF2-40B4-BE49-F238E27FC236}">
                  <a16:creationId xmlns:a16="http://schemas.microsoft.com/office/drawing/2014/main" id="{E43C9622-62D7-349D-5C75-2BE6830478B3}"/>
                </a:ext>
              </a:extLst>
            </p:cNvPr>
            <p:cNvSpPr/>
            <p:nvPr/>
          </p:nvSpPr>
          <p:spPr>
            <a:xfrm>
              <a:off x="3277438" y="2283075"/>
              <a:ext cx="40625" cy="30425"/>
            </a:xfrm>
            <a:custGeom>
              <a:avLst/>
              <a:gdLst/>
              <a:ahLst/>
              <a:cxnLst/>
              <a:rect l="l" t="t" r="r" b="b"/>
              <a:pathLst>
                <a:path w="1625" h="1217" extrusionOk="0">
                  <a:moveTo>
                    <a:pt x="1155" y="0"/>
                  </a:moveTo>
                  <a:cubicBezTo>
                    <a:pt x="1089" y="0"/>
                    <a:pt x="1022" y="16"/>
                    <a:pt x="960" y="48"/>
                  </a:cubicBezTo>
                  <a:lnTo>
                    <a:pt x="258" y="458"/>
                  </a:lnTo>
                  <a:cubicBezTo>
                    <a:pt x="70" y="576"/>
                    <a:pt x="0" y="820"/>
                    <a:pt x="118" y="1008"/>
                  </a:cubicBezTo>
                  <a:cubicBezTo>
                    <a:pt x="187" y="1141"/>
                    <a:pt x="321" y="1217"/>
                    <a:pt x="462" y="1217"/>
                  </a:cubicBezTo>
                  <a:cubicBezTo>
                    <a:pt x="531" y="1217"/>
                    <a:pt x="602" y="1198"/>
                    <a:pt x="668" y="1159"/>
                  </a:cubicBezTo>
                  <a:lnTo>
                    <a:pt x="1369" y="750"/>
                  </a:lnTo>
                  <a:cubicBezTo>
                    <a:pt x="1554" y="646"/>
                    <a:pt x="1624" y="399"/>
                    <a:pt x="1521" y="203"/>
                  </a:cubicBezTo>
                  <a:cubicBezTo>
                    <a:pt x="1440" y="74"/>
                    <a:pt x="1300" y="0"/>
                    <a:pt x="11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4" name="Google Shape;1455;p48">
              <a:extLst>
                <a:ext uri="{FF2B5EF4-FFF2-40B4-BE49-F238E27FC236}">
                  <a16:creationId xmlns:a16="http://schemas.microsoft.com/office/drawing/2014/main" id="{4E0408F9-A086-B921-CEC6-CEF8ADD50CF8}"/>
                </a:ext>
              </a:extLst>
            </p:cNvPr>
            <p:cNvSpPr/>
            <p:nvPr/>
          </p:nvSpPr>
          <p:spPr>
            <a:xfrm>
              <a:off x="3363613" y="2158375"/>
              <a:ext cx="156700" cy="155175"/>
            </a:xfrm>
            <a:custGeom>
              <a:avLst/>
              <a:gdLst/>
              <a:ahLst/>
              <a:cxnLst/>
              <a:rect l="l" t="t" r="r" b="b"/>
              <a:pathLst>
                <a:path w="6268" h="6207" extrusionOk="0">
                  <a:moveTo>
                    <a:pt x="3426" y="806"/>
                  </a:moveTo>
                  <a:lnTo>
                    <a:pt x="3437" y="1086"/>
                  </a:lnTo>
                  <a:cubicBezTo>
                    <a:pt x="3451" y="1249"/>
                    <a:pt x="3555" y="1389"/>
                    <a:pt x="3707" y="1448"/>
                  </a:cubicBezTo>
                  <a:cubicBezTo>
                    <a:pt x="3917" y="1518"/>
                    <a:pt x="4116" y="1636"/>
                    <a:pt x="4279" y="1777"/>
                  </a:cubicBezTo>
                  <a:cubicBezTo>
                    <a:pt x="4359" y="1841"/>
                    <a:pt x="4457" y="1875"/>
                    <a:pt x="4556" y="1875"/>
                  </a:cubicBezTo>
                  <a:cubicBezTo>
                    <a:pt x="4617" y="1875"/>
                    <a:pt x="4679" y="1862"/>
                    <a:pt x="4736" y="1835"/>
                  </a:cubicBezTo>
                  <a:lnTo>
                    <a:pt x="4980" y="1706"/>
                  </a:lnTo>
                  <a:lnTo>
                    <a:pt x="5261" y="2209"/>
                  </a:lnTo>
                  <a:lnTo>
                    <a:pt x="5039" y="2360"/>
                  </a:lnTo>
                  <a:cubicBezTo>
                    <a:pt x="4899" y="2441"/>
                    <a:pt x="4829" y="2607"/>
                    <a:pt x="4854" y="2770"/>
                  </a:cubicBezTo>
                  <a:cubicBezTo>
                    <a:pt x="4877" y="2887"/>
                    <a:pt x="4888" y="2991"/>
                    <a:pt x="4888" y="3098"/>
                  </a:cubicBezTo>
                  <a:cubicBezTo>
                    <a:pt x="4888" y="3202"/>
                    <a:pt x="4877" y="3319"/>
                    <a:pt x="4854" y="3437"/>
                  </a:cubicBezTo>
                  <a:cubicBezTo>
                    <a:pt x="4829" y="3589"/>
                    <a:pt x="4899" y="3763"/>
                    <a:pt x="5039" y="3844"/>
                  </a:cubicBezTo>
                  <a:lnTo>
                    <a:pt x="5261" y="3998"/>
                  </a:lnTo>
                  <a:lnTo>
                    <a:pt x="4980" y="4500"/>
                  </a:lnTo>
                  <a:lnTo>
                    <a:pt x="4736" y="4371"/>
                  </a:lnTo>
                  <a:cubicBezTo>
                    <a:pt x="4675" y="4343"/>
                    <a:pt x="4609" y="4328"/>
                    <a:pt x="4544" y="4328"/>
                  </a:cubicBezTo>
                  <a:cubicBezTo>
                    <a:pt x="4449" y="4328"/>
                    <a:pt x="4356" y="4360"/>
                    <a:pt x="4279" y="4430"/>
                  </a:cubicBezTo>
                  <a:cubicBezTo>
                    <a:pt x="4116" y="4571"/>
                    <a:pt x="3917" y="4686"/>
                    <a:pt x="3707" y="4756"/>
                  </a:cubicBezTo>
                  <a:cubicBezTo>
                    <a:pt x="3555" y="4803"/>
                    <a:pt x="3451" y="4955"/>
                    <a:pt x="3437" y="5120"/>
                  </a:cubicBezTo>
                  <a:lnTo>
                    <a:pt x="3426" y="5387"/>
                  </a:lnTo>
                  <a:lnTo>
                    <a:pt x="2854" y="5387"/>
                  </a:lnTo>
                  <a:lnTo>
                    <a:pt x="2831" y="5120"/>
                  </a:lnTo>
                  <a:cubicBezTo>
                    <a:pt x="2831" y="4955"/>
                    <a:pt x="2714" y="4803"/>
                    <a:pt x="2562" y="4756"/>
                  </a:cubicBezTo>
                  <a:cubicBezTo>
                    <a:pt x="2352" y="4686"/>
                    <a:pt x="2164" y="4571"/>
                    <a:pt x="1990" y="4430"/>
                  </a:cubicBezTo>
                  <a:cubicBezTo>
                    <a:pt x="1920" y="4360"/>
                    <a:pt x="1825" y="4328"/>
                    <a:pt x="1730" y="4328"/>
                  </a:cubicBezTo>
                  <a:cubicBezTo>
                    <a:pt x="1665" y="4328"/>
                    <a:pt x="1601" y="4343"/>
                    <a:pt x="1544" y="4371"/>
                  </a:cubicBezTo>
                  <a:lnTo>
                    <a:pt x="1300" y="4500"/>
                  </a:lnTo>
                  <a:lnTo>
                    <a:pt x="1008" y="3998"/>
                  </a:lnTo>
                  <a:lnTo>
                    <a:pt x="1241" y="3844"/>
                  </a:lnTo>
                  <a:cubicBezTo>
                    <a:pt x="1381" y="3763"/>
                    <a:pt x="1451" y="3589"/>
                    <a:pt x="1418" y="3437"/>
                  </a:cubicBezTo>
                  <a:cubicBezTo>
                    <a:pt x="1392" y="3319"/>
                    <a:pt x="1381" y="3202"/>
                    <a:pt x="1381" y="3098"/>
                  </a:cubicBezTo>
                  <a:cubicBezTo>
                    <a:pt x="1381" y="2991"/>
                    <a:pt x="1392" y="2887"/>
                    <a:pt x="1418" y="2770"/>
                  </a:cubicBezTo>
                  <a:cubicBezTo>
                    <a:pt x="1451" y="2607"/>
                    <a:pt x="1381" y="2441"/>
                    <a:pt x="1241" y="2360"/>
                  </a:cubicBezTo>
                  <a:lnTo>
                    <a:pt x="1008" y="2209"/>
                  </a:lnTo>
                  <a:lnTo>
                    <a:pt x="1300" y="1706"/>
                  </a:lnTo>
                  <a:lnTo>
                    <a:pt x="1544" y="1835"/>
                  </a:lnTo>
                  <a:cubicBezTo>
                    <a:pt x="1597" y="1862"/>
                    <a:pt x="1657" y="1875"/>
                    <a:pt x="1718" y="1875"/>
                  </a:cubicBezTo>
                  <a:cubicBezTo>
                    <a:pt x="1817" y="1875"/>
                    <a:pt x="1917" y="1841"/>
                    <a:pt x="1990" y="1777"/>
                  </a:cubicBezTo>
                  <a:cubicBezTo>
                    <a:pt x="2164" y="1636"/>
                    <a:pt x="2352" y="1518"/>
                    <a:pt x="2562" y="1448"/>
                  </a:cubicBezTo>
                  <a:cubicBezTo>
                    <a:pt x="2714" y="1389"/>
                    <a:pt x="2831" y="1249"/>
                    <a:pt x="2831" y="1086"/>
                  </a:cubicBezTo>
                  <a:lnTo>
                    <a:pt x="2854" y="806"/>
                  </a:lnTo>
                  <a:close/>
                  <a:moveTo>
                    <a:pt x="2470" y="1"/>
                  </a:moveTo>
                  <a:cubicBezTo>
                    <a:pt x="2245" y="1"/>
                    <a:pt x="2071" y="175"/>
                    <a:pt x="2060" y="385"/>
                  </a:cubicBezTo>
                  <a:lnTo>
                    <a:pt x="2035" y="795"/>
                  </a:lnTo>
                  <a:cubicBezTo>
                    <a:pt x="1920" y="854"/>
                    <a:pt x="1802" y="913"/>
                    <a:pt x="1684" y="994"/>
                  </a:cubicBezTo>
                  <a:lnTo>
                    <a:pt x="1322" y="806"/>
                  </a:lnTo>
                  <a:cubicBezTo>
                    <a:pt x="1267" y="778"/>
                    <a:pt x="1208" y="765"/>
                    <a:pt x="1148" y="765"/>
                  </a:cubicBezTo>
                  <a:cubicBezTo>
                    <a:pt x="1008" y="765"/>
                    <a:pt x="867" y="839"/>
                    <a:pt x="786" y="969"/>
                  </a:cubicBezTo>
                  <a:lnTo>
                    <a:pt x="119" y="2138"/>
                  </a:lnTo>
                  <a:cubicBezTo>
                    <a:pt x="1" y="2326"/>
                    <a:pt x="60" y="2559"/>
                    <a:pt x="248" y="2677"/>
                  </a:cubicBezTo>
                  <a:lnTo>
                    <a:pt x="587" y="2899"/>
                  </a:lnTo>
                  <a:cubicBezTo>
                    <a:pt x="576" y="2969"/>
                    <a:pt x="576" y="3039"/>
                    <a:pt x="576" y="3098"/>
                  </a:cubicBezTo>
                  <a:cubicBezTo>
                    <a:pt x="576" y="3168"/>
                    <a:pt x="576" y="3238"/>
                    <a:pt x="587" y="3308"/>
                  </a:cubicBezTo>
                  <a:lnTo>
                    <a:pt x="248" y="3530"/>
                  </a:lnTo>
                  <a:cubicBezTo>
                    <a:pt x="60" y="3648"/>
                    <a:pt x="1" y="3881"/>
                    <a:pt x="119" y="4068"/>
                  </a:cubicBezTo>
                  <a:lnTo>
                    <a:pt x="786" y="5235"/>
                  </a:lnTo>
                  <a:cubicBezTo>
                    <a:pt x="865" y="5364"/>
                    <a:pt x="999" y="5437"/>
                    <a:pt x="1135" y="5437"/>
                  </a:cubicBezTo>
                  <a:cubicBezTo>
                    <a:pt x="1199" y="5437"/>
                    <a:pt x="1263" y="5421"/>
                    <a:pt x="1322" y="5387"/>
                  </a:cubicBezTo>
                  <a:lnTo>
                    <a:pt x="1684" y="5213"/>
                  </a:lnTo>
                  <a:cubicBezTo>
                    <a:pt x="1802" y="5283"/>
                    <a:pt x="1920" y="5353"/>
                    <a:pt x="2035" y="5412"/>
                  </a:cubicBezTo>
                  <a:lnTo>
                    <a:pt x="2060" y="5822"/>
                  </a:lnTo>
                  <a:cubicBezTo>
                    <a:pt x="2071" y="6032"/>
                    <a:pt x="2245" y="6206"/>
                    <a:pt x="2470" y="6206"/>
                  </a:cubicBezTo>
                  <a:lnTo>
                    <a:pt x="3813" y="6206"/>
                  </a:lnTo>
                  <a:cubicBezTo>
                    <a:pt x="4024" y="6206"/>
                    <a:pt x="4209" y="6032"/>
                    <a:pt x="4209" y="5822"/>
                  </a:cubicBezTo>
                  <a:lnTo>
                    <a:pt x="4234" y="5412"/>
                  </a:lnTo>
                  <a:cubicBezTo>
                    <a:pt x="4363" y="5353"/>
                    <a:pt x="4478" y="5283"/>
                    <a:pt x="4596" y="5213"/>
                  </a:cubicBezTo>
                  <a:lnTo>
                    <a:pt x="4947" y="5387"/>
                  </a:lnTo>
                  <a:cubicBezTo>
                    <a:pt x="5010" y="5421"/>
                    <a:pt x="5077" y="5437"/>
                    <a:pt x="5142" y="5437"/>
                  </a:cubicBezTo>
                  <a:cubicBezTo>
                    <a:pt x="5281" y="5437"/>
                    <a:pt x="5413" y="5364"/>
                    <a:pt x="5485" y="5235"/>
                  </a:cubicBezTo>
                  <a:lnTo>
                    <a:pt x="6161" y="4068"/>
                  </a:lnTo>
                  <a:cubicBezTo>
                    <a:pt x="6268" y="3881"/>
                    <a:pt x="6209" y="3648"/>
                    <a:pt x="6032" y="3530"/>
                  </a:cubicBezTo>
                  <a:lnTo>
                    <a:pt x="5696" y="3308"/>
                  </a:lnTo>
                  <a:lnTo>
                    <a:pt x="5696" y="3098"/>
                  </a:lnTo>
                  <a:lnTo>
                    <a:pt x="5696" y="2899"/>
                  </a:lnTo>
                  <a:lnTo>
                    <a:pt x="6032" y="2677"/>
                  </a:lnTo>
                  <a:cubicBezTo>
                    <a:pt x="6209" y="2559"/>
                    <a:pt x="6268" y="2326"/>
                    <a:pt x="6161" y="2138"/>
                  </a:cubicBezTo>
                  <a:lnTo>
                    <a:pt x="5485" y="969"/>
                  </a:lnTo>
                  <a:cubicBezTo>
                    <a:pt x="5410" y="839"/>
                    <a:pt x="5273" y="765"/>
                    <a:pt x="5129" y="765"/>
                  </a:cubicBezTo>
                  <a:cubicBezTo>
                    <a:pt x="5068" y="765"/>
                    <a:pt x="5006" y="778"/>
                    <a:pt x="4947" y="806"/>
                  </a:cubicBezTo>
                  <a:lnTo>
                    <a:pt x="4596" y="994"/>
                  </a:lnTo>
                  <a:cubicBezTo>
                    <a:pt x="4478" y="913"/>
                    <a:pt x="4363" y="854"/>
                    <a:pt x="4234" y="795"/>
                  </a:cubicBezTo>
                  <a:lnTo>
                    <a:pt x="4209" y="385"/>
                  </a:lnTo>
                  <a:cubicBezTo>
                    <a:pt x="4209" y="175"/>
                    <a:pt x="4024" y="1"/>
                    <a:pt x="3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5" name="Google Shape;1456;p48">
              <a:extLst>
                <a:ext uri="{FF2B5EF4-FFF2-40B4-BE49-F238E27FC236}">
                  <a16:creationId xmlns:a16="http://schemas.microsoft.com/office/drawing/2014/main" id="{9D22BE53-3A25-E4B5-4BDE-DBF0129FFD87}"/>
                </a:ext>
              </a:extLst>
            </p:cNvPr>
            <p:cNvSpPr/>
            <p:nvPr/>
          </p:nvSpPr>
          <p:spPr>
            <a:xfrm>
              <a:off x="3411588" y="2205725"/>
              <a:ext cx="60775" cy="60475"/>
            </a:xfrm>
            <a:custGeom>
              <a:avLst/>
              <a:gdLst/>
              <a:ahLst/>
              <a:cxnLst/>
              <a:rect l="l" t="t" r="r" b="b"/>
              <a:pathLst>
                <a:path w="2431" h="2419" extrusionOk="0">
                  <a:moveTo>
                    <a:pt x="1215" y="805"/>
                  </a:moveTo>
                  <a:cubicBezTo>
                    <a:pt x="1437" y="805"/>
                    <a:pt x="1625" y="982"/>
                    <a:pt x="1625" y="1204"/>
                  </a:cubicBezTo>
                  <a:cubicBezTo>
                    <a:pt x="1625" y="1425"/>
                    <a:pt x="1437" y="1613"/>
                    <a:pt x="1215" y="1613"/>
                  </a:cubicBezTo>
                  <a:cubicBezTo>
                    <a:pt x="994" y="1613"/>
                    <a:pt x="817" y="1425"/>
                    <a:pt x="817" y="1204"/>
                  </a:cubicBezTo>
                  <a:cubicBezTo>
                    <a:pt x="817" y="982"/>
                    <a:pt x="994" y="805"/>
                    <a:pt x="1215" y="805"/>
                  </a:cubicBezTo>
                  <a:close/>
                  <a:moveTo>
                    <a:pt x="1215" y="0"/>
                  </a:moveTo>
                  <a:cubicBezTo>
                    <a:pt x="551" y="0"/>
                    <a:pt x="1" y="536"/>
                    <a:pt x="1" y="1204"/>
                  </a:cubicBezTo>
                  <a:cubicBezTo>
                    <a:pt x="1" y="1880"/>
                    <a:pt x="551" y="2419"/>
                    <a:pt x="1215" y="2419"/>
                  </a:cubicBezTo>
                  <a:cubicBezTo>
                    <a:pt x="1883" y="2419"/>
                    <a:pt x="2430" y="1880"/>
                    <a:pt x="2430" y="1204"/>
                  </a:cubicBezTo>
                  <a:cubicBezTo>
                    <a:pt x="2430" y="536"/>
                    <a:pt x="1883" y="0"/>
                    <a:pt x="1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lt1"/>
                </a:solidFill>
              </a:endParaRPr>
            </a:p>
          </p:txBody>
        </p:sp>
      </p:grpSp>
      <p:grpSp>
        <p:nvGrpSpPr>
          <p:cNvPr id="26" name="Google Shape;1457;p48">
            <a:extLst>
              <a:ext uri="{FF2B5EF4-FFF2-40B4-BE49-F238E27FC236}">
                <a16:creationId xmlns:a16="http://schemas.microsoft.com/office/drawing/2014/main" id="{D2CFBD6D-5CED-D809-AD95-ACD1DECA6749}"/>
              </a:ext>
            </a:extLst>
          </p:cNvPr>
          <p:cNvGrpSpPr/>
          <p:nvPr/>
        </p:nvGrpSpPr>
        <p:grpSpPr>
          <a:xfrm>
            <a:off x="1028881" y="1330481"/>
            <a:ext cx="317375" cy="345350"/>
            <a:chOff x="1011863" y="1545075"/>
            <a:chExt cx="317375" cy="345350"/>
          </a:xfrm>
        </p:grpSpPr>
        <p:sp>
          <p:nvSpPr>
            <p:cNvPr id="27" name="Google Shape;1458;p48">
              <a:extLst>
                <a:ext uri="{FF2B5EF4-FFF2-40B4-BE49-F238E27FC236}">
                  <a16:creationId xmlns:a16="http://schemas.microsoft.com/office/drawing/2014/main" id="{38540B7A-9B64-66F7-C8E0-E49745B6FA34}"/>
                </a:ext>
              </a:extLst>
            </p:cNvPr>
            <p:cNvSpPr/>
            <p:nvPr/>
          </p:nvSpPr>
          <p:spPr>
            <a:xfrm>
              <a:off x="1011863" y="1545075"/>
              <a:ext cx="317375" cy="345350"/>
            </a:xfrm>
            <a:custGeom>
              <a:avLst/>
              <a:gdLst/>
              <a:ahLst/>
              <a:cxnLst/>
              <a:rect l="l" t="t" r="r" b="b"/>
              <a:pathLst>
                <a:path w="12695" h="13814" extrusionOk="0">
                  <a:moveTo>
                    <a:pt x="5809" y="813"/>
                  </a:moveTo>
                  <a:cubicBezTo>
                    <a:pt x="5837" y="813"/>
                    <a:pt x="5864" y="813"/>
                    <a:pt x="5891" y="814"/>
                  </a:cubicBezTo>
                  <a:cubicBezTo>
                    <a:pt x="8593" y="862"/>
                    <a:pt x="10789" y="3154"/>
                    <a:pt x="10789" y="5841"/>
                  </a:cubicBezTo>
                  <a:lnTo>
                    <a:pt x="10789" y="6882"/>
                  </a:lnTo>
                  <a:cubicBezTo>
                    <a:pt x="10789" y="6963"/>
                    <a:pt x="10812" y="7033"/>
                    <a:pt x="10859" y="7103"/>
                  </a:cubicBezTo>
                  <a:lnTo>
                    <a:pt x="11679" y="8343"/>
                  </a:lnTo>
                  <a:lnTo>
                    <a:pt x="11011" y="8669"/>
                  </a:lnTo>
                  <a:cubicBezTo>
                    <a:pt x="10907" y="8728"/>
                    <a:pt x="10823" y="8834"/>
                    <a:pt x="10801" y="8963"/>
                  </a:cubicBezTo>
                  <a:lnTo>
                    <a:pt x="10649" y="9710"/>
                  </a:lnTo>
                  <a:lnTo>
                    <a:pt x="10122" y="9710"/>
                  </a:lnTo>
                  <a:cubicBezTo>
                    <a:pt x="9925" y="9710"/>
                    <a:pt x="9737" y="9861"/>
                    <a:pt x="9715" y="10071"/>
                  </a:cubicBezTo>
                  <a:cubicBezTo>
                    <a:pt x="9690" y="10318"/>
                    <a:pt x="9878" y="10517"/>
                    <a:pt x="10110" y="10517"/>
                  </a:cubicBezTo>
                  <a:lnTo>
                    <a:pt x="10498" y="10517"/>
                  </a:lnTo>
                  <a:lnTo>
                    <a:pt x="10402" y="11008"/>
                  </a:lnTo>
                  <a:cubicBezTo>
                    <a:pt x="10357" y="11194"/>
                    <a:pt x="10192" y="11323"/>
                    <a:pt x="10007" y="11323"/>
                  </a:cubicBezTo>
                  <a:lnTo>
                    <a:pt x="8183" y="11323"/>
                  </a:lnTo>
                  <a:cubicBezTo>
                    <a:pt x="7586" y="10492"/>
                    <a:pt x="6615" y="9979"/>
                    <a:pt x="5577" y="9979"/>
                  </a:cubicBezTo>
                  <a:lnTo>
                    <a:pt x="2702" y="9979"/>
                  </a:lnTo>
                  <a:cubicBezTo>
                    <a:pt x="1565" y="9067"/>
                    <a:pt x="819" y="7406"/>
                    <a:pt x="819" y="5807"/>
                  </a:cubicBezTo>
                  <a:cubicBezTo>
                    <a:pt x="819" y="3052"/>
                    <a:pt x="3053" y="813"/>
                    <a:pt x="5809" y="813"/>
                  </a:cubicBezTo>
                  <a:close/>
                  <a:moveTo>
                    <a:pt x="5577" y="10787"/>
                  </a:moveTo>
                  <a:cubicBezTo>
                    <a:pt x="6371" y="10787"/>
                    <a:pt x="7120" y="11194"/>
                    <a:pt x="7552" y="11850"/>
                  </a:cubicBezTo>
                  <a:lnTo>
                    <a:pt x="7552" y="12995"/>
                  </a:lnTo>
                  <a:lnTo>
                    <a:pt x="2968" y="12995"/>
                  </a:lnTo>
                  <a:lnTo>
                    <a:pt x="2968" y="10787"/>
                  </a:lnTo>
                  <a:close/>
                  <a:moveTo>
                    <a:pt x="5786" y="0"/>
                  </a:moveTo>
                  <a:cubicBezTo>
                    <a:pt x="5550" y="0"/>
                    <a:pt x="5312" y="14"/>
                    <a:pt x="5072" y="42"/>
                  </a:cubicBezTo>
                  <a:cubicBezTo>
                    <a:pt x="4045" y="171"/>
                    <a:pt x="3052" y="581"/>
                    <a:pt x="2233" y="1223"/>
                  </a:cubicBezTo>
                  <a:cubicBezTo>
                    <a:pt x="808" y="2357"/>
                    <a:pt x="0" y="4018"/>
                    <a:pt x="0" y="5807"/>
                  </a:cubicBezTo>
                  <a:cubicBezTo>
                    <a:pt x="0" y="6730"/>
                    <a:pt x="222" y="7676"/>
                    <a:pt x="631" y="8554"/>
                  </a:cubicBezTo>
                  <a:cubicBezTo>
                    <a:pt x="1018" y="9370"/>
                    <a:pt x="1543" y="10071"/>
                    <a:pt x="2163" y="10576"/>
                  </a:cubicBezTo>
                  <a:lnTo>
                    <a:pt x="2163" y="13404"/>
                  </a:lnTo>
                  <a:cubicBezTo>
                    <a:pt x="2163" y="13626"/>
                    <a:pt x="2337" y="13814"/>
                    <a:pt x="2573" y="13814"/>
                  </a:cubicBezTo>
                  <a:lnTo>
                    <a:pt x="7962" y="13814"/>
                  </a:lnTo>
                  <a:cubicBezTo>
                    <a:pt x="8183" y="13814"/>
                    <a:pt x="8357" y="13626"/>
                    <a:pt x="8357" y="13404"/>
                  </a:cubicBezTo>
                  <a:lnTo>
                    <a:pt x="8357" y="12142"/>
                  </a:lnTo>
                  <a:lnTo>
                    <a:pt x="9995" y="12142"/>
                  </a:lnTo>
                  <a:cubicBezTo>
                    <a:pt x="10568" y="12142"/>
                    <a:pt x="11070" y="11732"/>
                    <a:pt x="11188" y="11160"/>
                  </a:cubicBezTo>
                  <a:lnTo>
                    <a:pt x="11550" y="9314"/>
                  </a:lnTo>
                  <a:lnTo>
                    <a:pt x="12450" y="8857"/>
                  </a:lnTo>
                  <a:cubicBezTo>
                    <a:pt x="12554" y="8809"/>
                    <a:pt x="12635" y="8716"/>
                    <a:pt x="12660" y="8599"/>
                  </a:cubicBezTo>
                  <a:cubicBezTo>
                    <a:pt x="12694" y="8484"/>
                    <a:pt x="12672" y="8366"/>
                    <a:pt x="12613" y="8273"/>
                  </a:cubicBezTo>
                  <a:lnTo>
                    <a:pt x="11594" y="6753"/>
                  </a:lnTo>
                  <a:lnTo>
                    <a:pt x="11594" y="5841"/>
                  </a:lnTo>
                  <a:cubicBezTo>
                    <a:pt x="11594" y="4346"/>
                    <a:pt x="11033" y="2895"/>
                    <a:pt x="10007" y="1810"/>
                  </a:cubicBezTo>
                  <a:cubicBezTo>
                    <a:pt x="8896" y="648"/>
                    <a:pt x="7393" y="0"/>
                    <a:pt x="57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8" name="Google Shape;1459;p48">
              <a:extLst>
                <a:ext uri="{FF2B5EF4-FFF2-40B4-BE49-F238E27FC236}">
                  <a16:creationId xmlns:a16="http://schemas.microsoft.com/office/drawing/2014/main" id="{78922ABC-BF63-BAB8-E332-665972AE8476}"/>
                </a:ext>
              </a:extLst>
            </p:cNvPr>
            <p:cNvSpPr/>
            <p:nvPr/>
          </p:nvSpPr>
          <p:spPr>
            <a:xfrm>
              <a:off x="1065363" y="1592275"/>
              <a:ext cx="183225" cy="182200"/>
            </a:xfrm>
            <a:custGeom>
              <a:avLst/>
              <a:gdLst/>
              <a:ahLst/>
              <a:cxnLst/>
              <a:rect l="l" t="t" r="r" b="b"/>
              <a:pathLst>
                <a:path w="7329" h="7288" extrusionOk="0">
                  <a:moveTo>
                    <a:pt x="5317" y="1616"/>
                  </a:moveTo>
                  <a:lnTo>
                    <a:pt x="5681" y="1989"/>
                  </a:lnTo>
                  <a:lnTo>
                    <a:pt x="5681" y="5297"/>
                  </a:lnTo>
                  <a:lnTo>
                    <a:pt x="5317" y="5659"/>
                  </a:lnTo>
                  <a:lnTo>
                    <a:pt x="2009" y="5659"/>
                  </a:lnTo>
                  <a:lnTo>
                    <a:pt x="1636" y="5297"/>
                  </a:lnTo>
                  <a:lnTo>
                    <a:pt x="1636" y="1989"/>
                  </a:lnTo>
                  <a:lnTo>
                    <a:pt x="2009" y="1616"/>
                  </a:lnTo>
                  <a:close/>
                  <a:moveTo>
                    <a:pt x="2047" y="1"/>
                  </a:moveTo>
                  <a:cubicBezTo>
                    <a:pt x="1822" y="1"/>
                    <a:pt x="1636" y="181"/>
                    <a:pt x="1636" y="413"/>
                  </a:cubicBezTo>
                  <a:lnTo>
                    <a:pt x="1636" y="867"/>
                  </a:lnTo>
                  <a:cubicBezTo>
                    <a:pt x="1614" y="878"/>
                    <a:pt x="1577" y="904"/>
                    <a:pt x="1555" y="926"/>
                  </a:cubicBezTo>
                  <a:lnTo>
                    <a:pt x="946" y="1535"/>
                  </a:lnTo>
                  <a:cubicBezTo>
                    <a:pt x="923" y="1557"/>
                    <a:pt x="898" y="1591"/>
                    <a:pt x="887" y="1616"/>
                  </a:cubicBezTo>
                  <a:lnTo>
                    <a:pt x="433" y="1616"/>
                  </a:lnTo>
                  <a:cubicBezTo>
                    <a:pt x="233" y="1616"/>
                    <a:pt x="45" y="1779"/>
                    <a:pt x="23" y="1978"/>
                  </a:cubicBezTo>
                  <a:cubicBezTo>
                    <a:pt x="1" y="2222"/>
                    <a:pt x="186" y="2433"/>
                    <a:pt x="433" y="2433"/>
                  </a:cubicBezTo>
                  <a:lnTo>
                    <a:pt x="828" y="2433"/>
                  </a:lnTo>
                  <a:lnTo>
                    <a:pt x="828" y="3240"/>
                  </a:lnTo>
                  <a:lnTo>
                    <a:pt x="433" y="3240"/>
                  </a:lnTo>
                  <a:cubicBezTo>
                    <a:pt x="233" y="3240"/>
                    <a:pt x="45" y="3392"/>
                    <a:pt x="23" y="3602"/>
                  </a:cubicBezTo>
                  <a:cubicBezTo>
                    <a:pt x="1" y="3835"/>
                    <a:pt x="186" y="4046"/>
                    <a:pt x="433" y="4046"/>
                  </a:cubicBezTo>
                  <a:lnTo>
                    <a:pt x="828" y="4046"/>
                  </a:lnTo>
                  <a:lnTo>
                    <a:pt x="828" y="4854"/>
                  </a:lnTo>
                  <a:lnTo>
                    <a:pt x="433" y="4854"/>
                  </a:lnTo>
                  <a:cubicBezTo>
                    <a:pt x="233" y="4854"/>
                    <a:pt x="45" y="5005"/>
                    <a:pt x="23" y="5215"/>
                  </a:cubicBezTo>
                  <a:cubicBezTo>
                    <a:pt x="1" y="5462"/>
                    <a:pt x="186" y="5659"/>
                    <a:pt x="433" y="5659"/>
                  </a:cubicBezTo>
                  <a:lnTo>
                    <a:pt x="887" y="5659"/>
                  </a:lnTo>
                  <a:cubicBezTo>
                    <a:pt x="898" y="5695"/>
                    <a:pt x="923" y="5718"/>
                    <a:pt x="946" y="5754"/>
                  </a:cubicBezTo>
                  <a:lnTo>
                    <a:pt x="1555" y="6360"/>
                  </a:lnTo>
                  <a:cubicBezTo>
                    <a:pt x="1577" y="6385"/>
                    <a:pt x="1614" y="6408"/>
                    <a:pt x="1636" y="6419"/>
                  </a:cubicBezTo>
                  <a:lnTo>
                    <a:pt x="1636" y="6865"/>
                  </a:lnTo>
                  <a:cubicBezTo>
                    <a:pt x="1636" y="7075"/>
                    <a:pt x="1788" y="7260"/>
                    <a:pt x="1998" y="7286"/>
                  </a:cubicBezTo>
                  <a:cubicBezTo>
                    <a:pt x="2011" y="7287"/>
                    <a:pt x="2025" y="7288"/>
                    <a:pt x="2038" y="7288"/>
                  </a:cubicBezTo>
                  <a:cubicBezTo>
                    <a:pt x="2267" y="7288"/>
                    <a:pt x="2455" y="7107"/>
                    <a:pt x="2455" y="6876"/>
                  </a:cubicBezTo>
                  <a:lnTo>
                    <a:pt x="2455" y="6478"/>
                  </a:lnTo>
                  <a:lnTo>
                    <a:pt x="3260" y="6478"/>
                  </a:lnTo>
                  <a:lnTo>
                    <a:pt x="3260" y="6865"/>
                  </a:lnTo>
                  <a:cubicBezTo>
                    <a:pt x="3260" y="7075"/>
                    <a:pt x="3412" y="7260"/>
                    <a:pt x="3611" y="7286"/>
                  </a:cubicBezTo>
                  <a:cubicBezTo>
                    <a:pt x="3624" y="7287"/>
                    <a:pt x="3638" y="7288"/>
                    <a:pt x="3651" y="7288"/>
                  </a:cubicBezTo>
                  <a:cubicBezTo>
                    <a:pt x="3880" y="7288"/>
                    <a:pt x="4068" y="7107"/>
                    <a:pt x="4068" y="6876"/>
                  </a:cubicBezTo>
                  <a:lnTo>
                    <a:pt x="4068" y="6478"/>
                  </a:lnTo>
                  <a:lnTo>
                    <a:pt x="4873" y="6478"/>
                  </a:lnTo>
                  <a:lnTo>
                    <a:pt x="4873" y="6865"/>
                  </a:lnTo>
                  <a:cubicBezTo>
                    <a:pt x="4873" y="7075"/>
                    <a:pt x="5025" y="7260"/>
                    <a:pt x="5235" y="7286"/>
                  </a:cubicBezTo>
                  <a:cubicBezTo>
                    <a:pt x="5249" y="7287"/>
                    <a:pt x="5262" y="7288"/>
                    <a:pt x="5275" y="7288"/>
                  </a:cubicBezTo>
                  <a:cubicBezTo>
                    <a:pt x="5503" y="7288"/>
                    <a:pt x="5681" y="7107"/>
                    <a:pt x="5681" y="6876"/>
                  </a:cubicBezTo>
                  <a:lnTo>
                    <a:pt x="5681" y="6419"/>
                  </a:lnTo>
                  <a:cubicBezTo>
                    <a:pt x="5715" y="6408"/>
                    <a:pt x="5737" y="6385"/>
                    <a:pt x="5774" y="6360"/>
                  </a:cubicBezTo>
                  <a:lnTo>
                    <a:pt x="6369" y="5754"/>
                  </a:lnTo>
                  <a:cubicBezTo>
                    <a:pt x="6405" y="5718"/>
                    <a:pt x="6416" y="5695"/>
                    <a:pt x="6439" y="5659"/>
                  </a:cubicBezTo>
                  <a:lnTo>
                    <a:pt x="6885" y="5659"/>
                  </a:lnTo>
                  <a:cubicBezTo>
                    <a:pt x="7095" y="5659"/>
                    <a:pt x="7280" y="5507"/>
                    <a:pt x="7306" y="5308"/>
                  </a:cubicBezTo>
                  <a:cubicBezTo>
                    <a:pt x="7328" y="5064"/>
                    <a:pt x="7140" y="4854"/>
                    <a:pt x="6896" y="4854"/>
                  </a:cubicBezTo>
                  <a:lnTo>
                    <a:pt x="6498" y="4854"/>
                  </a:lnTo>
                  <a:lnTo>
                    <a:pt x="6498" y="4046"/>
                  </a:lnTo>
                  <a:lnTo>
                    <a:pt x="6885" y="4046"/>
                  </a:lnTo>
                  <a:cubicBezTo>
                    <a:pt x="7095" y="4046"/>
                    <a:pt x="7280" y="3894"/>
                    <a:pt x="7306" y="3684"/>
                  </a:cubicBezTo>
                  <a:cubicBezTo>
                    <a:pt x="7328" y="3451"/>
                    <a:pt x="7140" y="3240"/>
                    <a:pt x="6896" y="3240"/>
                  </a:cubicBezTo>
                  <a:lnTo>
                    <a:pt x="6498" y="3240"/>
                  </a:lnTo>
                  <a:lnTo>
                    <a:pt x="6498" y="2433"/>
                  </a:lnTo>
                  <a:lnTo>
                    <a:pt x="6896" y="2433"/>
                  </a:lnTo>
                  <a:cubicBezTo>
                    <a:pt x="7140" y="2433"/>
                    <a:pt x="7328" y="2222"/>
                    <a:pt x="7306" y="1978"/>
                  </a:cubicBezTo>
                  <a:cubicBezTo>
                    <a:pt x="7280" y="1779"/>
                    <a:pt x="7095" y="1616"/>
                    <a:pt x="6885" y="1616"/>
                  </a:cubicBezTo>
                  <a:lnTo>
                    <a:pt x="6439" y="1616"/>
                  </a:lnTo>
                  <a:cubicBezTo>
                    <a:pt x="6416" y="1591"/>
                    <a:pt x="6405" y="1557"/>
                    <a:pt x="6369" y="1535"/>
                  </a:cubicBezTo>
                  <a:lnTo>
                    <a:pt x="5774" y="926"/>
                  </a:lnTo>
                  <a:cubicBezTo>
                    <a:pt x="5737" y="904"/>
                    <a:pt x="5715" y="878"/>
                    <a:pt x="5681" y="867"/>
                  </a:cubicBezTo>
                  <a:lnTo>
                    <a:pt x="5681" y="424"/>
                  </a:lnTo>
                  <a:cubicBezTo>
                    <a:pt x="5681" y="214"/>
                    <a:pt x="5527" y="26"/>
                    <a:pt x="5331" y="3"/>
                  </a:cubicBezTo>
                  <a:cubicBezTo>
                    <a:pt x="5316" y="2"/>
                    <a:pt x="5301" y="1"/>
                    <a:pt x="5286" y="1"/>
                  </a:cubicBezTo>
                  <a:cubicBezTo>
                    <a:pt x="5059" y="1"/>
                    <a:pt x="4873" y="181"/>
                    <a:pt x="4873" y="413"/>
                  </a:cubicBezTo>
                  <a:lnTo>
                    <a:pt x="4873" y="808"/>
                  </a:lnTo>
                  <a:lnTo>
                    <a:pt x="4068" y="808"/>
                  </a:lnTo>
                  <a:lnTo>
                    <a:pt x="4068" y="424"/>
                  </a:lnTo>
                  <a:cubicBezTo>
                    <a:pt x="4068" y="214"/>
                    <a:pt x="3914" y="26"/>
                    <a:pt x="3704" y="3"/>
                  </a:cubicBezTo>
                  <a:cubicBezTo>
                    <a:pt x="3689" y="2"/>
                    <a:pt x="3674" y="1"/>
                    <a:pt x="3660" y="1"/>
                  </a:cubicBezTo>
                  <a:cubicBezTo>
                    <a:pt x="3436" y="1"/>
                    <a:pt x="3260" y="181"/>
                    <a:pt x="3260" y="413"/>
                  </a:cubicBezTo>
                  <a:lnTo>
                    <a:pt x="3260" y="808"/>
                  </a:lnTo>
                  <a:lnTo>
                    <a:pt x="2455" y="808"/>
                  </a:lnTo>
                  <a:lnTo>
                    <a:pt x="2455" y="424"/>
                  </a:lnTo>
                  <a:cubicBezTo>
                    <a:pt x="2455" y="214"/>
                    <a:pt x="2301" y="26"/>
                    <a:pt x="2090" y="3"/>
                  </a:cubicBezTo>
                  <a:cubicBezTo>
                    <a:pt x="2076" y="2"/>
                    <a:pt x="2061" y="1"/>
                    <a:pt x="20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9" name="Google Shape;1460;p48">
              <a:extLst>
                <a:ext uri="{FF2B5EF4-FFF2-40B4-BE49-F238E27FC236}">
                  <a16:creationId xmlns:a16="http://schemas.microsoft.com/office/drawing/2014/main" id="{33694344-F80F-C307-74ED-665ABE9CE201}"/>
                </a:ext>
              </a:extLst>
            </p:cNvPr>
            <p:cNvSpPr/>
            <p:nvPr/>
          </p:nvSpPr>
          <p:spPr>
            <a:xfrm>
              <a:off x="1126738" y="1653075"/>
              <a:ext cx="60750" cy="60825"/>
            </a:xfrm>
            <a:custGeom>
              <a:avLst/>
              <a:gdLst/>
              <a:ahLst/>
              <a:cxnLst/>
              <a:rect l="l" t="t" r="r" b="b"/>
              <a:pathLst>
                <a:path w="2430" h="2433" extrusionOk="0">
                  <a:moveTo>
                    <a:pt x="1215" y="820"/>
                  </a:moveTo>
                  <a:cubicBezTo>
                    <a:pt x="1437" y="820"/>
                    <a:pt x="1624" y="996"/>
                    <a:pt x="1624" y="1218"/>
                  </a:cubicBezTo>
                  <a:cubicBezTo>
                    <a:pt x="1624" y="1440"/>
                    <a:pt x="1437" y="1628"/>
                    <a:pt x="1215" y="1628"/>
                  </a:cubicBezTo>
                  <a:cubicBezTo>
                    <a:pt x="993" y="1628"/>
                    <a:pt x="817" y="1440"/>
                    <a:pt x="817" y="1218"/>
                  </a:cubicBezTo>
                  <a:cubicBezTo>
                    <a:pt x="817" y="996"/>
                    <a:pt x="993" y="820"/>
                    <a:pt x="1215" y="820"/>
                  </a:cubicBezTo>
                  <a:close/>
                  <a:moveTo>
                    <a:pt x="1215" y="1"/>
                  </a:moveTo>
                  <a:cubicBezTo>
                    <a:pt x="547" y="1"/>
                    <a:pt x="0" y="550"/>
                    <a:pt x="0" y="1218"/>
                  </a:cubicBezTo>
                  <a:cubicBezTo>
                    <a:pt x="0" y="1883"/>
                    <a:pt x="547" y="2433"/>
                    <a:pt x="1215" y="2433"/>
                  </a:cubicBezTo>
                  <a:cubicBezTo>
                    <a:pt x="1880" y="2433"/>
                    <a:pt x="2430" y="1883"/>
                    <a:pt x="2430" y="1218"/>
                  </a:cubicBezTo>
                  <a:cubicBezTo>
                    <a:pt x="2430" y="550"/>
                    <a:pt x="1880" y="1"/>
                    <a:pt x="12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30" name="Google Shape;1489;p48">
            <a:extLst>
              <a:ext uri="{FF2B5EF4-FFF2-40B4-BE49-F238E27FC236}">
                <a16:creationId xmlns:a16="http://schemas.microsoft.com/office/drawing/2014/main" id="{E9B33FC1-461C-41DB-6E57-0671D9C2CCCD}"/>
              </a:ext>
            </a:extLst>
          </p:cNvPr>
          <p:cNvGrpSpPr/>
          <p:nvPr/>
        </p:nvGrpSpPr>
        <p:grpSpPr>
          <a:xfrm>
            <a:off x="1001181" y="2763170"/>
            <a:ext cx="345075" cy="345200"/>
            <a:chOff x="3250013" y="1564575"/>
            <a:chExt cx="345075" cy="345200"/>
          </a:xfrm>
        </p:grpSpPr>
        <p:sp>
          <p:nvSpPr>
            <p:cNvPr id="31" name="Google Shape;1490;p48">
              <a:extLst>
                <a:ext uri="{FF2B5EF4-FFF2-40B4-BE49-F238E27FC236}">
                  <a16:creationId xmlns:a16="http://schemas.microsoft.com/office/drawing/2014/main" id="{8F20DC09-26B0-703D-F6A0-FA7A1250E522}"/>
                </a:ext>
              </a:extLst>
            </p:cNvPr>
            <p:cNvSpPr/>
            <p:nvPr/>
          </p:nvSpPr>
          <p:spPr>
            <a:xfrm>
              <a:off x="3372113" y="1604900"/>
              <a:ext cx="101150" cy="101150"/>
            </a:xfrm>
            <a:custGeom>
              <a:avLst/>
              <a:gdLst/>
              <a:ahLst/>
              <a:cxnLst/>
              <a:rect l="l" t="t" r="r" b="b"/>
              <a:pathLst>
                <a:path w="4046" h="4046" extrusionOk="0">
                  <a:moveTo>
                    <a:pt x="2023" y="819"/>
                  </a:moveTo>
                  <a:cubicBezTo>
                    <a:pt x="2691" y="819"/>
                    <a:pt x="3238" y="1355"/>
                    <a:pt x="3238" y="2023"/>
                  </a:cubicBezTo>
                  <a:cubicBezTo>
                    <a:pt x="3238" y="2699"/>
                    <a:pt x="2691" y="3238"/>
                    <a:pt x="2023" y="3238"/>
                  </a:cubicBezTo>
                  <a:cubicBezTo>
                    <a:pt x="1358" y="3238"/>
                    <a:pt x="808" y="2699"/>
                    <a:pt x="808" y="2023"/>
                  </a:cubicBezTo>
                  <a:cubicBezTo>
                    <a:pt x="808" y="1355"/>
                    <a:pt x="1358" y="819"/>
                    <a:pt x="2023" y="819"/>
                  </a:cubicBezTo>
                  <a:close/>
                  <a:moveTo>
                    <a:pt x="2023" y="0"/>
                  </a:moveTo>
                  <a:cubicBezTo>
                    <a:pt x="901" y="0"/>
                    <a:pt x="0" y="912"/>
                    <a:pt x="0" y="2023"/>
                  </a:cubicBezTo>
                  <a:cubicBezTo>
                    <a:pt x="0" y="3145"/>
                    <a:pt x="901" y="4046"/>
                    <a:pt x="2023" y="4046"/>
                  </a:cubicBezTo>
                  <a:cubicBezTo>
                    <a:pt x="3134" y="4046"/>
                    <a:pt x="4046" y="3145"/>
                    <a:pt x="4046" y="2023"/>
                  </a:cubicBezTo>
                  <a:cubicBezTo>
                    <a:pt x="4046" y="912"/>
                    <a:pt x="3134" y="0"/>
                    <a:pt x="20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2" name="Google Shape;1491;p48">
              <a:extLst>
                <a:ext uri="{FF2B5EF4-FFF2-40B4-BE49-F238E27FC236}">
                  <a16:creationId xmlns:a16="http://schemas.microsoft.com/office/drawing/2014/main" id="{A61D047C-640C-3E32-FCA6-779D10476055}"/>
                </a:ext>
              </a:extLst>
            </p:cNvPr>
            <p:cNvSpPr/>
            <p:nvPr/>
          </p:nvSpPr>
          <p:spPr>
            <a:xfrm>
              <a:off x="3412438" y="1645500"/>
              <a:ext cx="20225" cy="20225"/>
            </a:xfrm>
            <a:custGeom>
              <a:avLst/>
              <a:gdLst/>
              <a:ahLst/>
              <a:cxnLst/>
              <a:rect l="l" t="t" r="r" b="b"/>
              <a:pathLst>
                <a:path w="809" h="809" extrusionOk="0">
                  <a:moveTo>
                    <a:pt x="410" y="1"/>
                  </a:moveTo>
                  <a:cubicBezTo>
                    <a:pt x="188" y="1"/>
                    <a:pt x="0" y="177"/>
                    <a:pt x="0" y="399"/>
                  </a:cubicBezTo>
                  <a:cubicBezTo>
                    <a:pt x="0" y="621"/>
                    <a:pt x="188" y="808"/>
                    <a:pt x="410" y="808"/>
                  </a:cubicBezTo>
                  <a:cubicBezTo>
                    <a:pt x="632" y="808"/>
                    <a:pt x="808" y="621"/>
                    <a:pt x="808" y="399"/>
                  </a:cubicBezTo>
                  <a:cubicBezTo>
                    <a:pt x="808" y="177"/>
                    <a:pt x="632" y="1"/>
                    <a:pt x="4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3" name="Google Shape;1492;p48">
              <a:extLst>
                <a:ext uri="{FF2B5EF4-FFF2-40B4-BE49-F238E27FC236}">
                  <a16:creationId xmlns:a16="http://schemas.microsoft.com/office/drawing/2014/main" id="{77F6DEB2-3B15-F4BC-7F09-5020296ACA37}"/>
                </a:ext>
              </a:extLst>
            </p:cNvPr>
            <p:cNvSpPr/>
            <p:nvPr/>
          </p:nvSpPr>
          <p:spPr>
            <a:xfrm>
              <a:off x="3250013" y="1564575"/>
              <a:ext cx="345075" cy="345200"/>
            </a:xfrm>
            <a:custGeom>
              <a:avLst/>
              <a:gdLst/>
              <a:ahLst/>
              <a:cxnLst/>
              <a:rect l="l" t="t" r="r" b="b"/>
              <a:pathLst>
                <a:path w="13803" h="13808" extrusionOk="0">
                  <a:moveTo>
                    <a:pt x="7446" y="805"/>
                  </a:moveTo>
                  <a:cubicBezTo>
                    <a:pt x="8708" y="805"/>
                    <a:pt x="9735" y="1835"/>
                    <a:pt x="9735" y="3097"/>
                  </a:cubicBezTo>
                  <a:lnTo>
                    <a:pt x="9735" y="6475"/>
                  </a:lnTo>
                  <a:lnTo>
                    <a:pt x="4079" y="6475"/>
                  </a:lnTo>
                  <a:lnTo>
                    <a:pt x="4079" y="3097"/>
                  </a:lnTo>
                  <a:cubicBezTo>
                    <a:pt x="4079" y="1835"/>
                    <a:pt x="5095" y="805"/>
                    <a:pt x="6368" y="805"/>
                  </a:cubicBezTo>
                  <a:close/>
                  <a:moveTo>
                    <a:pt x="10543" y="7283"/>
                  </a:moveTo>
                  <a:lnTo>
                    <a:pt x="10543" y="8088"/>
                  </a:lnTo>
                  <a:lnTo>
                    <a:pt x="3260" y="8088"/>
                  </a:lnTo>
                  <a:lnTo>
                    <a:pt x="3260" y="7283"/>
                  </a:lnTo>
                  <a:close/>
                  <a:moveTo>
                    <a:pt x="9735" y="8896"/>
                  </a:moveTo>
                  <a:lnTo>
                    <a:pt x="9735" y="9701"/>
                  </a:lnTo>
                  <a:lnTo>
                    <a:pt x="4079" y="9701"/>
                  </a:lnTo>
                  <a:lnTo>
                    <a:pt x="4079" y="8896"/>
                  </a:lnTo>
                  <a:close/>
                  <a:moveTo>
                    <a:pt x="3400" y="12192"/>
                  </a:moveTo>
                  <a:cubicBezTo>
                    <a:pt x="3622" y="12192"/>
                    <a:pt x="3810" y="12366"/>
                    <a:pt x="3810" y="12588"/>
                  </a:cubicBezTo>
                  <a:cubicBezTo>
                    <a:pt x="3810" y="12812"/>
                    <a:pt x="3622" y="12997"/>
                    <a:pt x="3400" y="12997"/>
                  </a:cubicBezTo>
                  <a:cubicBezTo>
                    <a:pt x="3179" y="12997"/>
                    <a:pt x="2991" y="12812"/>
                    <a:pt x="2991" y="12588"/>
                  </a:cubicBezTo>
                  <a:cubicBezTo>
                    <a:pt x="2991" y="12366"/>
                    <a:pt x="3179" y="12192"/>
                    <a:pt x="3400" y="12192"/>
                  </a:cubicBezTo>
                  <a:close/>
                  <a:moveTo>
                    <a:pt x="6907" y="12192"/>
                  </a:moveTo>
                  <a:cubicBezTo>
                    <a:pt x="7129" y="12192"/>
                    <a:pt x="7305" y="12366"/>
                    <a:pt x="7305" y="12588"/>
                  </a:cubicBezTo>
                  <a:cubicBezTo>
                    <a:pt x="7305" y="12812"/>
                    <a:pt x="7129" y="12997"/>
                    <a:pt x="6907" y="12997"/>
                  </a:cubicBezTo>
                  <a:cubicBezTo>
                    <a:pt x="6685" y="12997"/>
                    <a:pt x="6497" y="12812"/>
                    <a:pt x="6497" y="12588"/>
                  </a:cubicBezTo>
                  <a:cubicBezTo>
                    <a:pt x="6497" y="12366"/>
                    <a:pt x="6685" y="12192"/>
                    <a:pt x="6907" y="12192"/>
                  </a:cubicBezTo>
                  <a:close/>
                  <a:moveTo>
                    <a:pt x="10414" y="12192"/>
                  </a:moveTo>
                  <a:cubicBezTo>
                    <a:pt x="10635" y="12192"/>
                    <a:pt x="10812" y="12366"/>
                    <a:pt x="10812" y="12588"/>
                  </a:cubicBezTo>
                  <a:cubicBezTo>
                    <a:pt x="10812" y="12812"/>
                    <a:pt x="10635" y="12997"/>
                    <a:pt x="10414" y="12997"/>
                  </a:cubicBezTo>
                  <a:cubicBezTo>
                    <a:pt x="10192" y="12997"/>
                    <a:pt x="10004" y="12812"/>
                    <a:pt x="10004" y="12588"/>
                  </a:cubicBezTo>
                  <a:cubicBezTo>
                    <a:pt x="10004" y="12366"/>
                    <a:pt x="10192" y="12192"/>
                    <a:pt x="10414" y="12192"/>
                  </a:cubicBezTo>
                  <a:close/>
                  <a:moveTo>
                    <a:pt x="6368" y="0"/>
                  </a:moveTo>
                  <a:cubicBezTo>
                    <a:pt x="4652" y="0"/>
                    <a:pt x="3260" y="1392"/>
                    <a:pt x="3260" y="3097"/>
                  </a:cubicBezTo>
                  <a:lnTo>
                    <a:pt x="3260" y="6475"/>
                  </a:lnTo>
                  <a:lnTo>
                    <a:pt x="2862" y="6475"/>
                  </a:lnTo>
                  <a:cubicBezTo>
                    <a:pt x="2640" y="6475"/>
                    <a:pt x="2455" y="6652"/>
                    <a:pt x="2455" y="6873"/>
                  </a:cubicBezTo>
                  <a:lnTo>
                    <a:pt x="2455" y="7283"/>
                  </a:lnTo>
                  <a:lnTo>
                    <a:pt x="2020" y="7283"/>
                  </a:lnTo>
                  <a:cubicBezTo>
                    <a:pt x="1798" y="7283"/>
                    <a:pt x="1625" y="7095"/>
                    <a:pt x="1625" y="6873"/>
                  </a:cubicBezTo>
                  <a:lnTo>
                    <a:pt x="1625" y="4511"/>
                  </a:lnTo>
                  <a:cubicBezTo>
                    <a:pt x="2090" y="4348"/>
                    <a:pt x="2430" y="3905"/>
                    <a:pt x="2430" y="3367"/>
                  </a:cubicBezTo>
                  <a:lnTo>
                    <a:pt x="2430" y="3109"/>
                  </a:lnTo>
                  <a:cubicBezTo>
                    <a:pt x="2430" y="2898"/>
                    <a:pt x="2278" y="2724"/>
                    <a:pt x="2068" y="2699"/>
                  </a:cubicBezTo>
                  <a:cubicBezTo>
                    <a:pt x="2054" y="2698"/>
                    <a:pt x="2041" y="2697"/>
                    <a:pt x="2028" y="2697"/>
                  </a:cubicBezTo>
                  <a:cubicBezTo>
                    <a:pt x="1803" y="2697"/>
                    <a:pt x="1625" y="2877"/>
                    <a:pt x="1625" y="3097"/>
                  </a:cubicBezTo>
                  <a:lnTo>
                    <a:pt x="1625" y="3355"/>
                  </a:lnTo>
                  <a:cubicBezTo>
                    <a:pt x="1625" y="3566"/>
                    <a:pt x="1473" y="3751"/>
                    <a:pt x="1263" y="3776"/>
                  </a:cubicBezTo>
                  <a:cubicBezTo>
                    <a:pt x="1249" y="3777"/>
                    <a:pt x="1236" y="3778"/>
                    <a:pt x="1223" y="3778"/>
                  </a:cubicBezTo>
                  <a:cubicBezTo>
                    <a:pt x="995" y="3778"/>
                    <a:pt x="817" y="3597"/>
                    <a:pt x="817" y="3367"/>
                  </a:cubicBezTo>
                  <a:lnTo>
                    <a:pt x="817" y="3109"/>
                  </a:lnTo>
                  <a:cubicBezTo>
                    <a:pt x="817" y="2898"/>
                    <a:pt x="665" y="2724"/>
                    <a:pt x="455" y="2699"/>
                  </a:cubicBezTo>
                  <a:cubicBezTo>
                    <a:pt x="441" y="2698"/>
                    <a:pt x="428" y="2697"/>
                    <a:pt x="415" y="2697"/>
                  </a:cubicBezTo>
                  <a:cubicBezTo>
                    <a:pt x="188" y="2697"/>
                    <a:pt x="0" y="2877"/>
                    <a:pt x="0" y="3097"/>
                  </a:cubicBezTo>
                  <a:lnTo>
                    <a:pt x="0" y="3367"/>
                  </a:lnTo>
                  <a:cubicBezTo>
                    <a:pt x="0" y="3891"/>
                    <a:pt x="337" y="4348"/>
                    <a:pt x="817" y="4511"/>
                  </a:cubicBezTo>
                  <a:lnTo>
                    <a:pt x="817" y="6873"/>
                  </a:lnTo>
                  <a:cubicBezTo>
                    <a:pt x="817" y="7552"/>
                    <a:pt x="1355" y="8088"/>
                    <a:pt x="2020" y="8088"/>
                  </a:cubicBezTo>
                  <a:lnTo>
                    <a:pt x="2455" y="8088"/>
                  </a:lnTo>
                  <a:lnTo>
                    <a:pt x="2455" y="8498"/>
                  </a:lnTo>
                  <a:cubicBezTo>
                    <a:pt x="2455" y="8719"/>
                    <a:pt x="2640" y="8896"/>
                    <a:pt x="2862" y="8896"/>
                  </a:cubicBezTo>
                  <a:lnTo>
                    <a:pt x="3260" y="8896"/>
                  </a:lnTo>
                  <a:lnTo>
                    <a:pt x="3260" y="10111"/>
                  </a:lnTo>
                  <a:cubicBezTo>
                    <a:pt x="3260" y="10332"/>
                    <a:pt x="3448" y="10520"/>
                    <a:pt x="3670" y="10520"/>
                  </a:cubicBezTo>
                  <a:lnTo>
                    <a:pt x="4068" y="10520"/>
                  </a:lnTo>
                  <a:lnTo>
                    <a:pt x="3600" y="11395"/>
                  </a:lnTo>
                  <a:cubicBezTo>
                    <a:pt x="3529" y="11384"/>
                    <a:pt x="3470" y="11373"/>
                    <a:pt x="3400" y="11373"/>
                  </a:cubicBezTo>
                  <a:cubicBezTo>
                    <a:pt x="2699" y="11373"/>
                    <a:pt x="2138" y="11970"/>
                    <a:pt x="2186" y="12683"/>
                  </a:cubicBezTo>
                  <a:cubicBezTo>
                    <a:pt x="2231" y="13278"/>
                    <a:pt x="2710" y="13757"/>
                    <a:pt x="3308" y="13805"/>
                  </a:cubicBezTo>
                  <a:cubicBezTo>
                    <a:pt x="3335" y="13807"/>
                    <a:pt x="3361" y="13808"/>
                    <a:pt x="3388" y="13808"/>
                  </a:cubicBezTo>
                  <a:cubicBezTo>
                    <a:pt x="4064" y="13808"/>
                    <a:pt x="4615" y="13263"/>
                    <a:pt x="4615" y="12588"/>
                  </a:cubicBezTo>
                  <a:cubicBezTo>
                    <a:pt x="4615" y="12285"/>
                    <a:pt x="4500" y="12004"/>
                    <a:pt x="4301" y="11783"/>
                  </a:cubicBezTo>
                  <a:lnTo>
                    <a:pt x="4991" y="10520"/>
                  </a:lnTo>
                  <a:lnTo>
                    <a:pt x="6497" y="10520"/>
                  </a:lnTo>
                  <a:lnTo>
                    <a:pt x="6497" y="11443"/>
                  </a:lnTo>
                  <a:cubicBezTo>
                    <a:pt x="6006" y="11620"/>
                    <a:pt x="5667" y="12111"/>
                    <a:pt x="5692" y="12658"/>
                  </a:cubicBezTo>
                  <a:cubicBezTo>
                    <a:pt x="5726" y="13278"/>
                    <a:pt x="6242" y="13780"/>
                    <a:pt x="6859" y="13805"/>
                  </a:cubicBezTo>
                  <a:cubicBezTo>
                    <a:pt x="6873" y="13806"/>
                    <a:pt x="6887" y="13806"/>
                    <a:pt x="6900" y="13806"/>
                  </a:cubicBezTo>
                  <a:cubicBezTo>
                    <a:pt x="7572" y="13806"/>
                    <a:pt x="8122" y="13264"/>
                    <a:pt x="8122" y="12588"/>
                  </a:cubicBezTo>
                  <a:cubicBezTo>
                    <a:pt x="8122" y="12063"/>
                    <a:pt x="7785" y="11620"/>
                    <a:pt x="7305" y="11443"/>
                  </a:cubicBezTo>
                  <a:lnTo>
                    <a:pt x="7305" y="10520"/>
                  </a:lnTo>
                  <a:lnTo>
                    <a:pt x="8823" y="10520"/>
                  </a:lnTo>
                  <a:lnTo>
                    <a:pt x="9502" y="11783"/>
                  </a:lnTo>
                  <a:cubicBezTo>
                    <a:pt x="9292" y="12027"/>
                    <a:pt x="9174" y="12344"/>
                    <a:pt x="9199" y="12683"/>
                  </a:cubicBezTo>
                  <a:cubicBezTo>
                    <a:pt x="9244" y="13278"/>
                    <a:pt x="9724" y="13757"/>
                    <a:pt x="10321" y="13805"/>
                  </a:cubicBezTo>
                  <a:cubicBezTo>
                    <a:pt x="10348" y="13807"/>
                    <a:pt x="10374" y="13808"/>
                    <a:pt x="10401" y="13808"/>
                  </a:cubicBezTo>
                  <a:cubicBezTo>
                    <a:pt x="11077" y="13808"/>
                    <a:pt x="11617" y="13263"/>
                    <a:pt x="11617" y="12588"/>
                  </a:cubicBezTo>
                  <a:cubicBezTo>
                    <a:pt x="11617" y="11923"/>
                    <a:pt x="11081" y="11373"/>
                    <a:pt x="10414" y="11373"/>
                  </a:cubicBezTo>
                  <a:cubicBezTo>
                    <a:pt x="10343" y="11373"/>
                    <a:pt x="10273" y="11384"/>
                    <a:pt x="10214" y="11395"/>
                  </a:cubicBezTo>
                  <a:lnTo>
                    <a:pt x="9735" y="10520"/>
                  </a:lnTo>
                  <a:lnTo>
                    <a:pt x="10144" y="10520"/>
                  </a:lnTo>
                  <a:cubicBezTo>
                    <a:pt x="10366" y="10520"/>
                    <a:pt x="10543" y="10332"/>
                    <a:pt x="10543" y="10111"/>
                  </a:cubicBezTo>
                  <a:lnTo>
                    <a:pt x="10543" y="8896"/>
                  </a:lnTo>
                  <a:lnTo>
                    <a:pt x="10952" y="8896"/>
                  </a:lnTo>
                  <a:cubicBezTo>
                    <a:pt x="11174" y="8896"/>
                    <a:pt x="11348" y="8719"/>
                    <a:pt x="11348" y="8498"/>
                  </a:cubicBezTo>
                  <a:lnTo>
                    <a:pt x="11348" y="8088"/>
                  </a:lnTo>
                  <a:lnTo>
                    <a:pt x="11783" y="8088"/>
                  </a:lnTo>
                  <a:cubicBezTo>
                    <a:pt x="12459" y="8088"/>
                    <a:pt x="12997" y="7552"/>
                    <a:pt x="12997" y="6873"/>
                  </a:cubicBezTo>
                  <a:lnTo>
                    <a:pt x="12997" y="4511"/>
                  </a:lnTo>
                  <a:cubicBezTo>
                    <a:pt x="13466" y="4348"/>
                    <a:pt x="13802" y="3905"/>
                    <a:pt x="13802" y="3367"/>
                  </a:cubicBezTo>
                  <a:lnTo>
                    <a:pt x="13802" y="3097"/>
                  </a:lnTo>
                  <a:cubicBezTo>
                    <a:pt x="13802" y="2876"/>
                    <a:pt x="13629" y="2699"/>
                    <a:pt x="13407" y="2699"/>
                  </a:cubicBezTo>
                  <a:cubicBezTo>
                    <a:pt x="13185" y="2699"/>
                    <a:pt x="12997" y="2876"/>
                    <a:pt x="12997" y="3097"/>
                  </a:cubicBezTo>
                  <a:lnTo>
                    <a:pt x="12997" y="3355"/>
                  </a:lnTo>
                  <a:cubicBezTo>
                    <a:pt x="12997" y="3566"/>
                    <a:pt x="12846" y="3751"/>
                    <a:pt x="12647" y="3776"/>
                  </a:cubicBezTo>
                  <a:cubicBezTo>
                    <a:pt x="12633" y="3777"/>
                    <a:pt x="12620" y="3778"/>
                    <a:pt x="12607" y="3778"/>
                  </a:cubicBezTo>
                  <a:cubicBezTo>
                    <a:pt x="12378" y="3778"/>
                    <a:pt x="12189" y="3597"/>
                    <a:pt x="12189" y="3367"/>
                  </a:cubicBezTo>
                  <a:lnTo>
                    <a:pt x="12189" y="3109"/>
                  </a:lnTo>
                  <a:cubicBezTo>
                    <a:pt x="12189" y="2898"/>
                    <a:pt x="12038" y="2724"/>
                    <a:pt x="11828" y="2699"/>
                  </a:cubicBezTo>
                  <a:cubicBezTo>
                    <a:pt x="11814" y="2698"/>
                    <a:pt x="11801" y="2697"/>
                    <a:pt x="11788" y="2697"/>
                  </a:cubicBezTo>
                  <a:cubicBezTo>
                    <a:pt x="11562" y="2697"/>
                    <a:pt x="11384" y="2877"/>
                    <a:pt x="11384" y="3097"/>
                  </a:cubicBezTo>
                  <a:lnTo>
                    <a:pt x="11384" y="3367"/>
                  </a:lnTo>
                  <a:cubicBezTo>
                    <a:pt x="11384" y="3891"/>
                    <a:pt x="11724" y="4348"/>
                    <a:pt x="12189" y="4511"/>
                  </a:cubicBezTo>
                  <a:lnTo>
                    <a:pt x="12189" y="6873"/>
                  </a:lnTo>
                  <a:cubicBezTo>
                    <a:pt x="12189" y="7095"/>
                    <a:pt x="12004" y="7283"/>
                    <a:pt x="11783" y="7283"/>
                  </a:cubicBezTo>
                  <a:lnTo>
                    <a:pt x="11348" y="7283"/>
                  </a:lnTo>
                  <a:lnTo>
                    <a:pt x="11348" y="6873"/>
                  </a:lnTo>
                  <a:cubicBezTo>
                    <a:pt x="11348" y="6652"/>
                    <a:pt x="11174" y="6475"/>
                    <a:pt x="10952" y="6475"/>
                  </a:cubicBezTo>
                  <a:lnTo>
                    <a:pt x="10543" y="6475"/>
                  </a:lnTo>
                  <a:lnTo>
                    <a:pt x="10543" y="3097"/>
                  </a:lnTo>
                  <a:cubicBezTo>
                    <a:pt x="10543" y="1392"/>
                    <a:pt x="9151" y="0"/>
                    <a:pt x="74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lt1"/>
                </a:solidFill>
              </a:endParaRPr>
            </a:p>
          </p:txBody>
        </p:sp>
      </p:grpSp>
      <p:sp>
        <p:nvSpPr>
          <p:cNvPr id="55" name="CaixaDeTexto 54">
            <a:extLst>
              <a:ext uri="{FF2B5EF4-FFF2-40B4-BE49-F238E27FC236}">
                <a16:creationId xmlns:a16="http://schemas.microsoft.com/office/drawing/2014/main" id="{AD0EEFBC-6C06-CA25-FD9C-37B27DE983BE}"/>
              </a:ext>
            </a:extLst>
          </p:cNvPr>
          <p:cNvSpPr txBox="1"/>
          <p:nvPr/>
        </p:nvSpPr>
        <p:spPr>
          <a:xfrm>
            <a:off x="4916337" y="1151359"/>
            <a:ext cx="2168639" cy="1415772"/>
          </a:xfrm>
          <a:prstGeom prst="rect">
            <a:avLst/>
          </a:prstGeom>
          <a:noFill/>
        </p:spPr>
        <p:txBody>
          <a:bodyPr wrap="square" rtlCol="0">
            <a:spAutoFit/>
          </a:bodyPr>
          <a:lstStyle/>
          <a:p>
            <a:r>
              <a:rPr lang="pt-BR" b="1" dirty="0">
                <a:solidFill>
                  <a:schemeClr val="tx1"/>
                </a:solidFill>
              </a:rPr>
              <a:t>SWING</a:t>
            </a:r>
          </a:p>
          <a:p>
            <a:r>
              <a:rPr lang="pt-BR" sz="1200" dirty="0">
                <a:solidFill>
                  <a:schemeClr val="tx1"/>
                </a:solidFill>
              </a:rPr>
              <a:t>Biblioteca construída em cima da AWT, com componentes mais leves, avançados e flexíveis. Trouxe independência de plataforma.</a:t>
            </a:r>
          </a:p>
        </p:txBody>
      </p:sp>
      <p:sp>
        <p:nvSpPr>
          <p:cNvPr id="56" name="CaixaDeTexto 55">
            <a:extLst>
              <a:ext uri="{FF2B5EF4-FFF2-40B4-BE49-F238E27FC236}">
                <a16:creationId xmlns:a16="http://schemas.microsoft.com/office/drawing/2014/main" id="{5A4DE043-309F-3C3D-0F3F-E12BEC50FFEF}"/>
              </a:ext>
            </a:extLst>
          </p:cNvPr>
          <p:cNvSpPr txBox="1"/>
          <p:nvPr/>
        </p:nvSpPr>
        <p:spPr>
          <a:xfrm>
            <a:off x="1551138" y="1298271"/>
            <a:ext cx="2291452" cy="523220"/>
          </a:xfrm>
          <a:prstGeom prst="rect">
            <a:avLst/>
          </a:prstGeom>
          <a:noFill/>
        </p:spPr>
        <p:txBody>
          <a:bodyPr wrap="square" rtlCol="0">
            <a:spAutoFit/>
          </a:bodyPr>
          <a:lstStyle/>
          <a:p>
            <a:r>
              <a:rPr lang="pt-BR" dirty="0">
                <a:solidFill>
                  <a:schemeClr val="tx1"/>
                </a:solidFill>
                <a:latin typeface="Hanken Grotesk" pitchFamily="2" charset="0"/>
              </a:rPr>
              <a:t>Componentes visuais, controles e eventos.</a:t>
            </a:r>
          </a:p>
        </p:txBody>
      </p:sp>
    </p:spTree>
    <p:extLst>
      <p:ext uri="{BB962C8B-B14F-4D97-AF65-F5344CB8AC3E}">
        <p14:creationId xmlns:p14="http://schemas.microsoft.com/office/powerpoint/2010/main" val="14753661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10B38B-4FDC-3EB5-8A0A-E1831617DAD1}"/>
              </a:ext>
            </a:extLst>
          </p:cNvPr>
          <p:cNvSpPr>
            <a:spLocks noGrp="1"/>
          </p:cNvSpPr>
          <p:nvPr>
            <p:ph type="title"/>
          </p:nvPr>
        </p:nvSpPr>
        <p:spPr/>
        <p:txBody>
          <a:bodyPr/>
          <a:lstStyle/>
          <a:p>
            <a:r>
              <a:rPr lang="pt-BR" dirty="0"/>
              <a:t>Python </a:t>
            </a:r>
          </a:p>
        </p:txBody>
      </p:sp>
      <p:sp>
        <p:nvSpPr>
          <p:cNvPr id="4" name="CaixaDeTexto 3">
            <a:extLst>
              <a:ext uri="{FF2B5EF4-FFF2-40B4-BE49-F238E27FC236}">
                <a16:creationId xmlns:a16="http://schemas.microsoft.com/office/drawing/2014/main" id="{2BB070AC-9650-1C24-BB01-05AA01964CA7}"/>
              </a:ext>
            </a:extLst>
          </p:cNvPr>
          <p:cNvSpPr txBox="1"/>
          <p:nvPr/>
        </p:nvSpPr>
        <p:spPr>
          <a:xfrm>
            <a:off x="4876414" y="2762834"/>
            <a:ext cx="2248487" cy="1969770"/>
          </a:xfrm>
          <a:prstGeom prst="rect">
            <a:avLst/>
          </a:prstGeom>
          <a:noFill/>
        </p:spPr>
        <p:txBody>
          <a:bodyPr wrap="square" rtlCol="0">
            <a:spAutoFit/>
          </a:bodyPr>
          <a:lstStyle/>
          <a:p>
            <a:r>
              <a:rPr lang="pt-BR" b="1" dirty="0" err="1">
                <a:solidFill>
                  <a:schemeClr val="tx1"/>
                </a:solidFill>
                <a:latin typeface="Hanken Grotesk" pitchFamily="2" charset="0"/>
              </a:rPr>
              <a:t>IDEs</a:t>
            </a:r>
            <a:endParaRPr lang="pt-BR" b="1" dirty="0">
              <a:solidFill>
                <a:schemeClr val="tx1"/>
              </a:solidFill>
              <a:latin typeface="Hanken Grotesk" pitchFamily="2" charset="0"/>
            </a:endParaRPr>
          </a:p>
          <a:p>
            <a:r>
              <a:rPr lang="pt-BR" sz="1200" dirty="0">
                <a:solidFill>
                  <a:schemeClr val="tx1"/>
                </a:solidFill>
                <a:latin typeface="Hanken Grotesk" pitchFamily="2" charset="0"/>
              </a:rPr>
              <a:t>As IDE (Ambientes de Desenvolvimento Integrado)  do Python permitem a simplificação na criação de interfaces gráficas, fornecendo blocos e janelas em que o programador pode arrastar, de um modo intuitivo. </a:t>
            </a:r>
          </a:p>
        </p:txBody>
      </p:sp>
      <p:sp>
        <p:nvSpPr>
          <p:cNvPr id="5" name="CaixaDeTexto 4">
            <a:extLst>
              <a:ext uri="{FF2B5EF4-FFF2-40B4-BE49-F238E27FC236}">
                <a16:creationId xmlns:a16="http://schemas.microsoft.com/office/drawing/2014/main" id="{79647DE7-D094-262C-703E-AA33CCF03D1D}"/>
              </a:ext>
            </a:extLst>
          </p:cNvPr>
          <p:cNvSpPr txBox="1"/>
          <p:nvPr/>
        </p:nvSpPr>
        <p:spPr>
          <a:xfrm>
            <a:off x="1529692" y="2674809"/>
            <a:ext cx="2169532" cy="1231106"/>
          </a:xfrm>
          <a:prstGeom prst="rect">
            <a:avLst/>
          </a:prstGeom>
          <a:noFill/>
        </p:spPr>
        <p:txBody>
          <a:bodyPr wrap="square" rtlCol="0">
            <a:spAutoFit/>
          </a:bodyPr>
          <a:lstStyle/>
          <a:p>
            <a:r>
              <a:rPr lang="pt-BR" b="1" dirty="0" err="1">
                <a:solidFill>
                  <a:schemeClr val="tx1"/>
                </a:solidFill>
                <a:latin typeface="Hanken Grotesk" pitchFamily="2" charset="0"/>
              </a:rPr>
              <a:t>Tkinter</a:t>
            </a:r>
            <a:endParaRPr lang="pt-BR" b="1" dirty="0">
              <a:solidFill>
                <a:schemeClr val="tx1"/>
              </a:solidFill>
              <a:latin typeface="Hanken Grotesk" pitchFamily="2" charset="0"/>
            </a:endParaRPr>
          </a:p>
          <a:p>
            <a:r>
              <a:rPr lang="pt-BR" sz="1200" dirty="0">
                <a:solidFill>
                  <a:schemeClr val="tx1"/>
                </a:solidFill>
                <a:latin typeface="Hanken Grotesk" pitchFamily="2" charset="0"/>
              </a:rPr>
              <a:t>Biblioteca padrão da linguagem, incluída na distribuição. Portanto, traz menos benefícios e um resultado mais simples</a:t>
            </a:r>
          </a:p>
        </p:txBody>
      </p:sp>
      <p:grpSp>
        <p:nvGrpSpPr>
          <p:cNvPr id="8" name="Google Shape;1317;p48">
            <a:extLst>
              <a:ext uri="{FF2B5EF4-FFF2-40B4-BE49-F238E27FC236}">
                <a16:creationId xmlns:a16="http://schemas.microsoft.com/office/drawing/2014/main" id="{3379DCA2-72E9-122B-8D30-393F27D6C264}"/>
              </a:ext>
            </a:extLst>
          </p:cNvPr>
          <p:cNvGrpSpPr/>
          <p:nvPr/>
        </p:nvGrpSpPr>
        <p:grpSpPr>
          <a:xfrm>
            <a:off x="4399462" y="2763170"/>
            <a:ext cx="345075" cy="345150"/>
            <a:chOff x="6269238" y="3243975"/>
            <a:chExt cx="345075" cy="345150"/>
          </a:xfrm>
        </p:grpSpPr>
        <p:sp>
          <p:nvSpPr>
            <p:cNvPr id="9" name="Google Shape;1318;p48">
              <a:extLst>
                <a:ext uri="{FF2B5EF4-FFF2-40B4-BE49-F238E27FC236}">
                  <a16:creationId xmlns:a16="http://schemas.microsoft.com/office/drawing/2014/main" id="{04AE257F-EEAC-44E3-82E1-66E8F01E5141}"/>
                </a:ext>
              </a:extLst>
            </p:cNvPr>
            <p:cNvSpPr/>
            <p:nvPr/>
          </p:nvSpPr>
          <p:spPr>
            <a:xfrm>
              <a:off x="6323588" y="3243975"/>
              <a:ext cx="235800" cy="345150"/>
            </a:xfrm>
            <a:custGeom>
              <a:avLst/>
              <a:gdLst/>
              <a:ahLst/>
              <a:cxnLst/>
              <a:rect l="l" t="t" r="r" b="b"/>
              <a:pathLst>
                <a:path w="9432" h="13806" extrusionOk="0">
                  <a:moveTo>
                    <a:pt x="4733" y="2991"/>
                  </a:moveTo>
                  <a:lnTo>
                    <a:pt x="4966" y="3507"/>
                  </a:lnTo>
                  <a:lnTo>
                    <a:pt x="4489" y="3507"/>
                  </a:lnTo>
                  <a:lnTo>
                    <a:pt x="4733" y="2991"/>
                  </a:lnTo>
                  <a:close/>
                  <a:moveTo>
                    <a:pt x="5342" y="4312"/>
                  </a:moveTo>
                  <a:lnTo>
                    <a:pt x="5715" y="5131"/>
                  </a:lnTo>
                  <a:lnTo>
                    <a:pt x="3740" y="5131"/>
                  </a:lnTo>
                  <a:lnTo>
                    <a:pt x="4113" y="4312"/>
                  </a:lnTo>
                  <a:close/>
                  <a:moveTo>
                    <a:pt x="4722" y="816"/>
                  </a:moveTo>
                  <a:cubicBezTo>
                    <a:pt x="6874" y="816"/>
                    <a:pt x="8627" y="2570"/>
                    <a:pt x="8627" y="4721"/>
                  </a:cubicBezTo>
                  <a:cubicBezTo>
                    <a:pt x="8627" y="6113"/>
                    <a:pt x="7900" y="7364"/>
                    <a:pt x="6744" y="8065"/>
                  </a:cubicBezTo>
                  <a:lnTo>
                    <a:pt x="6744" y="5529"/>
                  </a:lnTo>
                  <a:cubicBezTo>
                    <a:pt x="6744" y="5471"/>
                    <a:pt x="6733" y="5412"/>
                    <a:pt x="6708" y="5364"/>
                  </a:cubicBezTo>
                  <a:lnTo>
                    <a:pt x="5084" y="1857"/>
                  </a:lnTo>
                  <a:cubicBezTo>
                    <a:pt x="5014" y="1717"/>
                    <a:pt x="4873" y="1624"/>
                    <a:pt x="4722" y="1624"/>
                  </a:cubicBezTo>
                  <a:cubicBezTo>
                    <a:pt x="4559" y="1624"/>
                    <a:pt x="4419" y="1717"/>
                    <a:pt x="4349" y="1857"/>
                  </a:cubicBezTo>
                  <a:lnTo>
                    <a:pt x="2736" y="5364"/>
                  </a:lnTo>
                  <a:cubicBezTo>
                    <a:pt x="2710" y="5412"/>
                    <a:pt x="2699" y="5471"/>
                    <a:pt x="2699" y="5529"/>
                  </a:cubicBezTo>
                  <a:lnTo>
                    <a:pt x="2699" y="8065"/>
                  </a:lnTo>
                  <a:cubicBezTo>
                    <a:pt x="1529" y="7364"/>
                    <a:pt x="806" y="6113"/>
                    <a:pt x="806" y="4721"/>
                  </a:cubicBezTo>
                  <a:cubicBezTo>
                    <a:pt x="806" y="2570"/>
                    <a:pt x="2559" y="816"/>
                    <a:pt x="4722" y="816"/>
                  </a:cubicBezTo>
                  <a:close/>
                  <a:moveTo>
                    <a:pt x="4312" y="5936"/>
                  </a:moveTo>
                  <a:lnTo>
                    <a:pt x="4312" y="11384"/>
                  </a:lnTo>
                  <a:lnTo>
                    <a:pt x="3507" y="11384"/>
                  </a:lnTo>
                  <a:lnTo>
                    <a:pt x="3507" y="5936"/>
                  </a:lnTo>
                  <a:close/>
                  <a:moveTo>
                    <a:pt x="5937" y="5936"/>
                  </a:moveTo>
                  <a:lnTo>
                    <a:pt x="5937" y="11384"/>
                  </a:lnTo>
                  <a:lnTo>
                    <a:pt x="5120" y="11384"/>
                  </a:lnTo>
                  <a:lnTo>
                    <a:pt x="5120" y="5936"/>
                  </a:lnTo>
                  <a:close/>
                  <a:moveTo>
                    <a:pt x="5937" y="12192"/>
                  </a:moveTo>
                  <a:lnTo>
                    <a:pt x="5937" y="12599"/>
                  </a:lnTo>
                  <a:cubicBezTo>
                    <a:pt x="5937" y="12823"/>
                    <a:pt x="5751" y="12997"/>
                    <a:pt x="5527" y="12997"/>
                  </a:cubicBezTo>
                  <a:lnTo>
                    <a:pt x="3914" y="12997"/>
                  </a:lnTo>
                  <a:cubicBezTo>
                    <a:pt x="3681" y="12997"/>
                    <a:pt x="3507" y="12823"/>
                    <a:pt x="3507" y="12599"/>
                  </a:cubicBezTo>
                  <a:lnTo>
                    <a:pt x="3507" y="12192"/>
                  </a:lnTo>
                  <a:close/>
                  <a:moveTo>
                    <a:pt x="4722" y="0"/>
                  </a:moveTo>
                  <a:cubicBezTo>
                    <a:pt x="2116" y="0"/>
                    <a:pt x="0" y="2115"/>
                    <a:pt x="0" y="4721"/>
                  </a:cubicBezTo>
                  <a:cubicBezTo>
                    <a:pt x="0" y="5681"/>
                    <a:pt x="292" y="6604"/>
                    <a:pt x="828" y="7387"/>
                  </a:cubicBezTo>
                  <a:cubicBezTo>
                    <a:pt x="1297" y="8077"/>
                    <a:pt x="1939" y="8626"/>
                    <a:pt x="2699" y="8977"/>
                  </a:cubicBezTo>
                  <a:lnTo>
                    <a:pt x="2699" y="12599"/>
                  </a:lnTo>
                  <a:cubicBezTo>
                    <a:pt x="2699" y="13266"/>
                    <a:pt x="3238" y="13805"/>
                    <a:pt x="3914" y="13805"/>
                  </a:cubicBezTo>
                  <a:lnTo>
                    <a:pt x="5527" y="13805"/>
                  </a:lnTo>
                  <a:cubicBezTo>
                    <a:pt x="6195" y="13805"/>
                    <a:pt x="6744" y="13266"/>
                    <a:pt x="6744" y="12599"/>
                  </a:cubicBezTo>
                  <a:lnTo>
                    <a:pt x="6744" y="8977"/>
                  </a:lnTo>
                  <a:cubicBezTo>
                    <a:pt x="7491" y="8626"/>
                    <a:pt x="8136" y="8077"/>
                    <a:pt x="8613" y="7387"/>
                  </a:cubicBezTo>
                  <a:cubicBezTo>
                    <a:pt x="9151" y="6604"/>
                    <a:pt x="9432" y="5681"/>
                    <a:pt x="9432" y="4721"/>
                  </a:cubicBezTo>
                  <a:cubicBezTo>
                    <a:pt x="9432" y="2115"/>
                    <a:pt x="7317" y="0"/>
                    <a:pt x="47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 name="Google Shape;1319;p48">
              <a:extLst>
                <a:ext uri="{FF2B5EF4-FFF2-40B4-BE49-F238E27FC236}">
                  <a16:creationId xmlns:a16="http://schemas.microsoft.com/office/drawing/2014/main" id="{F7762FDE-1D77-39C7-4932-2CE97DB1DB1C}"/>
                </a:ext>
              </a:extLst>
            </p:cNvPr>
            <p:cNvSpPr/>
            <p:nvPr/>
          </p:nvSpPr>
          <p:spPr>
            <a:xfrm>
              <a:off x="6573963" y="3351750"/>
              <a:ext cx="40350" cy="20525"/>
            </a:xfrm>
            <a:custGeom>
              <a:avLst/>
              <a:gdLst/>
              <a:ahLst/>
              <a:cxnLst/>
              <a:rect l="l" t="t" r="r" b="b"/>
              <a:pathLst>
                <a:path w="1614" h="821" extrusionOk="0">
                  <a:moveTo>
                    <a:pt x="399" y="1"/>
                  </a:moveTo>
                  <a:cubicBezTo>
                    <a:pt x="177" y="1"/>
                    <a:pt x="0" y="189"/>
                    <a:pt x="0" y="410"/>
                  </a:cubicBezTo>
                  <a:cubicBezTo>
                    <a:pt x="0" y="632"/>
                    <a:pt x="177" y="820"/>
                    <a:pt x="399" y="820"/>
                  </a:cubicBezTo>
                  <a:lnTo>
                    <a:pt x="1207" y="820"/>
                  </a:lnTo>
                  <a:cubicBezTo>
                    <a:pt x="1440" y="820"/>
                    <a:pt x="1614" y="632"/>
                    <a:pt x="1614" y="410"/>
                  </a:cubicBezTo>
                  <a:cubicBezTo>
                    <a:pt x="1614" y="189"/>
                    <a:pt x="1440" y="1"/>
                    <a:pt x="12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 name="Google Shape;1320;p48">
              <a:extLst>
                <a:ext uri="{FF2B5EF4-FFF2-40B4-BE49-F238E27FC236}">
                  <a16:creationId xmlns:a16="http://schemas.microsoft.com/office/drawing/2014/main" id="{C2368A66-B1CD-2B01-E814-AA16CE02F00E}"/>
                </a:ext>
              </a:extLst>
            </p:cNvPr>
            <p:cNvSpPr/>
            <p:nvPr/>
          </p:nvSpPr>
          <p:spPr>
            <a:xfrm>
              <a:off x="6565838" y="3284525"/>
              <a:ext cx="40625" cy="30275"/>
            </a:xfrm>
            <a:custGeom>
              <a:avLst/>
              <a:gdLst/>
              <a:ahLst/>
              <a:cxnLst/>
              <a:rect l="l" t="t" r="r" b="b"/>
              <a:pathLst>
                <a:path w="1625" h="1211" extrusionOk="0">
                  <a:moveTo>
                    <a:pt x="1150" y="0"/>
                  </a:moveTo>
                  <a:cubicBezTo>
                    <a:pt x="1084" y="0"/>
                    <a:pt x="1017" y="16"/>
                    <a:pt x="957" y="50"/>
                  </a:cubicBezTo>
                  <a:lnTo>
                    <a:pt x="255" y="457"/>
                  </a:lnTo>
                  <a:cubicBezTo>
                    <a:pt x="59" y="575"/>
                    <a:pt x="0" y="822"/>
                    <a:pt x="104" y="1007"/>
                  </a:cubicBezTo>
                  <a:cubicBezTo>
                    <a:pt x="183" y="1140"/>
                    <a:pt x="318" y="1211"/>
                    <a:pt x="459" y="1211"/>
                  </a:cubicBezTo>
                  <a:cubicBezTo>
                    <a:pt x="528" y="1211"/>
                    <a:pt x="599" y="1193"/>
                    <a:pt x="665" y="1158"/>
                  </a:cubicBezTo>
                  <a:lnTo>
                    <a:pt x="1355" y="751"/>
                  </a:lnTo>
                  <a:cubicBezTo>
                    <a:pt x="1554" y="645"/>
                    <a:pt x="1624" y="401"/>
                    <a:pt x="1507" y="202"/>
                  </a:cubicBezTo>
                  <a:cubicBezTo>
                    <a:pt x="1436" y="74"/>
                    <a:pt x="1293" y="0"/>
                    <a:pt x="11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2" name="Google Shape;1321;p48">
              <a:extLst>
                <a:ext uri="{FF2B5EF4-FFF2-40B4-BE49-F238E27FC236}">
                  <a16:creationId xmlns:a16="http://schemas.microsoft.com/office/drawing/2014/main" id="{4B898FB1-46B0-AF81-F35F-A565D0F9C2D3}"/>
                </a:ext>
              </a:extLst>
            </p:cNvPr>
            <p:cNvSpPr/>
            <p:nvPr/>
          </p:nvSpPr>
          <p:spPr>
            <a:xfrm>
              <a:off x="6565838" y="3409225"/>
              <a:ext cx="40625" cy="30375"/>
            </a:xfrm>
            <a:custGeom>
              <a:avLst/>
              <a:gdLst/>
              <a:ahLst/>
              <a:cxnLst/>
              <a:rect l="l" t="t" r="r" b="b"/>
              <a:pathLst>
                <a:path w="1625" h="1215" extrusionOk="0">
                  <a:moveTo>
                    <a:pt x="459" y="0"/>
                  </a:moveTo>
                  <a:cubicBezTo>
                    <a:pt x="318" y="0"/>
                    <a:pt x="183" y="71"/>
                    <a:pt x="104" y="204"/>
                  </a:cubicBezTo>
                  <a:cubicBezTo>
                    <a:pt x="0" y="392"/>
                    <a:pt x="59" y="636"/>
                    <a:pt x="255" y="754"/>
                  </a:cubicBezTo>
                  <a:lnTo>
                    <a:pt x="957" y="1164"/>
                  </a:lnTo>
                  <a:cubicBezTo>
                    <a:pt x="1018" y="1198"/>
                    <a:pt x="1087" y="1214"/>
                    <a:pt x="1155" y="1214"/>
                  </a:cubicBezTo>
                  <a:cubicBezTo>
                    <a:pt x="1297" y="1214"/>
                    <a:pt x="1437" y="1144"/>
                    <a:pt x="1507" y="1009"/>
                  </a:cubicBezTo>
                  <a:cubicBezTo>
                    <a:pt x="1624" y="813"/>
                    <a:pt x="1554" y="566"/>
                    <a:pt x="1355" y="462"/>
                  </a:cubicBezTo>
                  <a:lnTo>
                    <a:pt x="665" y="53"/>
                  </a:lnTo>
                  <a:cubicBezTo>
                    <a:pt x="599" y="18"/>
                    <a:pt x="528" y="0"/>
                    <a:pt x="4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 name="Google Shape;1322;p48">
              <a:extLst>
                <a:ext uri="{FF2B5EF4-FFF2-40B4-BE49-F238E27FC236}">
                  <a16:creationId xmlns:a16="http://schemas.microsoft.com/office/drawing/2014/main" id="{D7780FF3-3DF6-C8E4-ED55-8DF3A265A515}"/>
                </a:ext>
              </a:extLst>
            </p:cNvPr>
            <p:cNvSpPr/>
            <p:nvPr/>
          </p:nvSpPr>
          <p:spPr>
            <a:xfrm>
              <a:off x="6269238" y="3351750"/>
              <a:ext cx="40625" cy="20525"/>
            </a:xfrm>
            <a:custGeom>
              <a:avLst/>
              <a:gdLst/>
              <a:ahLst/>
              <a:cxnLst/>
              <a:rect l="l" t="t" r="r" b="b"/>
              <a:pathLst>
                <a:path w="1625" h="821" extrusionOk="0">
                  <a:moveTo>
                    <a:pt x="407" y="1"/>
                  </a:moveTo>
                  <a:cubicBezTo>
                    <a:pt x="186" y="1"/>
                    <a:pt x="0" y="189"/>
                    <a:pt x="0" y="410"/>
                  </a:cubicBezTo>
                  <a:cubicBezTo>
                    <a:pt x="0" y="632"/>
                    <a:pt x="186" y="820"/>
                    <a:pt x="407" y="820"/>
                  </a:cubicBezTo>
                  <a:lnTo>
                    <a:pt x="1215" y="820"/>
                  </a:lnTo>
                  <a:cubicBezTo>
                    <a:pt x="1437" y="820"/>
                    <a:pt x="1625" y="632"/>
                    <a:pt x="1625" y="410"/>
                  </a:cubicBezTo>
                  <a:cubicBezTo>
                    <a:pt x="1625" y="189"/>
                    <a:pt x="1437" y="1"/>
                    <a:pt x="12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 name="Google Shape;1323;p48">
              <a:extLst>
                <a:ext uri="{FF2B5EF4-FFF2-40B4-BE49-F238E27FC236}">
                  <a16:creationId xmlns:a16="http://schemas.microsoft.com/office/drawing/2014/main" id="{DD555499-E29A-42A2-F9D2-80EFB498A62D}"/>
                </a:ext>
              </a:extLst>
            </p:cNvPr>
            <p:cNvSpPr/>
            <p:nvPr/>
          </p:nvSpPr>
          <p:spPr>
            <a:xfrm>
              <a:off x="6277363" y="3284525"/>
              <a:ext cx="40650" cy="30275"/>
            </a:xfrm>
            <a:custGeom>
              <a:avLst/>
              <a:gdLst/>
              <a:ahLst/>
              <a:cxnLst/>
              <a:rect l="l" t="t" r="r" b="b"/>
              <a:pathLst>
                <a:path w="1626" h="1211" extrusionOk="0">
                  <a:moveTo>
                    <a:pt x="466" y="0"/>
                  </a:moveTo>
                  <a:cubicBezTo>
                    <a:pt x="325" y="0"/>
                    <a:pt x="186" y="74"/>
                    <a:pt x="107" y="202"/>
                  </a:cubicBezTo>
                  <a:cubicBezTo>
                    <a:pt x="1" y="401"/>
                    <a:pt x="60" y="645"/>
                    <a:pt x="259" y="751"/>
                  </a:cubicBezTo>
                  <a:lnTo>
                    <a:pt x="960" y="1158"/>
                  </a:lnTo>
                  <a:cubicBezTo>
                    <a:pt x="1022" y="1193"/>
                    <a:pt x="1090" y="1211"/>
                    <a:pt x="1158" y="1211"/>
                  </a:cubicBezTo>
                  <a:cubicBezTo>
                    <a:pt x="1296" y="1211"/>
                    <a:pt x="1431" y="1140"/>
                    <a:pt x="1510" y="1007"/>
                  </a:cubicBezTo>
                  <a:cubicBezTo>
                    <a:pt x="1625" y="822"/>
                    <a:pt x="1555" y="575"/>
                    <a:pt x="1359" y="457"/>
                  </a:cubicBezTo>
                  <a:lnTo>
                    <a:pt x="657" y="50"/>
                  </a:lnTo>
                  <a:cubicBezTo>
                    <a:pt x="597" y="16"/>
                    <a:pt x="532" y="0"/>
                    <a:pt x="4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5" name="Google Shape;1324;p48">
              <a:extLst>
                <a:ext uri="{FF2B5EF4-FFF2-40B4-BE49-F238E27FC236}">
                  <a16:creationId xmlns:a16="http://schemas.microsoft.com/office/drawing/2014/main" id="{CDD5DB36-82F8-051D-6E48-B7F0B65F2301}"/>
                </a:ext>
              </a:extLst>
            </p:cNvPr>
            <p:cNvSpPr/>
            <p:nvPr/>
          </p:nvSpPr>
          <p:spPr>
            <a:xfrm>
              <a:off x="6277363" y="3409225"/>
              <a:ext cx="40650" cy="30375"/>
            </a:xfrm>
            <a:custGeom>
              <a:avLst/>
              <a:gdLst/>
              <a:ahLst/>
              <a:cxnLst/>
              <a:rect l="l" t="t" r="r" b="b"/>
              <a:pathLst>
                <a:path w="1626" h="1215" extrusionOk="0">
                  <a:moveTo>
                    <a:pt x="1158" y="0"/>
                  </a:moveTo>
                  <a:cubicBezTo>
                    <a:pt x="1090" y="0"/>
                    <a:pt x="1022" y="18"/>
                    <a:pt x="960" y="53"/>
                  </a:cubicBezTo>
                  <a:lnTo>
                    <a:pt x="259" y="462"/>
                  </a:lnTo>
                  <a:cubicBezTo>
                    <a:pt x="60" y="566"/>
                    <a:pt x="1" y="813"/>
                    <a:pt x="107" y="1009"/>
                  </a:cubicBezTo>
                  <a:cubicBezTo>
                    <a:pt x="185" y="1144"/>
                    <a:pt x="322" y="1214"/>
                    <a:pt x="461" y="1214"/>
                  </a:cubicBezTo>
                  <a:cubicBezTo>
                    <a:pt x="528" y="1214"/>
                    <a:pt x="596" y="1198"/>
                    <a:pt x="657" y="1164"/>
                  </a:cubicBezTo>
                  <a:lnTo>
                    <a:pt x="1359" y="754"/>
                  </a:lnTo>
                  <a:cubicBezTo>
                    <a:pt x="1555" y="636"/>
                    <a:pt x="1625" y="392"/>
                    <a:pt x="1510" y="204"/>
                  </a:cubicBezTo>
                  <a:cubicBezTo>
                    <a:pt x="1431" y="71"/>
                    <a:pt x="1296" y="0"/>
                    <a:pt x="115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16" name="Google Shape;1447;p48">
            <a:extLst>
              <a:ext uri="{FF2B5EF4-FFF2-40B4-BE49-F238E27FC236}">
                <a16:creationId xmlns:a16="http://schemas.microsoft.com/office/drawing/2014/main" id="{115B3DBB-3A7E-637D-1370-306CE9EBE359}"/>
              </a:ext>
            </a:extLst>
          </p:cNvPr>
          <p:cNvGrpSpPr/>
          <p:nvPr/>
        </p:nvGrpSpPr>
        <p:grpSpPr>
          <a:xfrm>
            <a:off x="4379212" y="1293477"/>
            <a:ext cx="345150" cy="345075"/>
            <a:chOff x="3269563" y="2118050"/>
            <a:chExt cx="345150" cy="345075"/>
          </a:xfrm>
        </p:grpSpPr>
        <p:sp>
          <p:nvSpPr>
            <p:cNvPr id="17" name="Google Shape;1448;p48">
              <a:extLst>
                <a:ext uri="{FF2B5EF4-FFF2-40B4-BE49-F238E27FC236}">
                  <a16:creationId xmlns:a16="http://schemas.microsoft.com/office/drawing/2014/main" id="{44180DAA-FF64-3859-1264-E4B888DC5E0C}"/>
                </a:ext>
              </a:extLst>
            </p:cNvPr>
            <p:cNvSpPr/>
            <p:nvPr/>
          </p:nvSpPr>
          <p:spPr>
            <a:xfrm>
              <a:off x="3324213" y="2118050"/>
              <a:ext cx="235800" cy="345075"/>
            </a:xfrm>
            <a:custGeom>
              <a:avLst/>
              <a:gdLst/>
              <a:ahLst/>
              <a:cxnLst/>
              <a:rect l="l" t="t" r="r" b="b"/>
              <a:pathLst>
                <a:path w="9432" h="13803" extrusionOk="0">
                  <a:moveTo>
                    <a:pt x="4710" y="806"/>
                  </a:moveTo>
                  <a:cubicBezTo>
                    <a:pt x="6873" y="806"/>
                    <a:pt x="8627" y="2559"/>
                    <a:pt x="8627" y="4711"/>
                  </a:cubicBezTo>
                  <a:cubicBezTo>
                    <a:pt x="8627" y="5833"/>
                    <a:pt x="8147" y="6896"/>
                    <a:pt x="7305" y="7631"/>
                  </a:cubicBezTo>
                  <a:cubicBezTo>
                    <a:pt x="6697" y="8170"/>
                    <a:pt x="6324" y="8908"/>
                    <a:pt x="6220" y="9701"/>
                  </a:cubicBezTo>
                  <a:lnTo>
                    <a:pt x="3204" y="9701"/>
                  </a:lnTo>
                  <a:cubicBezTo>
                    <a:pt x="3109" y="8908"/>
                    <a:pt x="2724" y="8170"/>
                    <a:pt x="2127" y="7631"/>
                  </a:cubicBezTo>
                  <a:cubicBezTo>
                    <a:pt x="1285" y="6896"/>
                    <a:pt x="805" y="5833"/>
                    <a:pt x="805" y="4711"/>
                  </a:cubicBezTo>
                  <a:cubicBezTo>
                    <a:pt x="805" y="2559"/>
                    <a:pt x="2559" y="806"/>
                    <a:pt x="4710" y="806"/>
                  </a:cubicBezTo>
                  <a:close/>
                  <a:moveTo>
                    <a:pt x="6194" y="10507"/>
                  </a:moveTo>
                  <a:lnTo>
                    <a:pt x="6194" y="11244"/>
                  </a:lnTo>
                  <a:cubicBezTo>
                    <a:pt x="6194" y="11315"/>
                    <a:pt x="6136" y="11373"/>
                    <a:pt x="6065" y="11373"/>
                  </a:cubicBezTo>
                  <a:lnTo>
                    <a:pt x="3367" y="11373"/>
                  </a:lnTo>
                  <a:cubicBezTo>
                    <a:pt x="3297" y="11373"/>
                    <a:pt x="3226" y="11315"/>
                    <a:pt x="3226" y="11244"/>
                  </a:cubicBezTo>
                  <a:lnTo>
                    <a:pt x="3226" y="10507"/>
                  </a:lnTo>
                  <a:close/>
                  <a:moveTo>
                    <a:pt x="5659" y="12179"/>
                  </a:moveTo>
                  <a:lnTo>
                    <a:pt x="5659" y="12588"/>
                  </a:lnTo>
                  <a:cubicBezTo>
                    <a:pt x="5659" y="12810"/>
                    <a:pt x="5471" y="12987"/>
                    <a:pt x="5249" y="12987"/>
                  </a:cubicBezTo>
                  <a:lnTo>
                    <a:pt x="4172" y="12987"/>
                  </a:lnTo>
                  <a:cubicBezTo>
                    <a:pt x="3950" y="12987"/>
                    <a:pt x="3776" y="12810"/>
                    <a:pt x="3776" y="12588"/>
                  </a:cubicBezTo>
                  <a:lnTo>
                    <a:pt x="3776" y="12179"/>
                  </a:lnTo>
                  <a:close/>
                  <a:moveTo>
                    <a:pt x="4710" y="1"/>
                  </a:moveTo>
                  <a:cubicBezTo>
                    <a:pt x="2116" y="1"/>
                    <a:pt x="0" y="2116"/>
                    <a:pt x="0" y="4711"/>
                  </a:cubicBezTo>
                  <a:cubicBezTo>
                    <a:pt x="0" y="6066"/>
                    <a:pt x="573" y="7351"/>
                    <a:pt x="1591" y="8240"/>
                  </a:cubicBezTo>
                  <a:cubicBezTo>
                    <a:pt x="2116" y="8708"/>
                    <a:pt x="2418" y="9399"/>
                    <a:pt x="2418" y="10111"/>
                  </a:cubicBezTo>
                  <a:lnTo>
                    <a:pt x="2418" y="11244"/>
                  </a:lnTo>
                  <a:cubicBezTo>
                    <a:pt x="2418" y="11618"/>
                    <a:pt x="2643" y="11935"/>
                    <a:pt x="2957" y="12086"/>
                  </a:cubicBezTo>
                  <a:lnTo>
                    <a:pt x="2957" y="12588"/>
                  </a:lnTo>
                  <a:cubicBezTo>
                    <a:pt x="2957" y="13256"/>
                    <a:pt x="3507" y="13803"/>
                    <a:pt x="4172" y="13803"/>
                  </a:cubicBezTo>
                  <a:lnTo>
                    <a:pt x="5249" y="13803"/>
                  </a:lnTo>
                  <a:cubicBezTo>
                    <a:pt x="5925" y="13803"/>
                    <a:pt x="6464" y="13256"/>
                    <a:pt x="6464" y="12588"/>
                  </a:cubicBezTo>
                  <a:lnTo>
                    <a:pt x="6464" y="12086"/>
                  </a:lnTo>
                  <a:cubicBezTo>
                    <a:pt x="6781" y="11935"/>
                    <a:pt x="7002" y="11618"/>
                    <a:pt x="7002" y="11244"/>
                  </a:cubicBezTo>
                  <a:lnTo>
                    <a:pt x="7002" y="10111"/>
                  </a:lnTo>
                  <a:cubicBezTo>
                    <a:pt x="7002" y="9399"/>
                    <a:pt x="7305" y="8708"/>
                    <a:pt x="7844" y="8240"/>
                  </a:cubicBezTo>
                  <a:cubicBezTo>
                    <a:pt x="8848" y="7351"/>
                    <a:pt x="9432" y="6066"/>
                    <a:pt x="9432" y="4711"/>
                  </a:cubicBezTo>
                  <a:cubicBezTo>
                    <a:pt x="9432" y="2116"/>
                    <a:pt x="7317" y="1"/>
                    <a:pt x="47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8" name="Google Shape;1449;p48">
              <a:extLst>
                <a:ext uri="{FF2B5EF4-FFF2-40B4-BE49-F238E27FC236}">
                  <a16:creationId xmlns:a16="http://schemas.microsoft.com/office/drawing/2014/main" id="{0046496F-AF22-38F8-0FBB-41F717966763}"/>
                </a:ext>
              </a:extLst>
            </p:cNvPr>
            <p:cNvSpPr/>
            <p:nvPr/>
          </p:nvSpPr>
          <p:spPr>
            <a:xfrm>
              <a:off x="3574013" y="2225850"/>
              <a:ext cx="40700" cy="20225"/>
            </a:xfrm>
            <a:custGeom>
              <a:avLst/>
              <a:gdLst/>
              <a:ahLst/>
              <a:cxnLst/>
              <a:rect l="l" t="t" r="r" b="b"/>
              <a:pathLst>
                <a:path w="1628" h="809" extrusionOk="0">
                  <a:moveTo>
                    <a:pt x="410" y="0"/>
                  </a:moveTo>
                  <a:cubicBezTo>
                    <a:pt x="189" y="0"/>
                    <a:pt x="1" y="177"/>
                    <a:pt x="1" y="399"/>
                  </a:cubicBezTo>
                  <a:cubicBezTo>
                    <a:pt x="1" y="620"/>
                    <a:pt x="189" y="808"/>
                    <a:pt x="410" y="808"/>
                  </a:cubicBezTo>
                  <a:lnTo>
                    <a:pt x="1218" y="808"/>
                  </a:lnTo>
                  <a:cubicBezTo>
                    <a:pt x="1440" y="808"/>
                    <a:pt x="1628" y="620"/>
                    <a:pt x="1628" y="399"/>
                  </a:cubicBezTo>
                  <a:cubicBezTo>
                    <a:pt x="1628" y="177"/>
                    <a:pt x="1440" y="0"/>
                    <a:pt x="12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9" name="Google Shape;1450;p48">
              <a:extLst>
                <a:ext uri="{FF2B5EF4-FFF2-40B4-BE49-F238E27FC236}">
                  <a16:creationId xmlns:a16="http://schemas.microsoft.com/office/drawing/2014/main" id="{7E07F009-285D-BC4F-19EA-5965CABD07BD}"/>
                </a:ext>
              </a:extLst>
            </p:cNvPr>
            <p:cNvSpPr/>
            <p:nvPr/>
          </p:nvSpPr>
          <p:spPr>
            <a:xfrm>
              <a:off x="3565888" y="2158375"/>
              <a:ext cx="40625" cy="30375"/>
            </a:xfrm>
            <a:custGeom>
              <a:avLst/>
              <a:gdLst/>
              <a:ahLst/>
              <a:cxnLst/>
              <a:rect l="l" t="t" r="r" b="b"/>
              <a:pathLst>
                <a:path w="1625" h="1215" extrusionOk="0">
                  <a:moveTo>
                    <a:pt x="1168" y="1"/>
                  </a:moveTo>
                  <a:cubicBezTo>
                    <a:pt x="1101" y="1"/>
                    <a:pt x="1032" y="19"/>
                    <a:pt x="971" y="57"/>
                  </a:cubicBezTo>
                  <a:lnTo>
                    <a:pt x="270" y="455"/>
                  </a:lnTo>
                  <a:cubicBezTo>
                    <a:pt x="71" y="573"/>
                    <a:pt x="0" y="817"/>
                    <a:pt x="115" y="1016"/>
                  </a:cubicBezTo>
                  <a:cubicBezTo>
                    <a:pt x="186" y="1141"/>
                    <a:pt x="325" y="1214"/>
                    <a:pt x="464" y="1214"/>
                  </a:cubicBezTo>
                  <a:cubicBezTo>
                    <a:pt x="533" y="1214"/>
                    <a:pt x="603" y="1196"/>
                    <a:pt x="665" y="1157"/>
                  </a:cubicBezTo>
                  <a:lnTo>
                    <a:pt x="1367" y="758"/>
                  </a:lnTo>
                  <a:cubicBezTo>
                    <a:pt x="1566" y="643"/>
                    <a:pt x="1625" y="396"/>
                    <a:pt x="1518" y="197"/>
                  </a:cubicBezTo>
                  <a:cubicBezTo>
                    <a:pt x="1441" y="73"/>
                    <a:pt x="1305" y="1"/>
                    <a:pt x="11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0" name="Google Shape;1451;p48">
              <a:extLst>
                <a:ext uri="{FF2B5EF4-FFF2-40B4-BE49-F238E27FC236}">
                  <a16:creationId xmlns:a16="http://schemas.microsoft.com/office/drawing/2014/main" id="{AAAE31C0-54C8-FBDE-4022-60C02B9D5D72}"/>
                </a:ext>
              </a:extLst>
            </p:cNvPr>
            <p:cNvSpPr/>
            <p:nvPr/>
          </p:nvSpPr>
          <p:spPr>
            <a:xfrm>
              <a:off x="3565888" y="2283075"/>
              <a:ext cx="40625" cy="30425"/>
            </a:xfrm>
            <a:custGeom>
              <a:avLst/>
              <a:gdLst/>
              <a:ahLst/>
              <a:cxnLst/>
              <a:rect l="l" t="t" r="r" b="b"/>
              <a:pathLst>
                <a:path w="1625" h="1217" extrusionOk="0">
                  <a:moveTo>
                    <a:pt x="476" y="0"/>
                  </a:moveTo>
                  <a:cubicBezTo>
                    <a:pt x="333" y="0"/>
                    <a:pt x="189" y="74"/>
                    <a:pt x="115" y="203"/>
                  </a:cubicBezTo>
                  <a:cubicBezTo>
                    <a:pt x="0" y="399"/>
                    <a:pt x="71" y="646"/>
                    <a:pt x="270" y="750"/>
                  </a:cubicBezTo>
                  <a:lnTo>
                    <a:pt x="971" y="1159"/>
                  </a:lnTo>
                  <a:cubicBezTo>
                    <a:pt x="1032" y="1198"/>
                    <a:pt x="1100" y="1217"/>
                    <a:pt x="1168" y="1217"/>
                  </a:cubicBezTo>
                  <a:cubicBezTo>
                    <a:pt x="1305" y="1217"/>
                    <a:pt x="1441" y="1141"/>
                    <a:pt x="1518" y="1008"/>
                  </a:cubicBezTo>
                  <a:cubicBezTo>
                    <a:pt x="1625" y="820"/>
                    <a:pt x="1566" y="576"/>
                    <a:pt x="1367" y="458"/>
                  </a:cubicBezTo>
                  <a:lnTo>
                    <a:pt x="665" y="48"/>
                  </a:lnTo>
                  <a:cubicBezTo>
                    <a:pt x="607" y="16"/>
                    <a:pt x="542" y="0"/>
                    <a:pt x="4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1" name="Google Shape;1452;p48">
              <a:extLst>
                <a:ext uri="{FF2B5EF4-FFF2-40B4-BE49-F238E27FC236}">
                  <a16:creationId xmlns:a16="http://schemas.microsoft.com/office/drawing/2014/main" id="{C1CBE146-DA59-9BBB-0DC6-7869A426CEC4}"/>
                </a:ext>
              </a:extLst>
            </p:cNvPr>
            <p:cNvSpPr/>
            <p:nvPr/>
          </p:nvSpPr>
          <p:spPr>
            <a:xfrm>
              <a:off x="3269563" y="2225850"/>
              <a:ext cx="40375" cy="20225"/>
            </a:xfrm>
            <a:custGeom>
              <a:avLst/>
              <a:gdLst/>
              <a:ahLst/>
              <a:cxnLst/>
              <a:rect l="l" t="t" r="r" b="b"/>
              <a:pathLst>
                <a:path w="1615" h="809" extrusionOk="0">
                  <a:moveTo>
                    <a:pt x="397" y="0"/>
                  </a:moveTo>
                  <a:cubicBezTo>
                    <a:pt x="175" y="0"/>
                    <a:pt x="1" y="177"/>
                    <a:pt x="1" y="399"/>
                  </a:cubicBezTo>
                  <a:cubicBezTo>
                    <a:pt x="1" y="620"/>
                    <a:pt x="175" y="808"/>
                    <a:pt x="397" y="808"/>
                  </a:cubicBezTo>
                  <a:lnTo>
                    <a:pt x="1216" y="808"/>
                  </a:lnTo>
                  <a:cubicBezTo>
                    <a:pt x="1437" y="808"/>
                    <a:pt x="1614" y="620"/>
                    <a:pt x="1614" y="399"/>
                  </a:cubicBezTo>
                  <a:cubicBezTo>
                    <a:pt x="1614" y="177"/>
                    <a:pt x="1437" y="0"/>
                    <a:pt x="12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2" name="Google Shape;1453;p48">
              <a:extLst>
                <a:ext uri="{FF2B5EF4-FFF2-40B4-BE49-F238E27FC236}">
                  <a16:creationId xmlns:a16="http://schemas.microsoft.com/office/drawing/2014/main" id="{29A7F495-8BDE-22BA-E711-E01720CB4467}"/>
                </a:ext>
              </a:extLst>
            </p:cNvPr>
            <p:cNvSpPr/>
            <p:nvPr/>
          </p:nvSpPr>
          <p:spPr>
            <a:xfrm>
              <a:off x="3277438" y="2158375"/>
              <a:ext cx="40625" cy="30375"/>
            </a:xfrm>
            <a:custGeom>
              <a:avLst/>
              <a:gdLst/>
              <a:ahLst/>
              <a:cxnLst/>
              <a:rect l="l" t="t" r="r" b="b"/>
              <a:pathLst>
                <a:path w="1625" h="1215" extrusionOk="0">
                  <a:moveTo>
                    <a:pt x="461" y="1"/>
                  </a:moveTo>
                  <a:cubicBezTo>
                    <a:pt x="321" y="1"/>
                    <a:pt x="187" y="73"/>
                    <a:pt x="118" y="197"/>
                  </a:cubicBezTo>
                  <a:cubicBezTo>
                    <a:pt x="0" y="396"/>
                    <a:pt x="70" y="643"/>
                    <a:pt x="258" y="758"/>
                  </a:cubicBezTo>
                  <a:lnTo>
                    <a:pt x="960" y="1157"/>
                  </a:lnTo>
                  <a:cubicBezTo>
                    <a:pt x="1026" y="1196"/>
                    <a:pt x="1098" y="1214"/>
                    <a:pt x="1168" y="1214"/>
                  </a:cubicBezTo>
                  <a:cubicBezTo>
                    <a:pt x="1308" y="1214"/>
                    <a:pt x="1442" y="1141"/>
                    <a:pt x="1521" y="1016"/>
                  </a:cubicBezTo>
                  <a:cubicBezTo>
                    <a:pt x="1624" y="817"/>
                    <a:pt x="1554" y="573"/>
                    <a:pt x="1369" y="455"/>
                  </a:cubicBezTo>
                  <a:lnTo>
                    <a:pt x="668" y="57"/>
                  </a:lnTo>
                  <a:cubicBezTo>
                    <a:pt x="602" y="19"/>
                    <a:pt x="531" y="1"/>
                    <a:pt x="46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3" name="Google Shape;1454;p48">
              <a:extLst>
                <a:ext uri="{FF2B5EF4-FFF2-40B4-BE49-F238E27FC236}">
                  <a16:creationId xmlns:a16="http://schemas.microsoft.com/office/drawing/2014/main" id="{E43C9622-62D7-349D-5C75-2BE6830478B3}"/>
                </a:ext>
              </a:extLst>
            </p:cNvPr>
            <p:cNvSpPr/>
            <p:nvPr/>
          </p:nvSpPr>
          <p:spPr>
            <a:xfrm>
              <a:off x="3277438" y="2283075"/>
              <a:ext cx="40625" cy="30425"/>
            </a:xfrm>
            <a:custGeom>
              <a:avLst/>
              <a:gdLst/>
              <a:ahLst/>
              <a:cxnLst/>
              <a:rect l="l" t="t" r="r" b="b"/>
              <a:pathLst>
                <a:path w="1625" h="1217" extrusionOk="0">
                  <a:moveTo>
                    <a:pt x="1155" y="0"/>
                  </a:moveTo>
                  <a:cubicBezTo>
                    <a:pt x="1089" y="0"/>
                    <a:pt x="1022" y="16"/>
                    <a:pt x="960" y="48"/>
                  </a:cubicBezTo>
                  <a:lnTo>
                    <a:pt x="258" y="458"/>
                  </a:lnTo>
                  <a:cubicBezTo>
                    <a:pt x="70" y="576"/>
                    <a:pt x="0" y="820"/>
                    <a:pt x="118" y="1008"/>
                  </a:cubicBezTo>
                  <a:cubicBezTo>
                    <a:pt x="187" y="1141"/>
                    <a:pt x="321" y="1217"/>
                    <a:pt x="462" y="1217"/>
                  </a:cubicBezTo>
                  <a:cubicBezTo>
                    <a:pt x="531" y="1217"/>
                    <a:pt x="602" y="1198"/>
                    <a:pt x="668" y="1159"/>
                  </a:cubicBezTo>
                  <a:lnTo>
                    <a:pt x="1369" y="750"/>
                  </a:lnTo>
                  <a:cubicBezTo>
                    <a:pt x="1554" y="646"/>
                    <a:pt x="1624" y="399"/>
                    <a:pt x="1521" y="203"/>
                  </a:cubicBezTo>
                  <a:cubicBezTo>
                    <a:pt x="1440" y="74"/>
                    <a:pt x="1300" y="0"/>
                    <a:pt x="11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4" name="Google Shape;1455;p48">
              <a:extLst>
                <a:ext uri="{FF2B5EF4-FFF2-40B4-BE49-F238E27FC236}">
                  <a16:creationId xmlns:a16="http://schemas.microsoft.com/office/drawing/2014/main" id="{4E0408F9-A086-B921-CEC6-CEF8ADD50CF8}"/>
                </a:ext>
              </a:extLst>
            </p:cNvPr>
            <p:cNvSpPr/>
            <p:nvPr/>
          </p:nvSpPr>
          <p:spPr>
            <a:xfrm>
              <a:off x="3363613" y="2158375"/>
              <a:ext cx="156700" cy="155175"/>
            </a:xfrm>
            <a:custGeom>
              <a:avLst/>
              <a:gdLst/>
              <a:ahLst/>
              <a:cxnLst/>
              <a:rect l="l" t="t" r="r" b="b"/>
              <a:pathLst>
                <a:path w="6268" h="6207" extrusionOk="0">
                  <a:moveTo>
                    <a:pt x="3426" y="806"/>
                  </a:moveTo>
                  <a:lnTo>
                    <a:pt x="3437" y="1086"/>
                  </a:lnTo>
                  <a:cubicBezTo>
                    <a:pt x="3451" y="1249"/>
                    <a:pt x="3555" y="1389"/>
                    <a:pt x="3707" y="1448"/>
                  </a:cubicBezTo>
                  <a:cubicBezTo>
                    <a:pt x="3917" y="1518"/>
                    <a:pt x="4116" y="1636"/>
                    <a:pt x="4279" y="1777"/>
                  </a:cubicBezTo>
                  <a:cubicBezTo>
                    <a:pt x="4359" y="1841"/>
                    <a:pt x="4457" y="1875"/>
                    <a:pt x="4556" y="1875"/>
                  </a:cubicBezTo>
                  <a:cubicBezTo>
                    <a:pt x="4617" y="1875"/>
                    <a:pt x="4679" y="1862"/>
                    <a:pt x="4736" y="1835"/>
                  </a:cubicBezTo>
                  <a:lnTo>
                    <a:pt x="4980" y="1706"/>
                  </a:lnTo>
                  <a:lnTo>
                    <a:pt x="5261" y="2209"/>
                  </a:lnTo>
                  <a:lnTo>
                    <a:pt x="5039" y="2360"/>
                  </a:lnTo>
                  <a:cubicBezTo>
                    <a:pt x="4899" y="2441"/>
                    <a:pt x="4829" y="2607"/>
                    <a:pt x="4854" y="2770"/>
                  </a:cubicBezTo>
                  <a:cubicBezTo>
                    <a:pt x="4877" y="2887"/>
                    <a:pt x="4888" y="2991"/>
                    <a:pt x="4888" y="3098"/>
                  </a:cubicBezTo>
                  <a:cubicBezTo>
                    <a:pt x="4888" y="3202"/>
                    <a:pt x="4877" y="3319"/>
                    <a:pt x="4854" y="3437"/>
                  </a:cubicBezTo>
                  <a:cubicBezTo>
                    <a:pt x="4829" y="3589"/>
                    <a:pt x="4899" y="3763"/>
                    <a:pt x="5039" y="3844"/>
                  </a:cubicBezTo>
                  <a:lnTo>
                    <a:pt x="5261" y="3998"/>
                  </a:lnTo>
                  <a:lnTo>
                    <a:pt x="4980" y="4500"/>
                  </a:lnTo>
                  <a:lnTo>
                    <a:pt x="4736" y="4371"/>
                  </a:lnTo>
                  <a:cubicBezTo>
                    <a:pt x="4675" y="4343"/>
                    <a:pt x="4609" y="4328"/>
                    <a:pt x="4544" y="4328"/>
                  </a:cubicBezTo>
                  <a:cubicBezTo>
                    <a:pt x="4449" y="4328"/>
                    <a:pt x="4356" y="4360"/>
                    <a:pt x="4279" y="4430"/>
                  </a:cubicBezTo>
                  <a:cubicBezTo>
                    <a:pt x="4116" y="4571"/>
                    <a:pt x="3917" y="4686"/>
                    <a:pt x="3707" y="4756"/>
                  </a:cubicBezTo>
                  <a:cubicBezTo>
                    <a:pt x="3555" y="4803"/>
                    <a:pt x="3451" y="4955"/>
                    <a:pt x="3437" y="5120"/>
                  </a:cubicBezTo>
                  <a:lnTo>
                    <a:pt x="3426" y="5387"/>
                  </a:lnTo>
                  <a:lnTo>
                    <a:pt x="2854" y="5387"/>
                  </a:lnTo>
                  <a:lnTo>
                    <a:pt x="2831" y="5120"/>
                  </a:lnTo>
                  <a:cubicBezTo>
                    <a:pt x="2831" y="4955"/>
                    <a:pt x="2714" y="4803"/>
                    <a:pt x="2562" y="4756"/>
                  </a:cubicBezTo>
                  <a:cubicBezTo>
                    <a:pt x="2352" y="4686"/>
                    <a:pt x="2164" y="4571"/>
                    <a:pt x="1990" y="4430"/>
                  </a:cubicBezTo>
                  <a:cubicBezTo>
                    <a:pt x="1920" y="4360"/>
                    <a:pt x="1825" y="4328"/>
                    <a:pt x="1730" y="4328"/>
                  </a:cubicBezTo>
                  <a:cubicBezTo>
                    <a:pt x="1665" y="4328"/>
                    <a:pt x="1601" y="4343"/>
                    <a:pt x="1544" y="4371"/>
                  </a:cubicBezTo>
                  <a:lnTo>
                    <a:pt x="1300" y="4500"/>
                  </a:lnTo>
                  <a:lnTo>
                    <a:pt x="1008" y="3998"/>
                  </a:lnTo>
                  <a:lnTo>
                    <a:pt x="1241" y="3844"/>
                  </a:lnTo>
                  <a:cubicBezTo>
                    <a:pt x="1381" y="3763"/>
                    <a:pt x="1451" y="3589"/>
                    <a:pt x="1418" y="3437"/>
                  </a:cubicBezTo>
                  <a:cubicBezTo>
                    <a:pt x="1392" y="3319"/>
                    <a:pt x="1381" y="3202"/>
                    <a:pt x="1381" y="3098"/>
                  </a:cubicBezTo>
                  <a:cubicBezTo>
                    <a:pt x="1381" y="2991"/>
                    <a:pt x="1392" y="2887"/>
                    <a:pt x="1418" y="2770"/>
                  </a:cubicBezTo>
                  <a:cubicBezTo>
                    <a:pt x="1451" y="2607"/>
                    <a:pt x="1381" y="2441"/>
                    <a:pt x="1241" y="2360"/>
                  </a:cubicBezTo>
                  <a:lnTo>
                    <a:pt x="1008" y="2209"/>
                  </a:lnTo>
                  <a:lnTo>
                    <a:pt x="1300" y="1706"/>
                  </a:lnTo>
                  <a:lnTo>
                    <a:pt x="1544" y="1835"/>
                  </a:lnTo>
                  <a:cubicBezTo>
                    <a:pt x="1597" y="1862"/>
                    <a:pt x="1657" y="1875"/>
                    <a:pt x="1718" y="1875"/>
                  </a:cubicBezTo>
                  <a:cubicBezTo>
                    <a:pt x="1817" y="1875"/>
                    <a:pt x="1917" y="1841"/>
                    <a:pt x="1990" y="1777"/>
                  </a:cubicBezTo>
                  <a:cubicBezTo>
                    <a:pt x="2164" y="1636"/>
                    <a:pt x="2352" y="1518"/>
                    <a:pt x="2562" y="1448"/>
                  </a:cubicBezTo>
                  <a:cubicBezTo>
                    <a:pt x="2714" y="1389"/>
                    <a:pt x="2831" y="1249"/>
                    <a:pt x="2831" y="1086"/>
                  </a:cubicBezTo>
                  <a:lnTo>
                    <a:pt x="2854" y="806"/>
                  </a:lnTo>
                  <a:close/>
                  <a:moveTo>
                    <a:pt x="2470" y="1"/>
                  </a:moveTo>
                  <a:cubicBezTo>
                    <a:pt x="2245" y="1"/>
                    <a:pt x="2071" y="175"/>
                    <a:pt x="2060" y="385"/>
                  </a:cubicBezTo>
                  <a:lnTo>
                    <a:pt x="2035" y="795"/>
                  </a:lnTo>
                  <a:cubicBezTo>
                    <a:pt x="1920" y="854"/>
                    <a:pt x="1802" y="913"/>
                    <a:pt x="1684" y="994"/>
                  </a:cubicBezTo>
                  <a:lnTo>
                    <a:pt x="1322" y="806"/>
                  </a:lnTo>
                  <a:cubicBezTo>
                    <a:pt x="1267" y="778"/>
                    <a:pt x="1208" y="765"/>
                    <a:pt x="1148" y="765"/>
                  </a:cubicBezTo>
                  <a:cubicBezTo>
                    <a:pt x="1008" y="765"/>
                    <a:pt x="867" y="839"/>
                    <a:pt x="786" y="969"/>
                  </a:cubicBezTo>
                  <a:lnTo>
                    <a:pt x="119" y="2138"/>
                  </a:lnTo>
                  <a:cubicBezTo>
                    <a:pt x="1" y="2326"/>
                    <a:pt x="60" y="2559"/>
                    <a:pt x="248" y="2677"/>
                  </a:cubicBezTo>
                  <a:lnTo>
                    <a:pt x="587" y="2899"/>
                  </a:lnTo>
                  <a:cubicBezTo>
                    <a:pt x="576" y="2969"/>
                    <a:pt x="576" y="3039"/>
                    <a:pt x="576" y="3098"/>
                  </a:cubicBezTo>
                  <a:cubicBezTo>
                    <a:pt x="576" y="3168"/>
                    <a:pt x="576" y="3238"/>
                    <a:pt x="587" y="3308"/>
                  </a:cubicBezTo>
                  <a:lnTo>
                    <a:pt x="248" y="3530"/>
                  </a:lnTo>
                  <a:cubicBezTo>
                    <a:pt x="60" y="3648"/>
                    <a:pt x="1" y="3881"/>
                    <a:pt x="119" y="4068"/>
                  </a:cubicBezTo>
                  <a:lnTo>
                    <a:pt x="786" y="5235"/>
                  </a:lnTo>
                  <a:cubicBezTo>
                    <a:pt x="865" y="5364"/>
                    <a:pt x="999" y="5437"/>
                    <a:pt x="1135" y="5437"/>
                  </a:cubicBezTo>
                  <a:cubicBezTo>
                    <a:pt x="1199" y="5437"/>
                    <a:pt x="1263" y="5421"/>
                    <a:pt x="1322" y="5387"/>
                  </a:cubicBezTo>
                  <a:lnTo>
                    <a:pt x="1684" y="5213"/>
                  </a:lnTo>
                  <a:cubicBezTo>
                    <a:pt x="1802" y="5283"/>
                    <a:pt x="1920" y="5353"/>
                    <a:pt x="2035" y="5412"/>
                  </a:cubicBezTo>
                  <a:lnTo>
                    <a:pt x="2060" y="5822"/>
                  </a:lnTo>
                  <a:cubicBezTo>
                    <a:pt x="2071" y="6032"/>
                    <a:pt x="2245" y="6206"/>
                    <a:pt x="2470" y="6206"/>
                  </a:cubicBezTo>
                  <a:lnTo>
                    <a:pt x="3813" y="6206"/>
                  </a:lnTo>
                  <a:cubicBezTo>
                    <a:pt x="4024" y="6206"/>
                    <a:pt x="4209" y="6032"/>
                    <a:pt x="4209" y="5822"/>
                  </a:cubicBezTo>
                  <a:lnTo>
                    <a:pt x="4234" y="5412"/>
                  </a:lnTo>
                  <a:cubicBezTo>
                    <a:pt x="4363" y="5353"/>
                    <a:pt x="4478" y="5283"/>
                    <a:pt x="4596" y="5213"/>
                  </a:cubicBezTo>
                  <a:lnTo>
                    <a:pt x="4947" y="5387"/>
                  </a:lnTo>
                  <a:cubicBezTo>
                    <a:pt x="5010" y="5421"/>
                    <a:pt x="5077" y="5437"/>
                    <a:pt x="5142" y="5437"/>
                  </a:cubicBezTo>
                  <a:cubicBezTo>
                    <a:pt x="5281" y="5437"/>
                    <a:pt x="5413" y="5364"/>
                    <a:pt x="5485" y="5235"/>
                  </a:cubicBezTo>
                  <a:lnTo>
                    <a:pt x="6161" y="4068"/>
                  </a:lnTo>
                  <a:cubicBezTo>
                    <a:pt x="6268" y="3881"/>
                    <a:pt x="6209" y="3648"/>
                    <a:pt x="6032" y="3530"/>
                  </a:cubicBezTo>
                  <a:lnTo>
                    <a:pt x="5696" y="3308"/>
                  </a:lnTo>
                  <a:lnTo>
                    <a:pt x="5696" y="3098"/>
                  </a:lnTo>
                  <a:lnTo>
                    <a:pt x="5696" y="2899"/>
                  </a:lnTo>
                  <a:lnTo>
                    <a:pt x="6032" y="2677"/>
                  </a:lnTo>
                  <a:cubicBezTo>
                    <a:pt x="6209" y="2559"/>
                    <a:pt x="6268" y="2326"/>
                    <a:pt x="6161" y="2138"/>
                  </a:cubicBezTo>
                  <a:lnTo>
                    <a:pt x="5485" y="969"/>
                  </a:lnTo>
                  <a:cubicBezTo>
                    <a:pt x="5410" y="839"/>
                    <a:pt x="5273" y="765"/>
                    <a:pt x="5129" y="765"/>
                  </a:cubicBezTo>
                  <a:cubicBezTo>
                    <a:pt x="5068" y="765"/>
                    <a:pt x="5006" y="778"/>
                    <a:pt x="4947" y="806"/>
                  </a:cubicBezTo>
                  <a:lnTo>
                    <a:pt x="4596" y="994"/>
                  </a:lnTo>
                  <a:cubicBezTo>
                    <a:pt x="4478" y="913"/>
                    <a:pt x="4363" y="854"/>
                    <a:pt x="4234" y="795"/>
                  </a:cubicBezTo>
                  <a:lnTo>
                    <a:pt x="4209" y="385"/>
                  </a:lnTo>
                  <a:cubicBezTo>
                    <a:pt x="4209" y="175"/>
                    <a:pt x="4024" y="1"/>
                    <a:pt x="3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5" name="Google Shape;1456;p48">
              <a:extLst>
                <a:ext uri="{FF2B5EF4-FFF2-40B4-BE49-F238E27FC236}">
                  <a16:creationId xmlns:a16="http://schemas.microsoft.com/office/drawing/2014/main" id="{9D22BE53-3A25-E4B5-4BDE-DBF0129FFD87}"/>
                </a:ext>
              </a:extLst>
            </p:cNvPr>
            <p:cNvSpPr/>
            <p:nvPr/>
          </p:nvSpPr>
          <p:spPr>
            <a:xfrm>
              <a:off x="3411588" y="2205725"/>
              <a:ext cx="60775" cy="60475"/>
            </a:xfrm>
            <a:custGeom>
              <a:avLst/>
              <a:gdLst/>
              <a:ahLst/>
              <a:cxnLst/>
              <a:rect l="l" t="t" r="r" b="b"/>
              <a:pathLst>
                <a:path w="2431" h="2419" extrusionOk="0">
                  <a:moveTo>
                    <a:pt x="1215" y="805"/>
                  </a:moveTo>
                  <a:cubicBezTo>
                    <a:pt x="1437" y="805"/>
                    <a:pt x="1625" y="982"/>
                    <a:pt x="1625" y="1204"/>
                  </a:cubicBezTo>
                  <a:cubicBezTo>
                    <a:pt x="1625" y="1425"/>
                    <a:pt x="1437" y="1613"/>
                    <a:pt x="1215" y="1613"/>
                  </a:cubicBezTo>
                  <a:cubicBezTo>
                    <a:pt x="994" y="1613"/>
                    <a:pt x="817" y="1425"/>
                    <a:pt x="817" y="1204"/>
                  </a:cubicBezTo>
                  <a:cubicBezTo>
                    <a:pt x="817" y="982"/>
                    <a:pt x="994" y="805"/>
                    <a:pt x="1215" y="805"/>
                  </a:cubicBezTo>
                  <a:close/>
                  <a:moveTo>
                    <a:pt x="1215" y="0"/>
                  </a:moveTo>
                  <a:cubicBezTo>
                    <a:pt x="551" y="0"/>
                    <a:pt x="1" y="536"/>
                    <a:pt x="1" y="1204"/>
                  </a:cubicBezTo>
                  <a:cubicBezTo>
                    <a:pt x="1" y="1880"/>
                    <a:pt x="551" y="2419"/>
                    <a:pt x="1215" y="2419"/>
                  </a:cubicBezTo>
                  <a:cubicBezTo>
                    <a:pt x="1883" y="2419"/>
                    <a:pt x="2430" y="1880"/>
                    <a:pt x="2430" y="1204"/>
                  </a:cubicBezTo>
                  <a:cubicBezTo>
                    <a:pt x="2430" y="536"/>
                    <a:pt x="1883" y="0"/>
                    <a:pt x="1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lt1"/>
                </a:solidFill>
              </a:endParaRPr>
            </a:p>
          </p:txBody>
        </p:sp>
      </p:grpSp>
      <p:grpSp>
        <p:nvGrpSpPr>
          <p:cNvPr id="26" name="Google Shape;1457;p48">
            <a:extLst>
              <a:ext uri="{FF2B5EF4-FFF2-40B4-BE49-F238E27FC236}">
                <a16:creationId xmlns:a16="http://schemas.microsoft.com/office/drawing/2014/main" id="{D2CFBD6D-5CED-D809-AD95-ACD1DECA6749}"/>
              </a:ext>
            </a:extLst>
          </p:cNvPr>
          <p:cNvGrpSpPr/>
          <p:nvPr/>
        </p:nvGrpSpPr>
        <p:grpSpPr>
          <a:xfrm>
            <a:off x="1028881" y="1330481"/>
            <a:ext cx="317375" cy="345350"/>
            <a:chOff x="1011863" y="1545075"/>
            <a:chExt cx="317375" cy="345350"/>
          </a:xfrm>
        </p:grpSpPr>
        <p:sp>
          <p:nvSpPr>
            <p:cNvPr id="27" name="Google Shape;1458;p48">
              <a:extLst>
                <a:ext uri="{FF2B5EF4-FFF2-40B4-BE49-F238E27FC236}">
                  <a16:creationId xmlns:a16="http://schemas.microsoft.com/office/drawing/2014/main" id="{38540B7A-9B64-66F7-C8E0-E49745B6FA34}"/>
                </a:ext>
              </a:extLst>
            </p:cNvPr>
            <p:cNvSpPr/>
            <p:nvPr/>
          </p:nvSpPr>
          <p:spPr>
            <a:xfrm>
              <a:off x="1011863" y="1545075"/>
              <a:ext cx="317375" cy="345350"/>
            </a:xfrm>
            <a:custGeom>
              <a:avLst/>
              <a:gdLst/>
              <a:ahLst/>
              <a:cxnLst/>
              <a:rect l="l" t="t" r="r" b="b"/>
              <a:pathLst>
                <a:path w="12695" h="13814" extrusionOk="0">
                  <a:moveTo>
                    <a:pt x="5809" y="813"/>
                  </a:moveTo>
                  <a:cubicBezTo>
                    <a:pt x="5837" y="813"/>
                    <a:pt x="5864" y="813"/>
                    <a:pt x="5891" y="814"/>
                  </a:cubicBezTo>
                  <a:cubicBezTo>
                    <a:pt x="8593" y="862"/>
                    <a:pt x="10789" y="3154"/>
                    <a:pt x="10789" y="5841"/>
                  </a:cubicBezTo>
                  <a:lnTo>
                    <a:pt x="10789" y="6882"/>
                  </a:lnTo>
                  <a:cubicBezTo>
                    <a:pt x="10789" y="6963"/>
                    <a:pt x="10812" y="7033"/>
                    <a:pt x="10859" y="7103"/>
                  </a:cubicBezTo>
                  <a:lnTo>
                    <a:pt x="11679" y="8343"/>
                  </a:lnTo>
                  <a:lnTo>
                    <a:pt x="11011" y="8669"/>
                  </a:lnTo>
                  <a:cubicBezTo>
                    <a:pt x="10907" y="8728"/>
                    <a:pt x="10823" y="8834"/>
                    <a:pt x="10801" y="8963"/>
                  </a:cubicBezTo>
                  <a:lnTo>
                    <a:pt x="10649" y="9710"/>
                  </a:lnTo>
                  <a:lnTo>
                    <a:pt x="10122" y="9710"/>
                  </a:lnTo>
                  <a:cubicBezTo>
                    <a:pt x="9925" y="9710"/>
                    <a:pt x="9737" y="9861"/>
                    <a:pt x="9715" y="10071"/>
                  </a:cubicBezTo>
                  <a:cubicBezTo>
                    <a:pt x="9690" y="10318"/>
                    <a:pt x="9878" y="10517"/>
                    <a:pt x="10110" y="10517"/>
                  </a:cubicBezTo>
                  <a:lnTo>
                    <a:pt x="10498" y="10517"/>
                  </a:lnTo>
                  <a:lnTo>
                    <a:pt x="10402" y="11008"/>
                  </a:lnTo>
                  <a:cubicBezTo>
                    <a:pt x="10357" y="11194"/>
                    <a:pt x="10192" y="11323"/>
                    <a:pt x="10007" y="11323"/>
                  </a:cubicBezTo>
                  <a:lnTo>
                    <a:pt x="8183" y="11323"/>
                  </a:lnTo>
                  <a:cubicBezTo>
                    <a:pt x="7586" y="10492"/>
                    <a:pt x="6615" y="9979"/>
                    <a:pt x="5577" y="9979"/>
                  </a:cubicBezTo>
                  <a:lnTo>
                    <a:pt x="2702" y="9979"/>
                  </a:lnTo>
                  <a:cubicBezTo>
                    <a:pt x="1565" y="9067"/>
                    <a:pt x="819" y="7406"/>
                    <a:pt x="819" y="5807"/>
                  </a:cubicBezTo>
                  <a:cubicBezTo>
                    <a:pt x="819" y="3052"/>
                    <a:pt x="3053" y="813"/>
                    <a:pt x="5809" y="813"/>
                  </a:cubicBezTo>
                  <a:close/>
                  <a:moveTo>
                    <a:pt x="5577" y="10787"/>
                  </a:moveTo>
                  <a:cubicBezTo>
                    <a:pt x="6371" y="10787"/>
                    <a:pt x="7120" y="11194"/>
                    <a:pt x="7552" y="11850"/>
                  </a:cubicBezTo>
                  <a:lnTo>
                    <a:pt x="7552" y="12995"/>
                  </a:lnTo>
                  <a:lnTo>
                    <a:pt x="2968" y="12995"/>
                  </a:lnTo>
                  <a:lnTo>
                    <a:pt x="2968" y="10787"/>
                  </a:lnTo>
                  <a:close/>
                  <a:moveTo>
                    <a:pt x="5786" y="0"/>
                  </a:moveTo>
                  <a:cubicBezTo>
                    <a:pt x="5550" y="0"/>
                    <a:pt x="5312" y="14"/>
                    <a:pt x="5072" y="42"/>
                  </a:cubicBezTo>
                  <a:cubicBezTo>
                    <a:pt x="4045" y="171"/>
                    <a:pt x="3052" y="581"/>
                    <a:pt x="2233" y="1223"/>
                  </a:cubicBezTo>
                  <a:cubicBezTo>
                    <a:pt x="808" y="2357"/>
                    <a:pt x="0" y="4018"/>
                    <a:pt x="0" y="5807"/>
                  </a:cubicBezTo>
                  <a:cubicBezTo>
                    <a:pt x="0" y="6730"/>
                    <a:pt x="222" y="7676"/>
                    <a:pt x="631" y="8554"/>
                  </a:cubicBezTo>
                  <a:cubicBezTo>
                    <a:pt x="1018" y="9370"/>
                    <a:pt x="1543" y="10071"/>
                    <a:pt x="2163" y="10576"/>
                  </a:cubicBezTo>
                  <a:lnTo>
                    <a:pt x="2163" y="13404"/>
                  </a:lnTo>
                  <a:cubicBezTo>
                    <a:pt x="2163" y="13626"/>
                    <a:pt x="2337" y="13814"/>
                    <a:pt x="2573" y="13814"/>
                  </a:cubicBezTo>
                  <a:lnTo>
                    <a:pt x="7962" y="13814"/>
                  </a:lnTo>
                  <a:cubicBezTo>
                    <a:pt x="8183" y="13814"/>
                    <a:pt x="8357" y="13626"/>
                    <a:pt x="8357" y="13404"/>
                  </a:cubicBezTo>
                  <a:lnTo>
                    <a:pt x="8357" y="12142"/>
                  </a:lnTo>
                  <a:lnTo>
                    <a:pt x="9995" y="12142"/>
                  </a:lnTo>
                  <a:cubicBezTo>
                    <a:pt x="10568" y="12142"/>
                    <a:pt x="11070" y="11732"/>
                    <a:pt x="11188" y="11160"/>
                  </a:cubicBezTo>
                  <a:lnTo>
                    <a:pt x="11550" y="9314"/>
                  </a:lnTo>
                  <a:lnTo>
                    <a:pt x="12450" y="8857"/>
                  </a:lnTo>
                  <a:cubicBezTo>
                    <a:pt x="12554" y="8809"/>
                    <a:pt x="12635" y="8716"/>
                    <a:pt x="12660" y="8599"/>
                  </a:cubicBezTo>
                  <a:cubicBezTo>
                    <a:pt x="12694" y="8484"/>
                    <a:pt x="12672" y="8366"/>
                    <a:pt x="12613" y="8273"/>
                  </a:cubicBezTo>
                  <a:lnTo>
                    <a:pt x="11594" y="6753"/>
                  </a:lnTo>
                  <a:lnTo>
                    <a:pt x="11594" y="5841"/>
                  </a:lnTo>
                  <a:cubicBezTo>
                    <a:pt x="11594" y="4346"/>
                    <a:pt x="11033" y="2895"/>
                    <a:pt x="10007" y="1810"/>
                  </a:cubicBezTo>
                  <a:cubicBezTo>
                    <a:pt x="8896" y="648"/>
                    <a:pt x="7393" y="0"/>
                    <a:pt x="57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8" name="Google Shape;1459;p48">
              <a:extLst>
                <a:ext uri="{FF2B5EF4-FFF2-40B4-BE49-F238E27FC236}">
                  <a16:creationId xmlns:a16="http://schemas.microsoft.com/office/drawing/2014/main" id="{78922ABC-BF63-BAB8-E332-665972AE8476}"/>
                </a:ext>
              </a:extLst>
            </p:cNvPr>
            <p:cNvSpPr/>
            <p:nvPr/>
          </p:nvSpPr>
          <p:spPr>
            <a:xfrm>
              <a:off x="1065363" y="1592275"/>
              <a:ext cx="183225" cy="182200"/>
            </a:xfrm>
            <a:custGeom>
              <a:avLst/>
              <a:gdLst/>
              <a:ahLst/>
              <a:cxnLst/>
              <a:rect l="l" t="t" r="r" b="b"/>
              <a:pathLst>
                <a:path w="7329" h="7288" extrusionOk="0">
                  <a:moveTo>
                    <a:pt x="5317" y="1616"/>
                  </a:moveTo>
                  <a:lnTo>
                    <a:pt x="5681" y="1989"/>
                  </a:lnTo>
                  <a:lnTo>
                    <a:pt x="5681" y="5297"/>
                  </a:lnTo>
                  <a:lnTo>
                    <a:pt x="5317" y="5659"/>
                  </a:lnTo>
                  <a:lnTo>
                    <a:pt x="2009" y="5659"/>
                  </a:lnTo>
                  <a:lnTo>
                    <a:pt x="1636" y="5297"/>
                  </a:lnTo>
                  <a:lnTo>
                    <a:pt x="1636" y="1989"/>
                  </a:lnTo>
                  <a:lnTo>
                    <a:pt x="2009" y="1616"/>
                  </a:lnTo>
                  <a:close/>
                  <a:moveTo>
                    <a:pt x="2047" y="1"/>
                  </a:moveTo>
                  <a:cubicBezTo>
                    <a:pt x="1822" y="1"/>
                    <a:pt x="1636" y="181"/>
                    <a:pt x="1636" y="413"/>
                  </a:cubicBezTo>
                  <a:lnTo>
                    <a:pt x="1636" y="867"/>
                  </a:lnTo>
                  <a:cubicBezTo>
                    <a:pt x="1614" y="878"/>
                    <a:pt x="1577" y="904"/>
                    <a:pt x="1555" y="926"/>
                  </a:cubicBezTo>
                  <a:lnTo>
                    <a:pt x="946" y="1535"/>
                  </a:lnTo>
                  <a:cubicBezTo>
                    <a:pt x="923" y="1557"/>
                    <a:pt x="898" y="1591"/>
                    <a:pt x="887" y="1616"/>
                  </a:cubicBezTo>
                  <a:lnTo>
                    <a:pt x="433" y="1616"/>
                  </a:lnTo>
                  <a:cubicBezTo>
                    <a:pt x="233" y="1616"/>
                    <a:pt x="45" y="1779"/>
                    <a:pt x="23" y="1978"/>
                  </a:cubicBezTo>
                  <a:cubicBezTo>
                    <a:pt x="1" y="2222"/>
                    <a:pt x="186" y="2433"/>
                    <a:pt x="433" y="2433"/>
                  </a:cubicBezTo>
                  <a:lnTo>
                    <a:pt x="828" y="2433"/>
                  </a:lnTo>
                  <a:lnTo>
                    <a:pt x="828" y="3240"/>
                  </a:lnTo>
                  <a:lnTo>
                    <a:pt x="433" y="3240"/>
                  </a:lnTo>
                  <a:cubicBezTo>
                    <a:pt x="233" y="3240"/>
                    <a:pt x="45" y="3392"/>
                    <a:pt x="23" y="3602"/>
                  </a:cubicBezTo>
                  <a:cubicBezTo>
                    <a:pt x="1" y="3835"/>
                    <a:pt x="186" y="4046"/>
                    <a:pt x="433" y="4046"/>
                  </a:cubicBezTo>
                  <a:lnTo>
                    <a:pt x="828" y="4046"/>
                  </a:lnTo>
                  <a:lnTo>
                    <a:pt x="828" y="4854"/>
                  </a:lnTo>
                  <a:lnTo>
                    <a:pt x="433" y="4854"/>
                  </a:lnTo>
                  <a:cubicBezTo>
                    <a:pt x="233" y="4854"/>
                    <a:pt x="45" y="5005"/>
                    <a:pt x="23" y="5215"/>
                  </a:cubicBezTo>
                  <a:cubicBezTo>
                    <a:pt x="1" y="5462"/>
                    <a:pt x="186" y="5659"/>
                    <a:pt x="433" y="5659"/>
                  </a:cubicBezTo>
                  <a:lnTo>
                    <a:pt x="887" y="5659"/>
                  </a:lnTo>
                  <a:cubicBezTo>
                    <a:pt x="898" y="5695"/>
                    <a:pt x="923" y="5718"/>
                    <a:pt x="946" y="5754"/>
                  </a:cubicBezTo>
                  <a:lnTo>
                    <a:pt x="1555" y="6360"/>
                  </a:lnTo>
                  <a:cubicBezTo>
                    <a:pt x="1577" y="6385"/>
                    <a:pt x="1614" y="6408"/>
                    <a:pt x="1636" y="6419"/>
                  </a:cubicBezTo>
                  <a:lnTo>
                    <a:pt x="1636" y="6865"/>
                  </a:lnTo>
                  <a:cubicBezTo>
                    <a:pt x="1636" y="7075"/>
                    <a:pt x="1788" y="7260"/>
                    <a:pt x="1998" y="7286"/>
                  </a:cubicBezTo>
                  <a:cubicBezTo>
                    <a:pt x="2011" y="7287"/>
                    <a:pt x="2025" y="7288"/>
                    <a:pt x="2038" y="7288"/>
                  </a:cubicBezTo>
                  <a:cubicBezTo>
                    <a:pt x="2267" y="7288"/>
                    <a:pt x="2455" y="7107"/>
                    <a:pt x="2455" y="6876"/>
                  </a:cubicBezTo>
                  <a:lnTo>
                    <a:pt x="2455" y="6478"/>
                  </a:lnTo>
                  <a:lnTo>
                    <a:pt x="3260" y="6478"/>
                  </a:lnTo>
                  <a:lnTo>
                    <a:pt x="3260" y="6865"/>
                  </a:lnTo>
                  <a:cubicBezTo>
                    <a:pt x="3260" y="7075"/>
                    <a:pt x="3412" y="7260"/>
                    <a:pt x="3611" y="7286"/>
                  </a:cubicBezTo>
                  <a:cubicBezTo>
                    <a:pt x="3624" y="7287"/>
                    <a:pt x="3638" y="7288"/>
                    <a:pt x="3651" y="7288"/>
                  </a:cubicBezTo>
                  <a:cubicBezTo>
                    <a:pt x="3880" y="7288"/>
                    <a:pt x="4068" y="7107"/>
                    <a:pt x="4068" y="6876"/>
                  </a:cubicBezTo>
                  <a:lnTo>
                    <a:pt x="4068" y="6478"/>
                  </a:lnTo>
                  <a:lnTo>
                    <a:pt x="4873" y="6478"/>
                  </a:lnTo>
                  <a:lnTo>
                    <a:pt x="4873" y="6865"/>
                  </a:lnTo>
                  <a:cubicBezTo>
                    <a:pt x="4873" y="7075"/>
                    <a:pt x="5025" y="7260"/>
                    <a:pt x="5235" y="7286"/>
                  </a:cubicBezTo>
                  <a:cubicBezTo>
                    <a:pt x="5249" y="7287"/>
                    <a:pt x="5262" y="7288"/>
                    <a:pt x="5275" y="7288"/>
                  </a:cubicBezTo>
                  <a:cubicBezTo>
                    <a:pt x="5503" y="7288"/>
                    <a:pt x="5681" y="7107"/>
                    <a:pt x="5681" y="6876"/>
                  </a:cubicBezTo>
                  <a:lnTo>
                    <a:pt x="5681" y="6419"/>
                  </a:lnTo>
                  <a:cubicBezTo>
                    <a:pt x="5715" y="6408"/>
                    <a:pt x="5737" y="6385"/>
                    <a:pt x="5774" y="6360"/>
                  </a:cubicBezTo>
                  <a:lnTo>
                    <a:pt x="6369" y="5754"/>
                  </a:lnTo>
                  <a:cubicBezTo>
                    <a:pt x="6405" y="5718"/>
                    <a:pt x="6416" y="5695"/>
                    <a:pt x="6439" y="5659"/>
                  </a:cubicBezTo>
                  <a:lnTo>
                    <a:pt x="6885" y="5659"/>
                  </a:lnTo>
                  <a:cubicBezTo>
                    <a:pt x="7095" y="5659"/>
                    <a:pt x="7280" y="5507"/>
                    <a:pt x="7306" y="5308"/>
                  </a:cubicBezTo>
                  <a:cubicBezTo>
                    <a:pt x="7328" y="5064"/>
                    <a:pt x="7140" y="4854"/>
                    <a:pt x="6896" y="4854"/>
                  </a:cubicBezTo>
                  <a:lnTo>
                    <a:pt x="6498" y="4854"/>
                  </a:lnTo>
                  <a:lnTo>
                    <a:pt x="6498" y="4046"/>
                  </a:lnTo>
                  <a:lnTo>
                    <a:pt x="6885" y="4046"/>
                  </a:lnTo>
                  <a:cubicBezTo>
                    <a:pt x="7095" y="4046"/>
                    <a:pt x="7280" y="3894"/>
                    <a:pt x="7306" y="3684"/>
                  </a:cubicBezTo>
                  <a:cubicBezTo>
                    <a:pt x="7328" y="3451"/>
                    <a:pt x="7140" y="3240"/>
                    <a:pt x="6896" y="3240"/>
                  </a:cubicBezTo>
                  <a:lnTo>
                    <a:pt x="6498" y="3240"/>
                  </a:lnTo>
                  <a:lnTo>
                    <a:pt x="6498" y="2433"/>
                  </a:lnTo>
                  <a:lnTo>
                    <a:pt x="6896" y="2433"/>
                  </a:lnTo>
                  <a:cubicBezTo>
                    <a:pt x="7140" y="2433"/>
                    <a:pt x="7328" y="2222"/>
                    <a:pt x="7306" y="1978"/>
                  </a:cubicBezTo>
                  <a:cubicBezTo>
                    <a:pt x="7280" y="1779"/>
                    <a:pt x="7095" y="1616"/>
                    <a:pt x="6885" y="1616"/>
                  </a:cubicBezTo>
                  <a:lnTo>
                    <a:pt x="6439" y="1616"/>
                  </a:lnTo>
                  <a:cubicBezTo>
                    <a:pt x="6416" y="1591"/>
                    <a:pt x="6405" y="1557"/>
                    <a:pt x="6369" y="1535"/>
                  </a:cubicBezTo>
                  <a:lnTo>
                    <a:pt x="5774" y="926"/>
                  </a:lnTo>
                  <a:cubicBezTo>
                    <a:pt x="5737" y="904"/>
                    <a:pt x="5715" y="878"/>
                    <a:pt x="5681" y="867"/>
                  </a:cubicBezTo>
                  <a:lnTo>
                    <a:pt x="5681" y="424"/>
                  </a:lnTo>
                  <a:cubicBezTo>
                    <a:pt x="5681" y="214"/>
                    <a:pt x="5527" y="26"/>
                    <a:pt x="5331" y="3"/>
                  </a:cubicBezTo>
                  <a:cubicBezTo>
                    <a:pt x="5316" y="2"/>
                    <a:pt x="5301" y="1"/>
                    <a:pt x="5286" y="1"/>
                  </a:cubicBezTo>
                  <a:cubicBezTo>
                    <a:pt x="5059" y="1"/>
                    <a:pt x="4873" y="181"/>
                    <a:pt x="4873" y="413"/>
                  </a:cubicBezTo>
                  <a:lnTo>
                    <a:pt x="4873" y="808"/>
                  </a:lnTo>
                  <a:lnTo>
                    <a:pt x="4068" y="808"/>
                  </a:lnTo>
                  <a:lnTo>
                    <a:pt x="4068" y="424"/>
                  </a:lnTo>
                  <a:cubicBezTo>
                    <a:pt x="4068" y="214"/>
                    <a:pt x="3914" y="26"/>
                    <a:pt x="3704" y="3"/>
                  </a:cubicBezTo>
                  <a:cubicBezTo>
                    <a:pt x="3689" y="2"/>
                    <a:pt x="3674" y="1"/>
                    <a:pt x="3660" y="1"/>
                  </a:cubicBezTo>
                  <a:cubicBezTo>
                    <a:pt x="3436" y="1"/>
                    <a:pt x="3260" y="181"/>
                    <a:pt x="3260" y="413"/>
                  </a:cubicBezTo>
                  <a:lnTo>
                    <a:pt x="3260" y="808"/>
                  </a:lnTo>
                  <a:lnTo>
                    <a:pt x="2455" y="808"/>
                  </a:lnTo>
                  <a:lnTo>
                    <a:pt x="2455" y="424"/>
                  </a:lnTo>
                  <a:cubicBezTo>
                    <a:pt x="2455" y="214"/>
                    <a:pt x="2301" y="26"/>
                    <a:pt x="2090" y="3"/>
                  </a:cubicBezTo>
                  <a:cubicBezTo>
                    <a:pt x="2076" y="2"/>
                    <a:pt x="2061" y="1"/>
                    <a:pt x="20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9" name="Google Shape;1460;p48">
              <a:extLst>
                <a:ext uri="{FF2B5EF4-FFF2-40B4-BE49-F238E27FC236}">
                  <a16:creationId xmlns:a16="http://schemas.microsoft.com/office/drawing/2014/main" id="{33694344-F80F-C307-74ED-665ABE9CE201}"/>
                </a:ext>
              </a:extLst>
            </p:cNvPr>
            <p:cNvSpPr/>
            <p:nvPr/>
          </p:nvSpPr>
          <p:spPr>
            <a:xfrm>
              <a:off x="1126738" y="1653075"/>
              <a:ext cx="60750" cy="60825"/>
            </a:xfrm>
            <a:custGeom>
              <a:avLst/>
              <a:gdLst/>
              <a:ahLst/>
              <a:cxnLst/>
              <a:rect l="l" t="t" r="r" b="b"/>
              <a:pathLst>
                <a:path w="2430" h="2433" extrusionOk="0">
                  <a:moveTo>
                    <a:pt x="1215" y="820"/>
                  </a:moveTo>
                  <a:cubicBezTo>
                    <a:pt x="1437" y="820"/>
                    <a:pt x="1624" y="996"/>
                    <a:pt x="1624" y="1218"/>
                  </a:cubicBezTo>
                  <a:cubicBezTo>
                    <a:pt x="1624" y="1440"/>
                    <a:pt x="1437" y="1628"/>
                    <a:pt x="1215" y="1628"/>
                  </a:cubicBezTo>
                  <a:cubicBezTo>
                    <a:pt x="993" y="1628"/>
                    <a:pt x="817" y="1440"/>
                    <a:pt x="817" y="1218"/>
                  </a:cubicBezTo>
                  <a:cubicBezTo>
                    <a:pt x="817" y="996"/>
                    <a:pt x="993" y="820"/>
                    <a:pt x="1215" y="820"/>
                  </a:cubicBezTo>
                  <a:close/>
                  <a:moveTo>
                    <a:pt x="1215" y="1"/>
                  </a:moveTo>
                  <a:cubicBezTo>
                    <a:pt x="547" y="1"/>
                    <a:pt x="0" y="550"/>
                    <a:pt x="0" y="1218"/>
                  </a:cubicBezTo>
                  <a:cubicBezTo>
                    <a:pt x="0" y="1883"/>
                    <a:pt x="547" y="2433"/>
                    <a:pt x="1215" y="2433"/>
                  </a:cubicBezTo>
                  <a:cubicBezTo>
                    <a:pt x="1880" y="2433"/>
                    <a:pt x="2430" y="1883"/>
                    <a:pt x="2430" y="1218"/>
                  </a:cubicBezTo>
                  <a:cubicBezTo>
                    <a:pt x="2430" y="550"/>
                    <a:pt x="1880" y="1"/>
                    <a:pt x="12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30" name="Google Shape;1489;p48">
            <a:extLst>
              <a:ext uri="{FF2B5EF4-FFF2-40B4-BE49-F238E27FC236}">
                <a16:creationId xmlns:a16="http://schemas.microsoft.com/office/drawing/2014/main" id="{E9B33FC1-461C-41DB-6E57-0671D9C2CCCD}"/>
              </a:ext>
            </a:extLst>
          </p:cNvPr>
          <p:cNvGrpSpPr/>
          <p:nvPr/>
        </p:nvGrpSpPr>
        <p:grpSpPr>
          <a:xfrm>
            <a:off x="1001181" y="2763170"/>
            <a:ext cx="345075" cy="345200"/>
            <a:chOff x="3250013" y="1564575"/>
            <a:chExt cx="345075" cy="345200"/>
          </a:xfrm>
        </p:grpSpPr>
        <p:sp>
          <p:nvSpPr>
            <p:cNvPr id="31" name="Google Shape;1490;p48">
              <a:extLst>
                <a:ext uri="{FF2B5EF4-FFF2-40B4-BE49-F238E27FC236}">
                  <a16:creationId xmlns:a16="http://schemas.microsoft.com/office/drawing/2014/main" id="{8F20DC09-26B0-703D-F6A0-FA7A1250E522}"/>
                </a:ext>
              </a:extLst>
            </p:cNvPr>
            <p:cNvSpPr/>
            <p:nvPr/>
          </p:nvSpPr>
          <p:spPr>
            <a:xfrm>
              <a:off x="3372113" y="1604900"/>
              <a:ext cx="101150" cy="101150"/>
            </a:xfrm>
            <a:custGeom>
              <a:avLst/>
              <a:gdLst/>
              <a:ahLst/>
              <a:cxnLst/>
              <a:rect l="l" t="t" r="r" b="b"/>
              <a:pathLst>
                <a:path w="4046" h="4046" extrusionOk="0">
                  <a:moveTo>
                    <a:pt x="2023" y="819"/>
                  </a:moveTo>
                  <a:cubicBezTo>
                    <a:pt x="2691" y="819"/>
                    <a:pt x="3238" y="1355"/>
                    <a:pt x="3238" y="2023"/>
                  </a:cubicBezTo>
                  <a:cubicBezTo>
                    <a:pt x="3238" y="2699"/>
                    <a:pt x="2691" y="3238"/>
                    <a:pt x="2023" y="3238"/>
                  </a:cubicBezTo>
                  <a:cubicBezTo>
                    <a:pt x="1358" y="3238"/>
                    <a:pt x="808" y="2699"/>
                    <a:pt x="808" y="2023"/>
                  </a:cubicBezTo>
                  <a:cubicBezTo>
                    <a:pt x="808" y="1355"/>
                    <a:pt x="1358" y="819"/>
                    <a:pt x="2023" y="819"/>
                  </a:cubicBezTo>
                  <a:close/>
                  <a:moveTo>
                    <a:pt x="2023" y="0"/>
                  </a:moveTo>
                  <a:cubicBezTo>
                    <a:pt x="901" y="0"/>
                    <a:pt x="0" y="912"/>
                    <a:pt x="0" y="2023"/>
                  </a:cubicBezTo>
                  <a:cubicBezTo>
                    <a:pt x="0" y="3145"/>
                    <a:pt x="901" y="4046"/>
                    <a:pt x="2023" y="4046"/>
                  </a:cubicBezTo>
                  <a:cubicBezTo>
                    <a:pt x="3134" y="4046"/>
                    <a:pt x="4046" y="3145"/>
                    <a:pt x="4046" y="2023"/>
                  </a:cubicBezTo>
                  <a:cubicBezTo>
                    <a:pt x="4046" y="912"/>
                    <a:pt x="3134" y="0"/>
                    <a:pt x="20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2" name="Google Shape;1491;p48">
              <a:extLst>
                <a:ext uri="{FF2B5EF4-FFF2-40B4-BE49-F238E27FC236}">
                  <a16:creationId xmlns:a16="http://schemas.microsoft.com/office/drawing/2014/main" id="{A61D047C-640C-3E32-FCA6-779D10476055}"/>
                </a:ext>
              </a:extLst>
            </p:cNvPr>
            <p:cNvSpPr/>
            <p:nvPr/>
          </p:nvSpPr>
          <p:spPr>
            <a:xfrm>
              <a:off x="3412438" y="1645500"/>
              <a:ext cx="20225" cy="20225"/>
            </a:xfrm>
            <a:custGeom>
              <a:avLst/>
              <a:gdLst/>
              <a:ahLst/>
              <a:cxnLst/>
              <a:rect l="l" t="t" r="r" b="b"/>
              <a:pathLst>
                <a:path w="809" h="809" extrusionOk="0">
                  <a:moveTo>
                    <a:pt x="410" y="1"/>
                  </a:moveTo>
                  <a:cubicBezTo>
                    <a:pt x="188" y="1"/>
                    <a:pt x="0" y="177"/>
                    <a:pt x="0" y="399"/>
                  </a:cubicBezTo>
                  <a:cubicBezTo>
                    <a:pt x="0" y="621"/>
                    <a:pt x="188" y="808"/>
                    <a:pt x="410" y="808"/>
                  </a:cubicBezTo>
                  <a:cubicBezTo>
                    <a:pt x="632" y="808"/>
                    <a:pt x="808" y="621"/>
                    <a:pt x="808" y="399"/>
                  </a:cubicBezTo>
                  <a:cubicBezTo>
                    <a:pt x="808" y="177"/>
                    <a:pt x="632" y="1"/>
                    <a:pt x="4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3" name="Google Shape;1492;p48">
              <a:extLst>
                <a:ext uri="{FF2B5EF4-FFF2-40B4-BE49-F238E27FC236}">
                  <a16:creationId xmlns:a16="http://schemas.microsoft.com/office/drawing/2014/main" id="{77F6DEB2-3B15-F4BC-7F09-5020296ACA37}"/>
                </a:ext>
              </a:extLst>
            </p:cNvPr>
            <p:cNvSpPr/>
            <p:nvPr/>
          </p:nvSpPr>
          <p:spPr>
            <a:xfrm>
              <a:off x="3250013" y="1564575"/>
              <a:ext cx="345075" cy="345200"/>
            </a:xfrm>
            <a:custGeom>
              <a:avLst/>
              <a:gdLst/>
              <a:ahLst/>
              <a:cxnLst/>
              <a:rect l="l" t="t" r="r" b="b"/>
              <a:pathLst>
                <a:path w="13803" h="13808" extrusionOk="0">
                  <a:moveTo>
                    <a:pt x="7446" y="805"/>
                  </a:moveTo>
                  <a:cubicBezTo>
                    <a:pt x="8708" y="805"/>
                    <a:pt x="9735" y="1835"/>
                    <a:pt x="9735" y="3097"/>
                  </a:cubicBezTo>
                  <a:lnTo>
                    <a:pt x="9735" y="6475"/>
                  </a:lnTo>
                  <a:lnTo>
                    <a:pt x="4079" y="6475"/>
                  </a:lnTo>
                  <a:lnTo>
                    <a:pt x="4079" y="3097"/>
                  </a:lnTo>
                  <a:cubicBezTo>
                    <a:pt x="4079" y="1835"/>
                    <a:pt x="5095" y="805"/>
                    <a:pt x="6368" y="805"/>
                  </a:cubicBezTo>
                  <a:close/>
                  <a:moveTo>
                    <a:pt x="10543" y="7283"/>
                  </a:moveTo>
                  <a:lnTo>
                    <a:pt x="10543" y="8088"/>
                  </a:lnTo>
                  <a:lnTo>
                    <a:pt x="3260" y="8088"/>
                  </a:lnTo>
                  <a:lnTo>
                    <a:pt x="3260" y="7283"/>
                  </a:lnTo>
                  <a:close/>
                  <a:moveTo>
                    <a:pt x="9735" y="8896"/>
                  </a:moveTo>
                  <a:lnTo>
                    <a:pt x="9735" y="9701"/>
                  </a:lnTo>
                  <a:lnTo>
                    <a:pt x="4079" y="9701"/>
                  </a:lnTo>
                  <a:lnTo>
                    <a:pt x="4079" y="8896"/>
                  </a:lnTo>
                  <a:close/>
                  <a:moveTo>
                    <a:pt x="3400" y="12192"/>
                  </a:moveTo>
                  <a:cubicBezTo>
                    <a:pt x="3622" y="12192"/>
                    <a:pt x="3810" y="12366"/>
                    <a:pt x="3810" y="12588"/>
                  </a:cubicBezTo>
                  <a:cubicBezTo>
                    <a:pt x="3810" y="12812"/>
                    <a:pt x="3622" y="12997"/>
                    <a:pt x="3400" y="12997"/>
                  </a:cubicBezTo>
                  <a:cubicBezTo>
                    <a:pt x="3179" y="12997"/>
                    <a:pt x="2991" y="12812"/>
                    <a:pt x="2991" y="12588"/>
                  </a:cubicBezTo>
                  <a:cubicBezTo>
                    <a:pt x="2991" y="12366"/>
                    <a:pt x="3179" y="12192"/>
                    <a:pt x="3400" y="12192"/>
                  </a:cubicBezTo>
                  <a:close/>
                  <a:moveTo>
                    <a:pt x="6907" y="12192"/>
                  </a:moveTo>
                  <a:cubicBezTo>
                    <a:pt x="7129" y="12192"/>
                    <a:pt x="7305" y="12366"/>
                    <a:pt x="7305" y="12588"/>
                  </a:cubicBezTo>
                  <a:cubicBezTo>
                    <a:pt x="7305" y="12812"/>
                    <a:pt x="7129" y="12997"/>
                    <a:pt x="6907" y="12997"/>
                  </a:cubicBezTo>
                  <a:cubicBezTo>
                    <a:pt x="6685" y="12997"/>
                    <a:pt x="6497" y="12812"/>
                    <a:pt x="6497" y="12588"/>
                  </a:cubicBezTo>
                  <a:cubicBezTo>
                    <a:pt x="6497" y="12366"/>
                    <a:pt x="6685" y="12192"/>
                    <a:pt x="6907" y="12192"/>
                  </a:cubicBezTo>
                  <a:close/>
                  <a:moveTo>
                    <a:pt x="10414" y="12192"/>
                  </a:moveTo>
                  <a:cubicBezTo>
                    <a:pt x="10635" y="12192"/>
                    <a:pt x="10812" y="12366"/>
                    <a:pt x="10812" y="12588"/>
                  </a:cubicBezTo>
                  <a:cubicBezTo>
                    <a:pt x="10812" y="12812"/>
                    <a:pt x="10635" y="12997"/>
                    <a:pt x="10414" y="12997"/>
                  </a:cubicBezTo>
                  <a:cubicBezTo>
                    <a:pt x="10192" y="12997"/>
                    <a:pt x="10004" y="12812"/>
                    <a:pt x="10004" y="12588"/>
                  </a:cubicBezTo>
                  <a:cubicBezTo>
                    <a:pt x="10004" y="12366"/>
                    <a:pt x="10192" y="12192"/>
                    <a:pt x="10414" y="12192"/>
                  </a:cubicBezTo>
                  <a:close/>
                  <a:moveTo>
                    <a:pt x="6368" y="0"/>
                  </a:moveTo>
                  <a:cubicBezTo>
                    <a:pt x="4652" y="0"/>
                    <a:pt x="3260" y="1392"/>
                    <a:pt x="3260" y="3097"/>
                  </a:cubicBezTo>
                  <a:lnTo>
                    <a:pt x="3260" y="6475"/>
                  </a:lnTo>
                  <a:lnTo>
                    <a:pt x="2862" y="6475"/>
                  </a:lnTo>
                  <a:cubicBezTo>
                    <a:pt x="2640" y="6475"/>
                    <a:pt x="2455" y="6652"/>
                    <a:pt x="2455" y="6873"/>
                  </a:cubicBezTo>
                  <a:lnTo>
                    <a:pt x="2455" y="7283"/>
                  </a:lnTo>
                  <a:lnTo>
                    <a:pt x="2020" y="7283"/>
                  </a:lnTo>
                  <a:cubicBezTo>
                    <a:pt x="1798" y="7283"/>
                    <a:pt x="1625" y="7095"/>
                    <a:pt x="1625" y="6873"/>
                  </a:cubicBezTo>
                  <a:lnTo>
                    <a:pt x="1625" y="4511"/>
                  </a:lnTo>
                  <a:cubicBezTo>
                    <a:pt x="2090" y="4348"/>
                    <a:pt x="2430" y="3905"/>
                    <a:pt x="2430" y="3367"/>
                  </a:cubicBezTo>
                  <a:lnTo>
                    <a:pt x="2430" y="3109"/>
                  </a:lnTo>
                  <a:cubicBezTo>
                    <a:pt x="2430" y="2898"/>
                    <a:pt x="2278" y="2724"/>
                    <a:pt x="2068" y="2699"/>
                  </a:cubicBezTo>
                  <a:cubicBezTo>
                    <a:pt x="2054" y="2698"/>
                    <a:pt x="2041" y="2697"/>
                    <a:pt x="2028" y="2697"/>
                  </a:cubicBezTo>
                  <a:cubicBezTo>
                    <a:pt x="1803" y="2697"/>
                    <a:pt x="1625" y="2877"/>
                    <a:pt x="1625" y="3097"/>
                  </a:cubicBezTo>
                  <a:lnTo>
                    <a:pt x="1625" y="3355"/>
                  </a:lnTo>
                  <a:cubicBezTo>
                    <a:pt x="1625" y="3566"/>
                    <a:pt x="1473" y="3751"/>
                    <a:pt x="1263" y="3776"/>
                  </a:cubicBezTo>
                  <a:cubicBezTo>
                    <a:pt x="1249" y="3777"/>
                    <a:pt x="1236" y="3778"/>
                    <a:pt x="1223" y="3778"/>
                  </a:cubicBezTo>
                  <a:cubicBezTo>
                    <a:pt x="995" y="3778"/>
                    <a:pt x="817" y="3597"/>
                    <a:pt x="817" y="3367"/>
                  </a:cubicBezTo>
                  <a:lnTo>
                    <a:pt x="817" y="3109"/>
                  </a:lnTo>
                  <a:cubicBezTo>
                    <a:pt x="817" y="2898"/>
                    <a:pt x="665" y="2724"/>
                    <a:pt x="455" y="2699"/>
                  </a:cubicBezTo>
                  <a:cubicBezTo>
                    <a:pt x="441" y="2698"/>
                    <a:pt x="428" y="2697"/>
                    <a:pt x="415" y="2697"/>
                  </a:cubicBezTo>
                  <a:cubicBezTo>
                    <a:pt x="188" y="2697"/>
                    <a:pt x="0" y="2877"/>
                    <a:pt x="0" y="3097"/>
                  </a:cubicBezTo>
                  <a:lnTo>
                    <a:pt x="0" y="3367"/>
                  </a:lnTo>
                  <a:cubicBezTo>
                    <a:pt x="0" y="3891"/>
                    <a:pt x="337" y="4348"/>
                    <a:pt x="817" y="4511"/>
                  </a:cubicBezTo>
                  <a:lnTo>
                    <a:pt x="817" y="6873"/>
                  </a:lnTo>
                  <a:cubicBezTo>
                    <a:pt x="817" y="7552"/>
                    <a:pt x="1355" y="8088"/>
                    <a:pt x="2020" y="8088"/>
                  </a:cubicBezTo>
                  <a:lnTo>
                    <a:pt x="2455" y="8088"/>
                  </a:lnTo>
                  <a:lnTo>
                    <a:pt x="2455" y="8498"/>
                  </a:lnTo>
                  <a:cubicBezTo>
                    <a:pt x="2455" y="8719"/>
                    <a:pt x="2640" y="8896"/>
                    <a:pt x="2862" y="8896"/>
                  </a:cubicBezTo>
                  <a:lnTo>
                    <a:pt x="3260" y="8896"/>
                  </a:lnTo>
                  <a:lnTo>
                    <a:pt x="3260" y="10111"/>
                  </a:lnTo>
                  <a:cubicBezTo>
                    <a:pt x="3260" y="10332"/>
                    <a:pt x="3448" y="10520"/>
                    <a:pt x="3670" y="10520"/>
                  </a:cubicBezTo>
                  <a:lnTo>
                    <a:pt x="4068" y="10520"/>
                  </a:lnTo>
                  <a:lnTo>
                    <a:pt x="3600" y="11395"/>
                  </a:lnTo>
                  <a:cubicBezTo>
                    <a:pt x="3529" y="11384"/>
                    <a:pt x="3470" y="11373"/>
                    <a:pt x="3400" y="11373"/>
                  </a:cubicBezTo>
                  <a:cubicBezTo>
                    <a:pt x="2699" y="11373"/>
                    <a:pt x="2138" y="11970"/>
                    <a:pt x="2186" y="12683"/>
                  </a:cubicBezTo>
                  <a:cubicBezTo>
                    <a:pt x="2231" y="13278"/>
                    <a:pt x="2710" y="13757"/>
                    <a:pt x="3308" y="13805"/>
                  </a:cubicBezTo>
                  <a:cubicBezTo>
                    <a:pt x="3335" y="13807"/>
                    <a:pt x="3361" y="13808"/>
                    <a:pt x="3388" y="13808"/>
                  </a:cubicBezTo>
                  <a:cubicBezTo>
                    <a:pt x="4064" y="13808"/>
                    <a:pt x="4615" y="13263"/>
                    <a:pt x="4615" y="12588"/>
                  </a:cubicBezTo>
                  <a:cubicBezTo>
                    <a:pt x="4615" y="12285"/>
                    <a:pt x="4500" y="12004"/>
                    <a:pt x="4301" y="11783"/>
                  </a:cubicBezTo>
                  <a:lnTo>
                    <a:pt x="4991" y="10520"/>
                  </a:lnTo>
                  <a:lnTo>
                    <a:pt x="6497" y="10520"/>
                  </a:lnTo>
                  <a:lnTo>
                    <a:pt x="6497" y="11443"/>
                  </a:lnTo>
                  <a:cubicBezTo>
                    <a:pt x="6006" y="11620"/>
                    <a:pt x="5667" y="12111"/>
                    <a:pt x="5692" y="12658"/>
                  </a:cubicBezTo>
                  <a:cubicBezTo>
                    <a:pt x="5726" y="13278"/>
                    <a:pt x="6242" y="13780"/>
                    <a:pt x="6859" y="13805"/>
                  </a:cubicBezTo>
                  <a:cubicBezTo>
                    <a:pt x="6873" y="13806"/>
                    <a:pt x="6887" y="13806"/>
                    <a:pt x="6900" y="13806"/>
                  </a:cubicBezTo>
                  <a:cubicBezTo>
                    <a:pt x="7572" y="13806"/>
                    <a:pt x="8122" y="13264"/>
                    <a:pt x="8122" y="12588"/>
                  </a:cubicBezTo>
                  <a:cubicBezTo>
                    <a:pt x="8122" y="12063"/>
                    <a:pt x="7785" y="11620"/>
                    <a:pt x="7305" y="11443"/>
                  </a:cubicBezTo>
                  <a:lnTo>
                    <a:pt x="7305" y="10520"/>
                  </a:lnTo>
                  <a:lnTo>
                    <a:pt x="8823" y="10520"/>
                  </a:lnTo>
                  <a:lnTo>
                    <a:pt x="9502" y="11783"/>
                  </a:lnTo>
                  <a:cubicBezTo>
                    <a:pt x="9292" y="12027"/>
                    <a:pt x="9174" y="12344"/>
                    <a:pt x="9199" y="12683"/>
                  </a:cubicBezTo>
                  <a:cubicBezTo>
                    <a:pt x="9244" y="13278"/>
                    <a:pt x="9724" y="13757"/>
                    <a:pt x="10321" y="13805"/>
                  </a:cubicBezTo>
                  <a:cubicBezTo>
                    <a:pt x="10348" y="13807"/>
                    <a:pt x="10374" y="13808"/>
                    <a:pt x="10401" y="13808"/>
                  </a:cubicBezTo>
                  <a:cubicBezTo>
                    <a:pt x="11077" y="13808"/>
                    <a:pt x="11617" y="13263"/>
                    <a:pt x="11617" y="12588"/>
                  </a:cubicBezTo>
                  <a:cubicBezTo>
                    <a:pt x="11617" y="11923"/>
                    <a:pt x="11081" y="11373"/>
                    <a:pt x="10414" y="11373"/>
                  </a:cubicBezTo>
                  <a:cubicBezTo>
                    <a:pt x="10343" y="11373"/>
                    <a:pt x="10273" y="11384"/>
                    <a:pt x="10214" y="11395"/>
                  </a:cubicBezTo>
                  <a:lnTo>
                    <a:pt x="9735" y="10520"/>
                  </a:lnTo>
                  <a:lnTo>
                    <a:pt x="10144" y="10520"/>
                  </a:lnTo>
                  <a:cubicBezTo>
                    <a:pt x="10366" y="10520"/>
                    <a:pt x="10543" y="10332"/>
                    <a:pt x="10543" y="10111"/>
                  </a:cubicBezTo>
                  <a:lnTo>
                    <a:pt x="10543" y="8896"/>
                  </a:lnTo>
                  <a:lnTo>
                    <a:pt x="10952" y="8896"/>
                  </a:lnTo>
                  <a:cubicBezTo>
                    <a:pt x="11174" y="8896"/>
                    <a:pt x="11348" y="8719"/>
                    <a:pt x="11348" y="8498"/>
                  </a:cubicBezTo>
                  <a:lnTo>
                    <a:pt x="11348" y="8088"/>
                  </a:lnTo>
                  <a:lnTo>
                    <a:pt x="11783" y="8088"/>
                  </a:lnTo>
                  <a:cubicBezTo>
                    <a:pt x="12459" y="8088"/>
                    <a:pt x="12997" y="7552"/>
                    <a:pt x="12997" y="6873"/>
                  </a:cubicBezTo>
                  <a:lnTo>
                    <a:pt x="12997" y="4511"/>
                  </a:lnTo>
                  <a:cubicBezTo>
                    <a:pt x="13466" y="4348"/>
                    <a:pt x="13802" y="3905"/>
                    <a:pt x="13802" y="3367"/>
                  </a:cubicBezTo>
                  <a:lnTo>
                    <a:pt x="13802" y="3097"/>
                  </a:lnTo>
                  <a:cubicBezTo>
                    <a:pt x="13802" y="2876"/>
                    <a:pt x="13629" y="2699"/>
                    <a:pt x="13407" y="2699"/>
                  </a:cubicBezTo>
                  <a:cubicBezTo>
                    <a:pt x="13185" y="2699"/>
                    <a:pt x="12997" y="2876"/>
                    <a:pt x="12997" y="3097"/>
                  </a:cubicBezTo>
                  <a:lnTo>
                    <a:pt x="12997" y="3355"/>
                  </a:lnTo>
                  <a:cubicBezTo>
                    <a:pt x="12997" y="3566"/>
                    <a:pt x="12846" y="3751"/>
                    <a:pt x="12647" y="3776"/>
                  </a:cubicBezTo>
                  <a:cubicBezTo>
                    <a:pt x="12633" y="3777"/>
                    <a:pt x="12620" y="3778"/>
                    <a:pt x="12607" y="3778"/>
                  </a:cubicBezTo>
                  <a:cubicBezTo>
                    <a:pt x="12378" y="3778"/>
                    <a:pt x="12189" y="3597"/>
                    <a:pt x="12189" y="3367"/>
                  </a:cubicBezTo>
                  <a:lnTo>
                    <a:pt x="12189" y="3109"/>
                  </a:lnTo>
                  <a:cubicBezTo>
                    <a:pt x="12189" y="2898"/>
                    <a:pt x="12038" y="2724"/>
                    <a:pt x="11828" y="2699"/>
                  </a:cubicBezTo>
                  <a:cubicBezTo>
                    <a:pt x="11814" y="2698"/>
                    <a:pt x="11801" y="2697"/>
                    <a:pt x="11788" y="2697"/>
                  </a:cubicBezTo>
                  <a:cubicBezTo>
                    <a:pt x="11562" y="2697"/>
                    <a:pt x="11384" y="2877"/>
                    <a:pt x="11384" y="3097"/>
                  </a:cubicBezTo>
                  <a:lnTo>
                    <a:pt x="11384" y="3367"/>
                  </a:lnTo>
                  <a:cubicBezTo>
                    <a:pt x="11384" y="3891"/>
                    <a:pt x="11724" y="4348"/>
                    <a:pt x="12189" y="4511"/>
                  </a:cubicBezTo>
                  <a:lnTo>
                    <a:pt x="12189" y="6873"/>
                  </a:lnTo>
                  <a:cubicBezTo>
                    <a:pt x="12189" y="7095"/>
                    <a:pt x="12004" y="7283"/>
                    <a:pt x="11783" y="7283"/>
                  </a:cubicBezTo>
                  <a:lnTo>
                    <a:pt x="11348" y="7283"/>
                  </a:lnTo>
                  <a:lnTo>
                    <a:pt x="11348" y="6873"/>
                  </a:lnTo>
                  <a:cubicBezTo>
                    <a:pt x="11348" y="6652"/>
                    <a:pt x="11174" y="6475"/>
                    <a:pt x="10952" y="6475"/>
                  </a:cubicBezTo>
                  <a:lnTo>
                    <a:pt x="10543" y="6475"/>
                  </a:lnTo>
                  <a:lnTo>
                    <a:pt x="10543" y="3097"/>
                  </a:lnTo>
                  <a:cubicBezTo>
                    <a:pt x="10543" y="1392"/>
                    <a:pt x="9151" y="0"/>
                    <a:pt x="74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lt1"/>
                </a:solidFill>
              </a:endParaRPr>
            </a:p>
          </p:txBody>
        </p:sp>
      </p:grpSp>
      <p:sp>
        <p:nvSpPr>
          <p:cNvPr id="55" name="CaixaDeTexto 54">
            <a:extLst>
              <a:ext uri="{FF2B5EF4-FFF2-40B4-BE49-F238E27FC236}">
                <a16:creationId xmlns:a16="http://schemas.microsoft.com/office/drawing/2014/main" id="{AD0EEFBC-6C06-CA25-FD9C-37B27DE983BE}"/>
              </a:ext>
            </a:extLst>
          </p:cNvPr>
          <p:cNvSpPr txBox="1"/>
          <p:nvPr/>
        </p:nvSpPr>
        <p:spPr>
          <a:xfrm>
            <a:off x="4923481" y="1151359"/>
            <a:ext cx="2548882" cy="1600438"/>
          </a:xfrm>
          <a:prstGeom prst="rect">
            <a:avLst/>
          </a:prstGeom>
          <a:noFill/>
        </p:spPr>
        <p:txBody>
          <a:bodyPr wrap="square" rtlCol="0">
            <a:spAutoFit/>
          </a:bodyPr>
          <a:lstStyle/>
          <a:p>
            <a:r>
              <a:rPr lang="pt-BR" b="1" dirty="0" err="1">
                <a:solidFill>
                  <a:schemeClr val="tx1"/>
                </a:solidFill>
              </a:rPr>
              <a:t>PyQt</a:t>
            </a:r>
            <a:r>
              <a:rPr lang="pt-BR" b="1" dirty="0">
                <a:solidFill>
                  <a:schemeClr val="tx1"/>
                </a:solidFill>
              </a:rPr>
              <a:t> e </a:t>
            </a:r>
            <a:r>
              <a:rPr lang="pt-BR" b="1" dirty="0" err="1">
                <a:solidFill>
                  <a:schemeClr val="tx1"/>
                </a:solidFill>
              </a:rPr>
              <a:t>PySide</a:t>
            </a:r>
            <a:endParaRPr lang="pt-BR" b="1" dirty="0">
              <a:solidFill>
                <a:schemeClr val="tx1"/>
              </a:solidFill>
            </a:endParaRPr>
          </a:p>
          <a:p>
            <a:r>
              <a:rPr lang="pt-BR" sz="1200" dirty="0">
                <a:solidFill>
                  <a:schemeClr val="tx1"/>
                </a:solidFill>
              </a:rPr>
              <a:t>Bibliotecas mais avançadas do framework Qt. Desenvolvidas com o intuito de amplificar e possibilitar aplicações mais complexas. Além disso, são multiplataformas, viabilizando a execução em demais sistemas operacionais</a:t>
            </a:r>
          </a:p>
        </p:txBody>
      </p:sp>
      <p:sp>
        <p:nvSpPr>
          <p:cNvPr id="56" name="CaixaDeTexto 55">
            <a:extLst>
              <a:ext uri="{FF2B5EF4-FFF2-40B4-BE49-F238E27FC236}">
                <a16:creationId xmlns:a16="http://schemas.microsoft.com/office/drawing/2014/main" id="{5A4DE043-309F-3C3D-0F3F-E12BEC50FFEF}"/>
              </a:ext>
            </a:extLst>
          </p:cNvPr>
          <p:cNvSpPr txBox="1"/>
          <p:nvPr/>
        </p:nvSpPr>
        <p:spPr>
          <a:xfrm>
            <a:off x="1551138" y="1298271"/>
            <a:ext cx="2291452" cy="523220"/>
          </a:xfrm>
          <a:prstGeom prst="rect">
            <a:avLst/>
          </a:prstGeom>
          <a:noFill/>
        </p:spPr>
        <p:txBody>
          <a:bodyPr wrap="square" rtlCol="0">
            <a:spAutoFit/>
          </a:bodyPr>
          <a:lstStyle/>
          <a:p>
            <a:r>
              <a:rPr lang="pt-BR" dirty="0">
                <a:solidFill>
                  <a:schemeClr val="tx1"/>
                </a:solidFill>
                <a:latin typeface="Hanken Grotesk" pitchFamily="2" charset="0"/>
              </a:rPr>
              <a:t>Componentes visuais, controles e eventos.</a:t>
            </a:r>
          </a:p>
        </p:txBody>
      </p:sp>
    </p:spTree>
    <p:extLst>
      <p:ext uri="{BB962C8B-B14F-4D97-AF65-F5344CB8AC3E}">
        <p14:creationId xmlns:p14="http://schemas.microsoft.com/office/powerpoint/2010/main" val="1129246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32"/>
          <p:cNvSpPr txBox="1">
            <a:spLocks noGrp="1"/>
          </p:cNvSpPr>
          <p:nvPr>
            <p:ph type="title"/>
          </p:nvPr>
        </p:nvSpPr>
        <p:spPr>
          <a:xfrm>
            <a:off x="1136800" y="2292595"/>
            <a:ext cx="5507840" cy="1022530"/>
          </a:xfrm>
          <a:prstGeom prst="rect">
            <a:avLst/>
          </a:prstGeom>
        </p:spPr>
        <p:txBody>
          <a:bodyPr spcFirstLastPara="1" wrap="square" lIns="91425" tIns="91425" rIns="91425" bIns="91425" anchor="ctr" anchorCtr="0">
            <a:noAutofit/>
          </a:bodyPr>
          <a:lstStyle/>
          <a:p>
            <a:r>
              <a:rPr lang="en" dirty="0"/>
              <a:t>Implementações Python</a:t>
            </a:r>
          </a:p>
        </p:txBody>
      </p:sp>
      <p:sp>
        <p:nvSpPr>
          <p:cNvPr id="741" name="Google Shape;741;p32"/>
          <p:cNvSpPr/>
          <p:nvPr/>
        </p:nvSpPr>
        <p:spPr>
          <a:xfrm rot="-5400000">
            <a:off x="689075" y="2684117"/>
            <a:ext cx="357300" cy="309016"/>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2"/>
          <p:cNvSpPr/>
          <p:nvPr/>
        </p:nvSpPr>
        <p:spPr>
          <a:xfrm>
            <a:off x="7016375" y="-1615175"/>
            <a:ext cx="1633483" cy="5920031"/>
          </a:xfrm>
          <a:custGeom>
            <a:avLst/>
            <a:gdLst/>
            <a:ahLst/>
            <a:cxnLst/>
            <a:rect l="l" t="t" r="r" b="b"/>
            <a:pathLst>
              <a:path w="18075" h="65507" extrusionOk="0">
                <a:moveTo>
                  <a:pt x="0" y="65507"/>
                </a:moveTo>
                <a:lnTo>
                  <a:pt x="18075" y="47432"/>
                </a:lnTo>
                <a:lnTo>
                  <a:pt x="18075" y="0"/>
                </a:lnTo>
              </a:path>
            </a:pathLst>
          </a:custGeom>
          <a:noFill/>
          <a:ln w="9525" cap="flat" cmpd="sng">
            <a:solidFill>
              <a:schemeClr val="accent1"/>
            </a:solidFill>
            <a:prstDash val="solid"/>
            <a:round/>
            <a:headEnd type="none" w="med" len="med"/>
            <a:tailEnd type="none" w="med" len="med"/>
          </a:ln>
        </p:spPr>
        <p:txBody>
          <a:bodyPr/>
          <a:lstStyle/>
          <a:p>
            <a:endParaRPr lang="pt-BR"/>
          </a:p>
        </p:txBody>
      </p:sp>
      <p:grpSp>
        <p:nvGrpSpPr>
          <p:cNvPr id="743" name="Google Shape;743;p32"/>
          <p:cNvGrpSpPr/>
          <p:nvPr/>
        </p:nvGrpSpPr>
        <p:grpSpPr>
          <a:xfrm rot="10800000" flipH="1">
            <a:off x="7968643" y="3562070"/>
            <a:ext cx="681217" cy="3360485"/>
            <a:chOff x="1337800" y="-2525590"/>
            <a:chExt cx="1498167" cy="7390555"/>
          </a:xfrm>
        </p:grpSpPr>
        <p:cxnSp>
          <p:nvCxnSpPr>
            <p:cNvPr id="744" name="Google Shape;744;p32"/>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745" name="Google Shape;745;p32"/>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746" name="Google Shape;746;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7" name="Google Shape;747;p32"/>
          <p:cNvGrpSpPr/>
          <p:nvPr/>
        </p:nvGrpSpPr>
        <p:grpSpPr>
          <a:xfrm rot="-5400000" flipH="1">
            <a:off x="70043" y="-592705"/>
            <a:ext cx="681217" cy="3360485"/>
            <a:chOff x="1337800" y="-2525590"/>
            <a:chExt cx="1498167" cy="7390555"/>
          </a:xfrm>
        </p:grpSpPr>
        <p:cxnSp>
          <p:nvCxnSpPr>
            <p:cNvPr id="748" name="Google Shape;748;p32"/>
            <p:cNvCxnSpPr/>
            <p:nvPr/>
          </p:nvCxnSpPr>
          <p:spPr>
            <a:xfrm rot="10800000">
              <a:off x="1337800" y="-2525590"/>
              <a:ext cx="0" cy="5870700"/>
            </a:xfrm>
            <a:prstGeom prst="straightConnector1">
              <a:avLst/>
            </a:prstGeom>
            <a:noFill/>
            <a:ln w="9525" cap="flat" cmpd="sng">
              <a:solidFill>
                <a:schemeClr val="lt1"/>
              </a:solidFill>
              <a:prstDash val="solid"/>
              <a:round/>
              <a:headEnd type="none" w="med" len="med"/>
              <a:tailEnd type="none" w="med" len="med"/>
            </a:ln>
          </p:spPr>
        </p:cxnSp>
        <p:cxnSp>
          <p:nvCxnSpPr>
            <p:cNvPr id="749" name="Google Shape;749;p32"/>
            <p:cNvCxnSpPr/>
            <p:nvPr/>
          </p:nvCxnSpPr>
          <p:spPr>
            <a:xfrm>
              <a:off x="1337800" y="3347125"/>
              <a:ext cx="1158600" cy="1141200"/>
            </a:xfrm>
            <a:prstGeom prst="straightConnector1">
              <a:avLst/>
            </a:prstGeom>
            <a:noFill/>
            <a:ln w="9525" cap="flat" cmpd="sng">
              <a:solidFill>
                <a:schemeClr val="lt1"/>
              </a:solidFill>
              <a:prstDash val="solid"/>
              <a:round/>
              <a:headEnd type="none" w="med" len="med"/>
              <a:tailEnd type="none" w="med" len="med"/>
            </a:ln>
          </p:spPr>
        </p:cxnSp>
        <p:sp>
          <p:nvSpPr>
            <p:cNvPr id="750" name="Google Shape;750;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1" name="Google Shape;751;p32"/>
          <p:cNvSpPr/>
          <p:nvPr/>
        </p:nvSpPr>
        <p:spPr>
          <a:xfrm rot="-5400000">
            <a:off x="5572485" y="-2452153"/>
            <a:ext cx="1971347" cy="6005438"/>
          </a:xfrm>
          <a:custGeom>
            <a:avLst/>
            <a:gdLst/>
            <a:ahLst/>
            <a:cxnLst/>
            <a:rect l="l" t="t" r="r" b="b"/>
            <a:pathLst>
              <a:path w="62917" h="191668" extrusionOk="0">
                <a:moveTo>
                  <a:pt x="0" y="0"/>
                </a:moveTo>
                <a:lnTo>
                  <a:pt x="0" y="21836"/>
                </a:lnTo>
                <a:lnTo>
                  <a:pt x="38334" y="60169"/>
                </a:lnTo>
                <a:lnTo>
                  <a:pt x="38334" y="81762"/>
                </a:lnTo>
                <a:lnTo>
                  <a:pt x="22442" y="97654"/>
                </a:lnTo>
                <a:lnTo>
                  <a:pt x="22442" y="116457"/>
                </a:lnTo>
                <a:lnTo>
                  <a:pt x="62917" y="139825"/>
                </a:lnTo>
                <a:lnTo>
                  <a:pt x="62917" y="191668"/>
                </a:lnTo>
              </a:path>
            </a:pathLst>
          </a:custGeom>
          <a:noFill/>
          <a:ln w="9525" cap="flat" cmpd="sng">
            <a:solidFill>
              <a:schemeClr val="accent1"/>
            </a:solidFill>
            <a:prstDash val="solid"/>
            <a:round/>
            <a:headEnd type="none" w="med" len="med"/>
            <a:tailEnd type="none" w="med" len="med"/>
          </a:ln>
        </p:spPr>
        <p:txBody>
          <a:bodyPr/>
          <a:lstStyle/>
          <a:p>
            <a:endParaRPr lang="pt-BR"/>
          </a:p>
        </p:txBody>
      </p:sp>
      <p:grpSp>
        <p:nvGrpSpPr>
          <p:cNvPr id="752" name="Google Shape;752;p32"/>
          <p:cNvGrpSpPr/>
          <p:nvPr/>
        </p:nvGrpSpPr>
        <p:grpSpPr>
          <a:xfrm>
            <a:off x="7221623" y="1260360"/>
            <a:ext cx="1160062" cy="523162"/>
            <a:chOff x="7221623" y="1260360"/>
            <a:chExt cx="1160062" cy="523162"/>
          </a:xfrm>
        </p:grpSpPr>
        <p:sp>
          <p:nvSpPr>
            <p:cNvPr id="753" name="Google Shape;753;p32"/>
            <p:cNvSpPr/>
            <p:nvPr/>
          </p:nvSpPr>
          <p:spPr>
            <a:xfrm rot="-5400000">
              <a:off x="8141200" y="1059948"/>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2"/>
            <p:cNvSpPr/>
            <p:nvPr/>
          </p:nvSpPr>
          <p:spPr>
            <a:xfrm rot="5400000">
              <a:off x="7437562" y="1320304"/>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2"/>
            <p:cNvSpPr/>
            <p:nvPr/>
          </p:nvSpPr>
          <p:spPr>
            <a:xfrm rot="-5400000">
              <a:off x="7930383" y="13322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1941352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1" name="Google Shape;761;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r>
              <a:rPr lang="en" sz="2500" dirty="0">
                <a:solidFill>
                  <a:srgbClr val="FFFFFF"/>
                </a:solidFill>
              </a:rPr>
              <a:t>Aplicações Web</a:t>
            </a:r>
          </a:p>
        </p:txBody>
      </p:sp>
      <p:sp>
        <p:nvSpPr>
          <p:cNvPr id="22" name="CaixaDeTexto 21">
            <a:extLst>
              <a:ext uri="{FF2B5EF4-FFF2-40B4-BE49-F238E27FC236}">
                <a16:creationId xmlns:a16="http://schemas.microsoft.com/office/drawing/2014/main" id="{AFA06ABD-B53D-F75F-EB80-32EDC9C5530A}"/>
              </a:ext>
            </a:extLst>
          </p:cNvPr>
          <p:cNvSpPr txBox="1"/>
          <p:nvPr/>
        </p:nvSpPr>
        <p:spPr>
          <a:xfrm>
            <a:off x="1370673" y="1457155"/>
            <a:ext cx="2603091" cy="1015663"/>
          </a:xfrm>
          <a:prstGeom prst="rect">
            <a:avLst/>
          </a:prstGeom>
          <a:noFill/>
        </p:spPr>
        <p:txBody>
          <a:bodyPr wrap="square" rtlCol="0">
            <a:spAutoFit/>
          </a:bodyPr>
          <a:lstStyle/>
          <a:p>
            <a:r>
              <a:rPr lang="pt-BR" sz="1200" b="0" i="0" dirty="0">
                <a:solidFill>
                  <a:schemeClr val="tx1"/>
                </a:solidFill>
                <a:effectLst/>
                <a:latin typeface="Hanken Grotesk" pitchFamily="2" charset="0"/>
              </a:rPr>
              <a:t>Uma aplicação web é um software projetado para funcionar como sites informativos, aplicativos interativos ou sistemas de comércio eletrônico.</a:t>
            </a:r>
            <a:endParaRPr lang="pt-BR" sz="1050" dirty="0">
              <a:solidFill>
                <a:schemeClr val="tx1"/>
              </a:solidFill>
              <a:latin typeface="Hanken Grotesk" pitchFamily="2" charset="0"/>
            </a:endParaRPr>
          </a:p>
        </p:txBody>
      </p:sp>
      <p:sp>
        <p:nvSpPr>
          <p:cNvPr id="23" name="CaixaDeTexto 22">
            <a:extLst>
              <a:ext uri="{FF2B5EF4-FFF2-40B4-BE49-F238E27FC236}">
                <a16:creationId xmlns:a16="http://schemas.microsoft.com/office/drawing/2014/main" id="{53D3081A-FFDA-B93B-C677-B3CC06DA6C54}"/>
              </a:ext>
            </a:extLst>
          </p:cNvPr>
          <p:cNvSpPr txBox="1"/>
          <p:nvPr/>
        </p:nvSpPr>
        <p:spPr>
          <a:xfrm>
            <a:off x="6045262" y="1585345"/>
            <a:ext cx="2378737" cy="646331"/>
          </a:xfrm>
          <a:prstGeom prst="rect">
            <a:avLst/>
          </a:prstGeom>
          <a:noFill/>
        </p:spPr>
        <p:txBody>
          <a:bodyPr wrap="square" rtlCol="0">
            <a:spAutoFit/>
          </a:bodyPr>
          <a:lstStyle/>
          <a:p>
            <a:r>
              <a:rPr lang="pt-BR" sz="1200" dirty="0">
                <a:solidFill>
                  <a:schemeClr val="tx1"/>
                </a:solidFill>
                <a:latin typeface="Hanken Grotesk" pitchFamily="2" charset="0"/>
              </a:rPr>
              <a:t>Os principais frameworks para desenvolvimento de aplicativos web são Django, </a:t>
            </a:r>
            <a:r>
              <a:rPr lang="pt-BR" sz="1200" dirty="0" err="1">
                <a:solidFill>
                  <a:schemeClr val="tx1"/>
                </a:solidFill>
                <a:latin typeface="Hanken Grotesk" pitchFamily="2" charset="0"/>
              </a:rPr>
              <a:t>Flask</a:t>
            </a:r>
            <a:r>
              <a:rPr lang="pt-BR" sz="1200" dirty="0">
                <a:solidFill>
                  <a:schemeClr val="tx1"/>
                </a:solidFill>
                <a:latin typeface="Hanken Grotesk" pitchFamily="2" charset="0"/>
              </a:rPr>
              <a:t> e </a:t>
            </a:r>
            <a:r>
              <a:rPr lang="pt-BR" sz="1200" dirty="0" err="1">
                <a:solidFill>
                  <a:schemeClr val="tx1"/>
                </a:solidFill>
                <a:latin typeface="Hanken Grotesk" pitchFamily="2" charset="0"/>
              </a:rPr>
              <a:t>FastAPI</a:t>
            </a:r>
            <a:endParaRPr lang="pt-BR" sz="1200" dirty="0">
              <a:solidFill>
                <a:schemeClr val="tx1"/>
              </a:solidFill>
              <a:latin typeface="Hanken Grotesk" pitchFamily="2" charset="0"/>
            </a:endParaRPr>
          </a:p>
        </p:txBody>
      </p:sp>
      <p:sp>
        <p:nvSpPr>
          <p:cNvPr id="24" name="CaixaDeTexto 23">
            <a:extLst>
              <a:ext uri="{FF2B5EF4-FFF2-40B4-BE49-F238E27FC236}">
                <a16:creationId xmlns:a16="http://schemas.microsoft.com/office/drawing/2014/main" id="{6A9188C7-390D-982E-EE3F-54BD6194B490}"/>
              </a:ext>
            </a:extLst>
          </p:cNvPr>
          <p:cNvSpPr txBox="1"/>
          <p:nvPr/>
        </p:nvSpPr>
        <p:spPr>
          <a:xfrm>
            <a:off x="3525358" y="3217798"/>
            <a:ext cx="2391767" cy="830997"/>
          </a:xfrm>
          <a:prstGeom prst="rect">
            <a:avLst/>
          </a:prstGeom>
          <a:noFill/>
        </p:spPr>
        <p:txBody>
          <a:bodyPr wrap="square" rtlCol="0">
            <a:spAutoFit/>
          </a:bodyPr>
          <a:lstStyle/>
          <a:p>
            <a:r>
              <a:rPr lang="pt-BR" sz="1200" dirty="0">
                <a:solidFill>
                  <a:schemeClr val="tx1"/>
                </a:solidFill>
                <a:latin typeface="Hanken Grotesk" pitchFamily="2" charset="0"/>
              </a:rPr>
              <a:t>Os principais aplicativos web desenvolvidos em Python incluem </a:t>
            </a:r>
            <a:r>
              <a:rPr lang="pt-BR" sz="1200" dirty="0" err="1">
                <a:solidFill>
                  <a:schemeClr val="tx1"/>
                </a:solidFill>
                <a:latin typeface="Hanken Grotesk" pitchFamily="2" charset="0"/>
              </a:rPr>
              <a:t>Spotify</a:t>
            </a:r>
            <a:r>
              <a:rPr lang="pt-BR" sz="1200" dirty="0">
                <a:solidFill>
                  <a:schemeClr val="tx1"/>
                </a:solidFill>
                <a:latin typeface="Hanken Grotesk" pitchFamily="2" charset="0"/>
              </a:rPr>
              <a:t>, YouTube, </a:t>
            </a:r>
            <a:r>
              <a:rPr lang="pt-BR" sz="1200" dirty="0" err="1">
                <a:solidFill>
                  <a:schemeClr val="tx1"/>
                </a:solidFill>
                <a:latin typeface="Hanken Grotesk" pitchFamily="2" charset="0"/>
              </a:rPr>
              <a:t>Tinder</a:t>
            </a:r>
            <a:r>
              <a:rPr lang="pt-BR" sz="1200" dirty="0">
                <a:solidFill>
                  <a:schemeClr val="tx1"/>
                </a:solidFill>
                <a:latin typeface="Hanken Grotesk" pitchFamily="2" charset="0"/>
              </a:rPr>
              <a:t> e Google.</a:t>
            </a:r>
          </a:p>
        </p:txBody>
      </p:sp>
      <p:grpSp>
        <p:nvGrpSpPr>
          <p:cNvPr id="2" name="Google Shape;1262;p48">
            <a:extLst>
              <a:ext uri="{FF2B5EF4-FFF2-40B4-BE49-F238E27FC236}">
                <a16:creationId xmlns:a16="http://schemas.microsoft.com/office/drawing/2014/main" id="{AD4AA185-3EA6-047C-F057-A34D532F988E}"/>
              </a:ext>
            </a:extLst>
          </p:cNvPr>
          <p:cNvGrpSpPr/>
          <p:nvPr/>
        </p:nvGrpSpPr>
        <p:grpSpPr>
          <a:xfrm>
            <a:off x="3032306" y="3217798"/>
            <a:ext cx="345125" cy="345150"/>
            <a:chOff x="997838" y="3797375"/>
            <a:chExt cx="345125" cy="345150"/>
          </a:xfrm>
        </p:grpSpPr>
        <p:sp>
          <p:nvSpPr>
            <p:cNvPr id="3" name="Google Shape;1263;p48">
              <a:extLst>
                <a:ext uri="{FF2B5EF4-FFF2-40B4-BE49-F238E27FC236}">
                  <a16:creationId xmlns:a16="http://schemas.microsoft.com/office/drawing/2014/main" id="{F4986596-BFFC-88F6-A5E6-F4F832A98530}"/>
                </a:ext>
              </a:extLst>
            </p:cNvPr>
            <p:cNvSpPr/>
            <p:nvPr/>
          </p:nvSpPr>
          <p:spPr>
            <a:xfrm>
              <a:off x="997838" y="3797375"/>
              <a:ext cx="345125" cy="345150"/>
            </a:xfrm>
            <a:custGeom>
              <a:avLst/>
              <a:gdLst/>
              <a:ahLst/>
              <a:cxnLst/>
              <a:rect l="l" t="t" r="r" b="b"/>
              <a:pathLst>
                <a:path w="13805" h="13806" extrusionOk="0">
                  <a:moveTo>
                    <a:pt x="6895" y="809"/>
                  </a:moveTo>
                  <a:cubicBezTo>
                    <a:pt x="8172" y="809"/>
                    <a:pt x="9199" y="1838"/>
                    <a:pt x="9199" y="3101"/>
                  </a:cubicBezTo>
                  <a:cubicBezTo>
                    <a:pt x="9199" y="3788"/>
                    <a:pt x="8896" y="4433"/>
                    <a:pt x="8357" y="4865"/>
                  </a:cubicBezTo>
                  <a:cubicBezTo>
                    <a:pt x="8018" y="5157"/>
                    <a:pt x="7785" y="5530"/>
                    <a:pt x="7715" y="5928"/>
                  </a:cubicBezTo>
                  <a:lnTo>
                    <a:pt x="7305" y="5928"/>
                  </a:lnTo>
                  <a:lnTo>
                    <a:pt x="7305" y="3813"/>
                  </a:lnTo>
                  <a:lnTo>
                    <a:pt x="7995" y="3123"/>
                  </a:lnTo>
                  <a:cubicBezTo>
                    <a:pt x="8158" y="2960"/>
                    <a:pt x="8158" y="2702"/>
                    <a:pt x="7995" y="2551"/>
                  </a:cubicBezTo>
                  <a:cubicBezTo>
                    <a:pt x="7919" y="2468"/>
                    <a:pt x="7817" y="2427"/>
                    <a:pt x="7713" y="2427"/>
                  </a:cubicBezTo>
                  <a:cubicBezTo>
                    <a:pt x="7609" y="2427"/>
                    <a:pt x="7504" y="2468"/>
                    <a:pt x="7423" y="2551"/>
                  </a:cubicBezTo>
                  <a:lnTo>
                    <a:pt x="6895" y="3064"/>
                  </a:lnTo>
                  <a:lnTo>
                    <a:pt x="6382" y="2551"/>
                  </a:lnTo>
                  <a:cubicBezTo>
                    <a:pt x="6304" y="2473"/>
                    <a:pt x="6197" y="2430"/>
                    <a:pt x="6089" y="2430"/>
                  </a:cubicBezTo>
                  <a:cubicBezTo>
                    <a:pt x="6003" y="2430"/>
                    <a:pt x="5917" y="2457"/>
                    <a:pt x="5843" y="2514"/>
                  </a:cubicBezTo>
                  <a:cubicBezTo>
                    <a:pt x="5647" y="2666"/>
                    <a:pt x="5633" y="2946"/>
                    <a:pt x="5810" y="3123"/>
                  </a:cubicBezTo>
                  <a:lnTo>
                    <a:pt x="6500" y="3813"/>
                  </a:lnTo>
                  <a:lnTo>
                    <a:pt x="6500" y="5928"/>
                  </a:lnTo>
                  <a:lnTo>
                    <a:pt x="6090" y="5928"/>
                  </a:lnTo>
                  <a:cubicBezTo>
                    <a:pt x="6020" y="5530"/>
                    <a:pt x="5787" y="5157"/>
                    <a:pt x="5448" y="4865"/>
                  </a:cubicBezTo>
                  <a:cubicBezTo>
                    <a:pt x="4909" y="4433"/>
                    <a:pt x="4606" y="3788"/>
                    <a:pt x="4606" y="3101"/>
                  </a:cubicBezTo>
                  <a:cubicBezTo>
                    <a:pt x="4606" y="1838"/>
                    <a:pt x="5633" y="809"/>
                    <a:pt x="6895" y="809"/>
                  </a:cubicBezTo>
                  <a:close/>
                  <a:moveTo>
                    <a:pt x="7681" y="6748"/>
                  </a:moveTo>
                  <a:lnTo>
                    <a:pt x="7681" y="7412"/>
                  </a:lnTo>
                  <a:cubicBezTo>
                    <a:pt x="7681" y="7494"/>
                    <a:pt x="7622" y="7553"/>
                    <a:pt x="7552" y="7553"/>
                  </a:cubicBezTo>
                  <a:lnTo>
                    <a:pt x="6253" y="7553"/>
                  </a:lnTo>
                  <a:cubicBezTo>
                    <a:pt x="6183" y="7553"/>
                    <a:pt x="6124" y="7494"/>
                    <a:pt x="6124" y="7412"/>
                  </a:cubicBezTo>
                  <a:lnTo>
                    <a:pt x="6124" y="6748"/>
                  </a:lnTo>
                  <a:close/>
                  <a:moveTo>
                    <a:pt x="12857" y="3507"/>
                  </a:moveTo>
                  <a:cubicBezTo>
                    <a:pt x="12941" y="3507"/>
                    <a:pt x="12997" y="3566"/>
                    <a:pt x="12997" y="3637"/>
                  </a:cubicBezTo>
                  <a:lnTo>
                    <a:pt x="12997" y="9166"/>
                  </a:lnTo>
                  <a:lnTo>
                    <a:pt x="808" y="9166"/>
                  </a:lnTo>
                  <a:lnTo>
                    <a:pt x="808" y="3637"/>
                  </a:lnTo>
                  <a:cubicBezTo>
                    <a:pt x="808" y="3566"/>
                    <a:pt x="864" y="3507"/>
                    <a:pt x="948" y="3507"/>
                  </a:cubicBezTo>
                  <a:lnTo>
                    <a:pt x="3824" y="3507"/>
                  </a:lnTo>
                  <a:cubicBezTo>
                    <a:pt x="3927" y="4279"/>
                    <a:pt x="4315" y="4994"/>
                    <a:pt x="4921" y="5496"/>
                  </a:cubicBezTo>
                  <a:cubicBezTo>
                    <a:pt x="5167" y="5696"/>
                    <a:pt x="5308" y="5976"/>
                    <a:pt x="5308" y="6257"/>
                  </a:cubicBezTo>
                  <a:lnTo>
                    <a:pt x="5308" y="7412"/>
                  </a:lnTo>
                  <a:cubicBezTo>
                    <a:pt x="5308" y="7940"/>
                    <a:pt x="5740" y="8361"/>
                    <a:pt x="6253" y="8361"/>
                  </a:cubicBezTo>
                  <a:lnTo>
                    <a:pt x="7527" y="8361"/>
                  </a:lnTo>
                  <a:cubicBezTo>
                    <a:pt x="8043" y="8361"/>
                    <a:pt x="8464" y="7940"/>
                    <a:pt x="8464" y="7412"/>
                  </a:cubicBezTo>
                  <a:lnTo>
                    <a:pt x="8464" y="6257"/>
                  </a:lnTo>
                  <a:cubicBezTo>
                    <a:pt x="8464" y="5976"/>
                    <a:pt x="8604" y="5696"/>
                    <a:pt x="8848" y="5496"/>
                  </a:cubicBezTo>
                  <a:cubicBezTo>
                    <a:pt x="9457" y="4994"/>
                    <a:pt x="9855" y="4279"/>
                    <a:pt x="9948" y="3507"/>
                  </a:cubicBezTo>
                  <a:close/>
                  <a:moveTo>
                    <a:pt x="12997" y="9974"/>
                  </a:moveTo>
                  <a:lnTo>
                    <a:pt x="12997" y="10650"/>
                  </a:lnTo>
                  <a:cubicBezTo>
                    <a:pt x="12997" y="10720"/>
                    <a:pt x="12941" y="10790"/>
                    <a:pt x="12857" y="10790"/>
                  </a:cubicBezTo>
                  <a:lnTo>
                    <a:pt x="948" y="10790"/>
                  </a:lnTo>
                  <a:cubicBezTo>
                    <a:pt x="864" y="10790"/>
                    <a:pt x="808" y="10720"/>
                    <a:pt x="808" y="10650"/>
                  </a:cubicBezTo>
                  <a:lnTo>
                    <a:pt x="808" y="9974"/>
                  </a:lnTo>
                  <a:close/>
                  <a:moveTo>
                    <a:pt x="8194" y="11598"/>
                  </a:moveTo>
                  <a:lnTo>
                    <a:pt x="8534" y="13001"/>
                  </a:lnTo>
                  <a:lnTo>
                    <a:pt x="5249" y="13001"/>
                  </a:lnTo>
                  <a:lnTo>
                    <a:pt x="5588" y="11598"/>
                  </a:lnTo>
                  <a:close/>
                  <a:moveTo>
                    <a:pt x="6895" y="1"/>
                  </a:moveTo>
                  <a:cubicBezTo>
                    <a:pt x="5330" y="1"/>
                    <a:pt x="4020" y="1182"/>
                    <a:pt x="3824" y="2702"/>
                  </a:cubicBezTo>
                  <a:lnTo>
                    <a:pt x="948" y="2702"/>
                  </a:lnTo>
                  <a:cubicBezTo>
                    <a:pt x="421" y="2702"/>
                    <a:pt x="0" y="3123"/>
                    <a:pt x="0" y="3637"/>
                  </a:cubicBezTo>
                  <a:lnTo>
                    <a:pt x="0" y="10650"/>
                  </a:lnTo>
                  <a:cubicBezTo>
                    <a:pt x="0" y="11177"/>
                    <a:pt x="421" y="11598"/>
                    <a:pt x="948" y="11598"/>
                  </a:cubicBezTo>
                  <a:lnTo>
                    <a:pt x="4769" y="11598"/>
                  </a:lnTo>
                  <a:lnTo>
                    <a:pt x="4430" y="13001"/>
                  </a:lnTo>
                  <a:lnTo>
                    <a:pt x="3669" y="13001"/>
                  </a:lnTo>
                  <a:cubicBezTo>
                    <a:pt x="3459" y="13001"/>
                    <a:pt x="3274" y="13152"/>
                    <a:pt x="3249" y="13351"/>
                  </a:cubicBezTo>
                  <a:cubicBezTo>
                    <a:pt x="3226" y="13595"/>
                    <a:pt x="3414" y="13806"/>
                    <a:pt x="3658" y="13806"/>
                  </a:cubicBezTo>
                  <a:lnTo>
                    <a:pt x="10110" y="13806"/>
                  </a:lnTo>
                  <a:cubicBezTo>
                    <a:pt x="10321" y="13806"/>
                    <a:pt x="10509" y="13654"/>
                    <a:pt x="10531" y="13444"/>
                  </a:cubicBezTo>
                  <a:cubicBezTo>
                    <a:pt x="10556" y="13200"/>
                    <a:pt x="10368" y="13001"/>
                    <a:pt x="10122" y="13001"/>
                  </a:cubicBezTo>
                  <a:lnTo>
                    <a:pt x="9364" y="13001"/>
                  </a:lnTo>
                  <a:lnTo>
                    <a:pt x="9025" y="11598"/>
                  </a:lnTo>
                  <a:lnTo>
                    <a:pt x="12857" y="11598"/>
                  </a:lnTo>
                  <a:cubicBezTo>
                    <a:pt x="13384" y="11598"/>
                    <a:pt x="13805" y="11177"/>
                    <a:pt x="13805" y="10650"/>
                  </a:cubicBezTo>
                  <a:lnTo>
                    <a:pt x="13805" y="3637"/>
                  </a:lnTo>
                  <a:cubicBezTo>
                    <a:pt x="13805" y="3123"/>
                    <a:pt x="13384" y="2702"/>
                    <a:pt x="12857" y="2702"/>
                  </a:cubicBezTo>
                  <a:lnTo>
                    <a:pt x="9970" y="2702"/>
                  </a:lnTo>
                  <a:cubicBezTo>
                    <a:pt x="9771" y="1182"/>
                    <a:pt x="8475" y="1"/>
                    <a:pt x="68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 name="Google Shape;1264;p48">
              <a:extLst>
                <a:ext uri="{FF2B5EF4-FFF2-40B4-BE49-F238E27FC236}">
                  <a16:creationId xmlns:a16="http://schemas.microsoft.com/office/drawing/2014/main" id="{8508FB58-A0D6-A444-5DFB-B109BB4966D6}"/>
                </a:ext>
              </a:extLst>
            </p:cNvPr>
            <p:cNvSpPr/>
            <p:nvPr/>
          </p:nvSpPr>
          <p:spPr>
            <a:xfrm>
              <a:off x="1259638" y="3810725"/>
              <a:ext cx="40700" cy="30375"/>
            </a:xfrm>
            <a:custGeom>
              <a:avLst/>
              <a:gdLst/>
              <a:ahLst/>
              <a:cxnLst/>
              <a:rect l="l" t="t" r="r" b="b"/>
              <a:pathLst>
                <a:path w="1628" h="1215" extrusionOk="0">
                  <a:moveTo>
                    <a:pt x="1165" y="1"/>
                  </a:moveTo>
                  <a:cubicBezTo>
                    <a:pt x="1096" y="1"/>
                    <a:pt x="1025" y="18"/>
                    <a:pt x="960" y="53"/>
                  </a:cubicBezTo>
                  <a:lnTo>
                    <a:pt x="258" y="463"/>
                  </a:lnTo>
                  <a:cubicBezTo>
                    <a:pt x="70" y="567"/>
                    <a:pt x="0" y="825"/>
                    <a:pt x="118" y="1010"/>
                  </a:cubicBezTo>
                  <a:cubicBezTo>
                    <a:pt x="190" y="1144"/>
                    <a:pt x="324" y="1214"/>
                    <a:pt x="465" y="1214"/>
                  </a:cubicBezTo>
                  <a:cubicBezTo>
                    <a:pt x="533" y="1214"/>
                    <a:pt x="603" y="1198"/>
                    <a:pt x="668" y="1164"/>
                  </a:cubicBezTo>
                  <a:lnTo>
                    <a:pt x="1369" y="754"/>
                  </a:lnTo>
                  <a:cubicBezTo>
                    <a:pt x="1557" y="648"/>
                    <a:pt x="1627" y="393"/>
                    <a:pt x="1510" y="205"/>
                  </a:cubicBezTo>
                  <a:cubicBezTo>
                    <a:pt x="1438" y="71"/>
                    <a:pt x="1305" y="1"/>
                    <a:pt x="11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5" name="Google Shape;1265;p48">
              <a:extLst>
                <a:ext uri="{FF2B5EF4-FFF2-40B4-BE49-F238E27FC236}">
                  <a16:creationId xmlns:a16="http://schemas.microsoft.com/office/drawing/2014/main" id="{9A65C7DC-139D-D89C-0A59-6CF4E17C967C}"/>
                </a:ext>
              </a:extLst>
            </p:cNvPr>
            <p:cNvSpPr/>
            <p:nvPr/>
          </p:nvSpPr>
          <p:spPr>
            <a:xfrm>
              <a:off x="1259638" y="3908500"/>
              <a:ext cx="40700" cy="30325"/>
            </a:xfrm>
            <a:custGeom>
              <a:avLst/>
              <a:gdLst/>
              <a:ahLst/>
              <a:cxnLst/>
              <a:rect l="l" t="t" r="r" b="b"/>
              <a:pathLst>
                <a:path w="1628" h="1213" extrusionOk="0">
                  <a:moveTo>
                    <a:pt x="460" y="1"/>
                  </a:moveTo>
                  <a:cubicBezTo>
                    <a:pt x="321" y="1"/>
                    <a:pt x="189" y="73"/>
                    <a:pt x="118" y="199"/>
                  </a:cubicBezTo>
                  <a:cubicBezTo>
                    <a:pt x="0" y="395"/>
                    <a:pt x="70" y="642"/>
                    <a:pt x="258" y="760"/>
                  </a:cubicBezTo>
                  <a:lnTo>
                    <a:pt x="960" y="1155"/>
                  </a:lnTo>
                  <a:cubicBezTo>
                    <a:pt x="1026" y="1195"/>
                    <a:pt x="1098" y="1213"/>
                    <a:pt x="1168" y="1213"/>
                  </a:cubicBezTo>
                  <a:cubicBezTo>
                    <a:pt x="1307" y="1213"/>
                    <a:pt x="1439" y="1140"/>
                    <a:pt x="1510" y="1015"/>
                  </a:cubicBezTo>
                  <a:cubicBezTo>
                    <a:pt x="1627" y="816"/>
                    <a:pt x="1557" y="572"/>
                    <a:pt x="1369" y="454"/>
                  </a:cubicBezTo>
                  <a:lnTo>
                    <a:pt x="668" y="58"/>
                  </a:lnTo>
                  <a:cubicBezTo>
                    <a:pt x="601" y="19"/>
                    <a:pt x="530" y="1"/>
                    <a:pt x="4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 name="Google Shape;1266;p48">
              <a:extLst>
                <a:ext uri="{FF2B5EF4-FFF2-40B4-BE49-F238E27FC236}">
                  <a16:creationId xmlns:a16="http://schemas.microsoft.com/office/drawing/2014/main" id="{98106C6E-8E3C-76B3-7438-CDB15DFD17EE}"/>
                </a:ext>
              </a:extLst>
            </p:cNvPr>
            <p:cNvSpPr/>
            <p:nvPr/>
          </p:nvSpPr>
          <p:spPr>
            <a:xfrm>
              <a:off x="1039913" y="3810725"/>
              <a:ext cx="40625" cy="30375"/>
            </a:xfrm>
            <a:custGeom>
              <a:avLst/>
              <a:gdLst/>
              <a:ahLst/>
              <a:cxnLst/>
              <a:rect l="l" t="t" r="r" b="b"/>
              <a:pathLst>
                <a:path w="1625" h="1215" extrusionOk="0">
                  <a:moveTo>
                    <a:pt x="462" y="1"/>
                  </a:moveTo>
                  <a:cubicBezTo>
                    <a:pt x="321" y="1"/>
                    <a:pt x="188" y="71"/>
                    <a:pt x="118" y="205"/>
                  </a:cubicBezTo>
                  <a:cubicBezTo>
                    <a:pt x="0" y="393"/>
                    <a:pt x="70" y="648"/>
                    <a:pt x="258" y="754"/>
                  </a:cubicBezTo>
                  <a:lnTo>
                    <a:pt x="960" y="1164"/>
                  </a:lnTo>
                  <a:cubicBezTo>
                    <a:pt x="1025" y="1198"/>
                    <a:pt x="1094" y="1214"/>
                    <a:pt x="1163" y="1214"/>
                  </a:cubicBezTo>
                  <a:cubicBezTo>
                    <a:pt x="1303" y="1214"/>
                    <a:pt x="1438" y="1144"/>
                    <a:pt x="1509" y="1010"/>
                  </a:cubicBezTo>
                  <a:cubicBezTo>
                    <a:pt x="1624" y="825"/>
                    <a:pt x="1554" y="567"/>
                    <a:pt x="1369" y="463"/>
                  </a:cubicBezTo>
                  <a:lnTo>
                    <a:pt x="668" y="53"/>
                  </a:lnTo>
                  <a:cubicBezTo>
                    <a:pt x="602" y="18"/>
                    <a:pt x="531" y="1"/>
                    <a:pt x="4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 name="Google Shape;1267;p48">
              <a:extLst>
                <a:ext uri="{FF2B5EF4-FFF2-40B4-BE49-F238E27FC236}">
                  <a16:creationId xmlns:a16="http://schemas.microsoft.com/office/drawing/2014/main" id="{1FF1714A-A9BD-26FF-74C8-BB16115E4BC3}"/>
                </a:ext>
              </a:extLst>
            </p:cNvPr>
            <p:cNvSpPr/>
            <p:nvPr/>
          </p:nvSpPr>
          <p:spPr>
            <a:xfrm>
              <a:off x="1039913" y="3908500"/>
              <a:ext cx="40625" cy="30325"/>
            </a:xfrm>
            <a:custGeom>
              <a:avLst/>
              <a:gdLst/>
              <a:ahLst/>
              <a:cxnLst/>
              <a:rect l="l" t="t" r="r" b="b"/>
              <a:pathLst>
                <a:path w="1625" h="1213" extrusionOk="0">
                  <a:moveTo>
                    <a:pt x="1168" y="1"/>
                  </a:moveTo>
                  <a:cubicBezTo>
                    <a:pt x="1098" y="1"/>
                    <a:pt x="1026" y="19"/>
                    <a:pt x="960" y="58"/>
                  </a:cubicBezTo>
                  <a:lnTo>
                    <a:pt x="258" y="454"/>
                  </a:lnTo>
                  <a:cubicBezTo>
                    <a:pt x="70" y="572"/>
                    <a:pt x="0" y="816"/>
                    <a:pt x="118" y="1015"/>
                  </a:cubicBezTo>
                  <a:cubicBezTo>
                    <a:pt x="187" y="1140"/>
                    <a:pt x="320" y="1213"/>
                    <a:pt x="459" y="1213"/>
                  </a:cubicBezTo>
                  <a:cubicBezTo>
                    <a:pt x="529" y="1213"/>
                    <a:pt x="601" y="1195"/>
                    <a:pt x="668" y="1155"/>
                  </a:cubicBezTo>
                  <a:lnTo>
                    <a:pt x="1369" y="760"/>
                  </a:lnTo>
                  <a:cubicBezTo>
                    <a:pt x="1554" y="642"/>
                    <a:pt x="1624" y="395"/>
                    <a:pt x="1509" y="199"/>
                  </a:cubicBezTo>
                  <a:cubicBezTo>
                    <a:pt x="1438" y="73"/>
                    <a:pt x="1307" y="1"/>
                    <a:pt x="11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15" name="Google Shape;1447;p48">
            <a:extLst>
              <a:ext uri="{FF2B5EF4-FFF2-40B4-BE49-F238E27FC236}">
                <a16:creationId xmlns:a16="http://schemas.microsoft.com/office/drawing/2014/main" id="{7FD6D510-9CDB-09BE-A9B8-15106D616576}"/>
              </a:ext>
            </a:extLst>
          </p:cNvPr>
          <p:cNvGrpSpPr/>
          <p:nvPr/>
        </p:nvGrpSpPr>
        <p:grpSpPr>
          <a:xfrm>
            <a:off x="884771" y="1619912"/>
            <a:ext cx="345150" cy="345075"/>
            <a:chOff x="3269563" y="2118050"/>
            <a:chExt cx="345150" cy="345075"/>
          </a:xfrm>
        </p:grpSpPr>
        <p:sp>
          <p:nvSpPr>
            <p:cNvPr id="16" name="Google Shape;1448;p48">
              <a:extLst>
                <a:ext uri="{FF2B5EF4-FFF2-40B4-BE49-F238E27FC236}">
                  <a16:creationId xmlns:a16="http://schemas.microsoft.com/office/drawing/2014/main" id="{30B55CFE-B221-2794-2BD0-BBB8D59F8830}"/>
                </a:ext>
              </a:extLst>
            </p:cNvPr>
            <p:cNvSpPr/>
            <p:nvPr/>
          </p:nvSpPr>
          <p:spPr>
            <a:xfrm>
              <a:off x="3324213" y="2118050"/>
              <a:ext cx="235800" cy="345075"/>
            </a:xfrm>
            <a:custGeom>
              <a:avLst/>
              <a:gdLst/>
              <a:ahLst/>
              <a:cxnLst/>
              <a:rect l="l" t="t" r="r" b="b"/>
              <a:pathLst>
                <a:path w="9432" h="13803" extrusionOk="0">
                  <a:moveTo>
                    <a:pt x="4710" y="806"/>
                  </a:moveTo>
                  <a:cubicBezTo>
                    <a:pt x="6873" y="806"/>
                    <a:pt x="8627" y="2559"/>
                    <a:pt x="8627" y="4711"/>
                  </a:cubicBezTo>
                  <a:cubicBezTo>
                    <a:pt x="8627" y="5833"/>
                    <a:pt x="8147" y="6896"/>
                    <a:pt x="7305" y="7631"/>
                  </a:cubicBezTo>
                  <a:cubicBezTo>
                    <a:pt x="6697" y="8170"/>
                    <a:pt x="6324" y="8908"/>
                    <a:pt x="6220" y="9701"/>
                  </a:cubicBezTo>
                  <a:lnTo>
                    <a:pt x="3204" y="9701"/>
                  </a:lnTo>
                  <a:cubicBezTo>
                    <a:pt x="3109" y="8908"/>
                    <a:pt x="2724" y="8170"/>
                    <a:pt x="2127" y="7631"/>
                  </a:cubicBezTo>
                  <a:cubicBezTo>
                    <a:pt x="1285" y="6896"/>
                    <a:pt x="805" y="5833"/>
                    <a:pt x="805" y="4711"/>
                  </a:cubicBezTo>
                  <a:cubicBezTo>
                    <a:pt x="805" y="2559"/>
                    <a:pt x="2559" y="806"/>
                    <a:pt x="4710" y="806"/>
                  </a:cubicBezTo>
                  <a:close/>
                  <a:moveTo>
                    <a:pt x="6194" y="10507"/>
                  </a:moveTo>
                  <a:lnTo>
                    <a:pt x="6194" y="11244"/>
                  </a:lnTo>
                  <a:cubicBezTo>
                    <a:pt x="6194" y="11315"/>
                    <a:pt x="6136" y="11373"/>
                    <a:pt x="6065" y="11373"/>
                  </a:cubicBezTo>
                  <a:lnTo>
                    <a:pt x="3367" y="11373"/>
                  </a:lnTo>
                  <a:cubicBezTo>
                    <a:pt x="3297" y="11373"/>
                    <a:pt x="3226" y="11315"/>
                    <a:pt x="3226" y="11244"/>
                  </a:cubicBezTo>
                  <a:lnTo>
                    <a:pt x="3226" y="10507"/>
                  </a:lnTo>
                  <a:close/>
                  <a:moveTo>
                    <a:pt x="5659" y="12179"/>
                  </a:moveTo>
                  <a:lnTo>
                    <a:pt x="5659" y="12588"/>
                  </a:lnTo>
                  <a:cubicBezTo>
                    <a:pt x="5659" y="12810"/>
                    <a:pt x="5471" y="12987"/>
                    <a:pt x="5249" y="12987"/>
                  </a:cubicBezTo>
                  <a:lnTo>
                    <a:pt x="4172" y="12987"/>
                  </a:lnTo>
                  <a:cubicBezTo>
                    <a:pt x="3950" y="12987"/>
                    <a:pt x="3776" y="12810"/>
                    <a:pt x="3776" y="12588"/>
                  </a:cubicBezTo>
                  <a:lnTo>
                    <a:pt x="3776" y="12179"/>
                  </a:lnTo>
                  <a:close/>
                  <a:moveTo>
                    <a:pt x="4710" y="1"/>
                  </a:moveTo>
                  <a:cubicBezTo>
                    <a:pt x="2116" y="1"/>
                    <a:pt x="0" y="2116"/>
                    <a:pt x="0" y="4711"/>
                  </a:cubicBezTo>
                  <a:cubicBezTo>
                    <a:pt x="0" y="6066"/>
                    <a:pt x="573" y="7351"/>
                    <a:pt x="1591" y="8240"/>
                  </a:cubicBezTo>
                  <a:cubicBezTo>
                    <a:pt x="2116" y="8708"/>
                    <a:pt x="2418" y="9399"/>
                    <a:pt x="2418" y="10111"/>
                  </a:cubicBezTo>
                  <a:lnTo>
                    <a:pt x="2418" y="11244"/>
                  </a:lnTo>
                  <a:cubicBezTo>
                    <a:pt x="2418" y="11618"/>
                    <a:pt x="2643" y="11935"/>
                    <a:pt x="2957" y="12086"/>
                  </a:cubicBezTo>
                  <a:lnTo>
                    <a:pt x="2957" y="12588"/>
                  </a:lnTo>
                  <a:cubicBezTo>
                    <a:pt x="2957" y="13256"/>
                    <a:pt x="3507" y="13803"/>
                    <a:pt x="4172" y="13803"/>
                  </a:cubicBezTo>
                  <a:lnTo>
                    <a:pt x="5249" y="13803"/>
                  </a:lnTo>
                  <a:cubicBezTo>
                    <a:pt x="5925" y="13803"/>
                    <a:pt x="6464" y="13256"/>
                    <a:pt x="6464" y="12588"/>
                  </a:cubicBezTo>
                  <a:lnTo>
                    <a:pt x="6464" y="12086"/>
                  </a:lnTo>
                  <a:cubicBezTo>
                    <a:pt x="6781" y="11935"/>
                    <a:pt x="7002" y="11618"/>
                    <a:pt x="7002" y="11244"/>
                  </a:cubicBezTo>
                  <a:lnTo>
                    <a:pt x="7002" y="10111"/>
                  </a:lnTo>
                  <a:cubicBezTo>
                    <a:pt x="7002" y="9399"/>
                    <a:pt x="7305" y="8708"/>
                    <a:pt x="7844" y="8240"/>
                  </a:cubicBezTo>
                  <a:cubicBezTo>
                    <a:pt x="8848" y="7351"/>
                    <a:pt x="9432" y="6066"/>
                    <a:pt x="9432" y="4711"/>
                  </a:cubicBezTo>
                  <a:cubicBezTo>
                    <a:pt x="9432" y="2116"/>
                    <a:pt x="7317" y="1"/>
                    <a:pt x="47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7" name="Google Shape;1449;p48">
              <a:extLst>
                <a:ext uri="{FF2B5EF4-FFF2-40B4-BE49-F238E27FC236}">
                  <a16:creationId xmlns:a16="http://schemas.microsoft.com/office/drawing/2014/main" id="{F515EB85-A8C2-1F6E-0A53-35B5335DB456}"/>
                </a:ext>
              </a:extLst>
            </p:cNvPr>
            <p:cNvSpPr/>
            <p:nvPr/>
          </p:nvSpPr>
          <p:spPr>
            <a:xfrm>
              <a:off x="3574013" y="2225850"/>
              <a:ext cx="40700" cy="20225"/>
            </a:xfrm>
            <a:custGeom>
              <a:avLst/>
              <a:gdLst/>
              <a:ahLst/>
              <a:cxnLst/>
              <a:rect l="l" t="t" r="r" b="b"/>
              <a:pathLst>
                <a:path w="1628" h="809" extrusionOk="0">
                  <a:moveTo>
                    <a:pt x="410" y="0"/>
                  </a:moveTo>
                  <a:cubicBezTo>
                    <a:pt x="189" y="0"/>
                    <a:pt x="1" y="177"/>
                    <a:pt x="1" y="399"/>
                  </a:cubicBezTo>
                  <a:cubicBezTo>
                    <a:pt x="1" y="620"/>
                    <a:pt x="189" y="808"/>
                    <a:pt x="410" y="808"/>
                  </a:cubicBezTo>
                  <a:lnTo>
                    <a:pt x="1218" y="808"/>
                  </a:lnTo>
                  <a:cubicBezTo>
                    <a:pt x="1440" y="808"/>
                    <a:pt x="1628" y="620"/>
                    <a:pt x="1628" y="399"/>
                  </a:cubicBezTo>
                  <a:cubicBezTo>
                    <a:pt x="1628" y="177"/>
                    <a:pt x="1440" y="0"/>
                    <a:pt x="12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8" name="Google Shape;1450;p48">
              <a:extLst>
                <a:ext uri="{FF2B5EF4-FFF2-40B4-BE49-F238E27FC236}">
                  <a16:creationId xmlns:a16="http://schemas.microsoft.com/office/drawing/2014/main" id="{B2C54071-B3E3-B0ED-C673-A77ED961B75A}"/>
                </a:ext>
              </a:extLst>
            </p:cNvPr>
            <p:cNvSpPr/>
            <p:nvPr/>
          </p:nvSpPr>
          <p:spPr>
            <a:xfrm>
              <a:off x="3565888" y="2158375"/>
              <a:ext cx="40625" cy="30375"/>
            </a:xfrm>
            <a:custGeom>
              <a:avLst/>
              <a:gdLst/>
              <a:ahLst/>
              <a:cxnLst/>
              <a:rect l="l" t="t" r="r" b="b"/>
              <a:pathLst>
                <a:path w="1625" h="1215" extrusionOk="0">
                  <a:moveTo>
                    <a:pt x="1168" y="1"/>
                  </a:moveTo>
                  <a:cubicBezTo>
                    <a:pt x="1101" y="1"/>
                    <a:pt x="1032" y="19"/>
                    <a:pt x="971" y="57"/>
                  </a:cubicBezTo>
                  <a:lnTo>
                    <a:pt x="270" y="455"/>
                  </a:lnTo>
                  <a:cubicBezTo>
                    <a:pt x="71" y="573"/>
                    <a:pt x="0" y="817"/>
                    <a:pt x="115" y="1016"/>
                  </a:cubicBezTo>
                  <a:cubicBezTo>
                    <a:pt x="186" y="1141"/>
                    <a:pt x="325" y="1214"/>
                    <a:pt x="464" y="1214"/>
                  </a:cubicBezTo>
                  <a:cubicBezTo>
                    <a:pt x="533" y="1214"/>
                    <a:pt x="603" y="1196"/>
                    <a:pt x="665" y="1157"/>
                  </a:cubicBezTo>
                  <a:lnTo>
                    <a:pt x="1367" y="758"/>
                  </a:lnTo>
                  <a:cubicBezTo>
                    <a:pt x="1566" y="643"/>
                    <a:pt x="1625" y="396"/>
                    <a:pt x="1518" y="197"/>
                  </a:cubicBezTo>
                  <a:cubicBezTo>
                    <a:pt x="1441" y="73"/>
                    <a:pt x="1305" y="1"/>
                    <a:pt x="11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9" name="Google Shape;1451;p48">
              <a:extLst>
                <a:ext uri="{FF2B5EF4-FFF2-40B4-BE49-F238E27FC236}">
                  <a16:creationId xmlns:a16="http://schemas.microsoft.com/office/drawing/2014/main" id="{E4924F3B-C311-FC5C-4B65-CA7210DD5C44}"/>
                </a:ext>
              </a:extLst>
            </p:cNvPr>
            <p:cNvSpPr/>
            <p:nvPr/>
          </p:nvSpPr>
          <p:spPr>
            <a:xfrm>
              <a:off x="3565888" y="2283075"/>
              <a:ext cx="40625" cy="30425"/>
            </a:xfrm>
            <a:custGeom>
              <a:avLst/>
              <a:gdLst/>
              <a:ahLst/>
              <a:cxnLst/>
              <a:rect l="l" t="t" r="r" b="b"/>
              <a:pathLst>
                <a:path w="1625" h="1217" extrusionOk="0">
                  <a:moveTo>
                    <a:pt x="476" y="0"/>
                  </a:moveTo>
                  <a:cubicBezTo>
                    <a:pt x="333" y="0"/>
                    <a:pt x="189" y="74"/>
                    <a:pt x="115" y="203"/>
                  </a:cubicBezTo>
                  <a:cubicBezTo>
                    <a:pt x="0" y="399"/>
                    <a:pt x="71" y="646"/>
                    <a:pt x="270" y="750"/>
                  </a:cubicBezTo>
                  <a:lnTo>
                    <a:pt x="971" y="1159"/>
                  </a:lnTo>
                  <a:cubicBezTo>
                    <a:pt x="1032" y="1198"/>
                    <a:pt x="1100" y="1217"/>
                    <a:pt x="1168" y="1217"/>
                  </a:cubicBezTo>
                  <a:cubicBezTo>
                    <a:pt x="1305" y="1217"/>
                    <a:pt x="1441" y="1141"/>
                    <a:pt x="1518" y="1008"/>
                  </a:cubicBezTo>
                  <a:cubicBezTo>
                    <a:pt x="1625" y="820"/>
                    <a:pt x="1566" y="576"/>
                    <a:pt x="1367" y="458"/>
                  </a:cubicBezTo>
                  <a:lnTo>
                    <a:pt x="665" y="48"/>
                  </a:lnTo>
                  <a:cubicBezTo>
                    <a:pt x="607" y="16"/>
                    <a:pt x="542" y="0"/>
                    <a:pt x="4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0" name="Google Shape;1452;p48">
              <a:extLst>
                <a:ext uri="{FF2B5EF4-FFF2-40B4-BE49-F238E27FC236}">
                  <a16:creationId xmlns:a16="http://schemas.microsoft.com/office/drawing/2014/main" id="{D46E28E8-3C64-1943-8C71-43932431A6FF}"/>
                </a:ext>
              </a:extLst>
            </p:cNvPr>
            <p:cNvSpPr/>
            <p:nvPr/>
          </p:nvSpPr>
          <p:spPr>
            <a:xfrm>
              <a:off x="3269563" y="2225850"/>
              <a:ext cx="40375" cy="20225"/>
            </a:xfrm>
            <a:custGeom>
              <a:avLst/>
              <a:gdLst/>
              <a:ahLst/>
              <a:cxnLst/>
              <a:rect l="l" t="t" r="r" b="b"/>
              <a:pathLst>
                <a:path w="1615" h="809" extrusionOk="0">
                  <a:moveTo>
                    <a:pt x="397" y="0"/>
                  </a:moveTo>
                  <a:cubicBezTo>
                    <a:pt x="175" y="0"/>
                    <a:pt x="1" y="177"/>
                    <a:pt x="1" y="399"/>
                  </a:cubicBezTo>
                  <a:cubicBezTo>
                    <a:pt x="1" y="620"/>
                    <a:pt x="175" y="808"/>
                    <a:pt x="397" y="808"/>
                  </a:cubicBezTo>
                  <a:lnTo>
                    <a:pt x="1216" y="808"/>
                  </a:lnTo>
                  <a:cubicBezTo>
                    <a:pt x="1437" y="808"/>
                    <a:pt x="1614" y="620"/>
                    <a:pt x="1614" y="399"/>
                  </a:cubicBezTo>
                  <a:cubicBezTo>
                    <a:pt x="1614" y="177"/>
                    <a:pt x="1437" y="0"/>
                    <a:pt x="12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6" name="Google Shape;1453;p48">
              <a:extLst>
                <a:ext uri="{FF2B5EF4-FFF2-40B4-BE49-F238E27FC236}">
                  <a16:creationId xmlns:a16="http://schemas.microsoft.com/office/drawing/2014/main" id="{6A1D8E5E-AEF1-EBC4-90BE-1B9B7E546CF9}"/>
                </a:ext>
              </a:extLst>
            </p:cNvPr>
            <p:cNvSpPr/>
            <p:nvPr/>
          </p:nvSpPr>
          <p:spPr>
            <a:xfrm>
              <a:off x="3277438" y="2158375"/>
              <a:ext cx="40625" cy="30375"/>
            </a:xfrm>
            <a:custGeom>
              <a:avLst/>
              <a:gdLst/>
              <a:ahLst/>
              <a:cxnLst/>
              <a:rect l="l" t="t" r="r" b="b"/>
              <a:pathLst>
                <a:path w="1625" h="1215" extrusionOk="0">
                  <a:moveTo>
                    <a:pt x="461" y="1"/>
                  </a:moveTo>
                  <a:cubicBezTo>
                    <a:pt x="321" y="1"/>
                    <a:pt x="187" y="73"/>
                    <a:pt x="118" y="197"/>
                  </a:cubicBezTo>
                  <a:cubicBezTo>
                    <a:pt x="0" y="396"/>
                    <a:pt x="70" y="643"/>
                    <a:pt x="258" y="758"/>
                  </a:cubicBezTo>
                  <a:lnTo>
                    <a:pt x="960" y="1157"/>
                  </a:lnTo>
                  <a:cubicBezTo>
                    <a:pt x="1026" y="1196"/>
                    <a:pt x="1098" y="1214"/>
                    <a:pt x="1168" y="1214"/>
                  </a:cubicBezTo>
                  <a:cubicBezTo>
                    <a:pt x="1308" y="1214"/>
                    <a:pt x="1442" y="1141"/>
                    <a:pt x="1521" y="1016"/>
                  </a:cubicBezTo>
                  <a:cubicBezTo>
                    <a:pt x="1624" y="817"/>
                    <a:pt x="1554" y="573"/>
                    <a:pt x="1369" y="455"/>
                  </a:cubicBezTo>
                  <a:lnTo>
                    <a:pt x="668" y="57"/>
                  </a:lnTo>
                  <a:cubicBezTo>
                    <a:pt x="602" y="19"/>
                    <a:pt x="531" y="1"/>
                    <a:pt x="46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7" name="Google Shape;1454;p48">
              <a:extLst>
                <a:ext uri="{FF2B5EF4-FFF2-40B4-BE49-F238E27FC236}">
                  <a16:creationId xmlns:a16="http://schemas.microsoft.com/office/drawing/2014/main" id="{04CB53D7-721C-98F0-82F4-ED96E8318D40}"/>
                </a:ext>
              </a:extLst>
            </p:cNvPr>
            <p:cNvSpPr/>
            <p:nvPr/>
          </p:nvSpPr>
          <p:spPr>
            <a:xfrm>
              <a:off x="3277438" y="2283075"/>
              <a:ext cx="40625" cy="30425"/>
            </a:xfrm>
            <a:custGeom>
              <a:avLst/>
              <a:gdLst/>
              <a:ahLst/>
              <a:cxnLst/>
              <a:rect l="l" t="t" r="r" b="b"/>
              <a:pathLst>
                <a:path w="1625" h="1217" extrusionOk="0">
                  <a:moveTo>
                    <a:pt x="1155" y="0"/>
                  </a:moveTo>
                  <a:cubicBezTo>
                    <a:pt x="1089" y="0"/>
                    <a:pt x="1022" y="16"/>
                    <a:pt x="960" y="48"/>
                  </a:cubicBezTo>
                  <a:lnTo>
                    <a:pt x="258" y="458"/>
                  </a:lnTo>
                  <a:cubicBezTo>
                    <a:pt x="70" y="576"/>
                    <a:pt x="0" y="820"/>
                    <a:pt x="118" y="1008"/>
                  </a:cubicBezTo>
                  <a:cubicBezTo>
                    <a:pt x="187" y="1141"/>
                    <a:pt x="321" y="1217"/>
                    <a:pt x="462" y="1217"/>
                  </a:cubicBezTo>
                  <a:cubicBezTo>
                    <a:pt x="531" y="1217"/>
                    <a:pt x="602" y="1198"/>
                    <a:pt x="668" y="1159"/>
                  </a:cubicBezTo>
                  <a:lnTo>
                    <a:pt x="1369" y="750"/>
                  </a:lnTo>
                  <a:cubicBezTo>
                    <a:pt x="1554" y="646"/>
                    <a:pt x="1624" y="399"/>
                    <a:pt x="1521" y="203"/>
                  </a:cubicBezTo>
                  <a:cubicBezTo>
                    <a:pt x="1440" y="74"/>
                    <a:pt x="1300" y="0"/>
                    <a:pt x="11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9" name="Google Shape;1455;p48">
              <a:extLst>
                <a:ext uri="{FF2B5EF4-FFF2-40B4-BE49-F238E27FC236}">
                  <a16:creationId xmlns:a16="http://schemas.microsoft.com/office/drawing/2014/main" id="{13488F21-E3BD-6673-15A2-4B3CBBDF71AB}"/>
                </a:ext>
              </a:extLst>
            </p:cNvPr>
            <p:cNvSpPr/>
            <p:nvPr/>
          </p:nvSpPr>
          <p:spPr>
            <a:xfrm>
              <a:off x="3363613" y="2158375"/>
              <a:ext cx="156700" cy="155175"/>
            </a:xfrm>
            <a:custGeom>
              <a:avLst/>
              <a:gdLst/>
              <a:ahLst/>
              <a:cxnLst/>
              <a:rect l="l" t="t" r="r" b="b"/>
              <a:pathLst>
                <a:path w="6268" h="6207" extrusionOk="0">
                  <a:moveTo>
                    <a:pt x="3426" y="806"/>
                  </a:moveTo>
                  <a:lnTo>
                    <a:pt x="3437" y="1086"/>
                  </a:lnTo>
                  <a:cubicBezTo>
                    <a:pt x="3451" y="1249"/>
                    <a:pt x="3555" y="1389"/>
                    <a:pt x="3707" y="1448"/>
                  </a:cubicBezTo>
                  <a:cubicBezTo>
                    <a:pt x="3917" y="1518"/>
                    <a:pt x="4116" y="1636"/>
                    <a:pt x="4279" y="1777"/>
                  </a:cubicBezTo>
                  <a:cubicBezTo>
                    <a:pt x="4359" y="1841"/>
                    <a:pt x="4457" y="1875"/>
                    <a:pt x="4556" y="1875"/>
                  </a:cubicBezTo>
                  <a:cubicBezTo>
                    <a:pt x="4617" y="1875"/>
                    <a:pt x="4679" y="1862"/>
                    <a:pt x="4736" y="1835"/>
                  </a:cubicBezTo>
                  <a:lnTo>
                    <a:pt x="4980" y="1706"/>
                  </a:lnTo>
                  <a:lnTo>
                    <a:pt x="5261" y="2209"/>
                  </a:lnTo>
                  <a:lnTo>
                    <a:pt x="5039" y="2360"/>
                  </a:lnTo>
                  <a:cubicBezTo>
                    <a:pt x="4899" y="2441"/>
                    <a:pt x="4829" y="2607"/>
                    <a:pt x="4854" y="2770"/>
                  </a:cubicBezTo>
                  <a:cubicBezTo>
                    <a:pt x="4877" y="2887"/>
                    <a:pt x="4888" y="2991"/>
                    <a:pt x="4888" y="3098"/>
                  </a:cubicBezTo>
                  <a:cubicBezTo>
                    <a:pt x="4888" y="3202"/>
                    <a:pt x="4877" y="3319"/>
                    <a:pt x="4854" y="3437"/>
                  </a:cubicBezTo>
                  <a:cubicBezTo>
                    <a:pt x="4829" y="3589"/>
                    <a:pt x="4899" y="3763"/>
                    <a:pt x="5039" y="3844"/>
                  </a:cubicBezTo>
                  <a:lnTo>
                    <a:pt x="5261" y="3998"/>
                  </a:lnTo>
                  <a:lnTo>
                    <a:pt x="4980" y="4500"/>
                  </a:lnTo>
                  <a:lnTo>
                    <a:pt x="4736" y="4371"/>
                  </a:lnTo>
                  <a:cubicBezTo>
                    <a:pt x="4675" y="4343"/>
                    <a:pt x="4609" y="4328"/>
                    <a:pt x="4544" y="4328"/>
                  </a:cubicBezTo>
                  <a:cubicBezTo>
                    <a:pt x="4449" y="4328"/>
                    <a:pt x="4356" y="4360"/>
                    <a:pt x="4279" y="4430"/>
                  </a:cubicBezTo>
                  <a:cubicBezTo>
                    <a:pt x="4116" y="4571"/>
                    <a:pt x="3917" y="4686"/>
                    <a:pt x="3707" y="4756"/>
                  </a:cubicBezTo>
                  <a:cubicBezTo>
                    <a:pt x="3555" y="4803"/>
                    <a:pt x="3451" y="4955"/>
                    <a:pt x="3437" y="5120"/>
                  </a:cubicBezTo>
                  <a:lnTo>
                    <a:pt x="3426" y="5387"/>
                  </a:lnTo>
                  <a:lnTo>
                    <a:pt x="2854" y="5387"/>
                  </a:lnTo>
                  <a:lnTo>
                    <a:pt x="2831" y="5120"/>
                  </a:lnTo>
                  <a:cubicBezTo>
                    <a:pt x="2831" y="4955"/>
                    <a:pt x="2714" y="4803"/>
                    <a:pt x="2562" y="4756"/>
                  </a:cubicBezTo>
                  <a:cubicBezTo>
                    <a:pt x="2352" y="4686"/>
                    <a:pt x="2164" y="4571"/>
                    <a:pt x="1990" y="4430"/>
                  </a:cubicBezTo>
                  <a:cubicBezTo>
                    <a:pt x="1920" y="4360"/>
                    <a:pt x="1825" y="4328"/>
                    <a:pt x="1730" y="4328"/>
                  </a:cubicBezTo>
                  <a:cubicBezTo>
                    <a:pt x="1665" y="4328"/>
                    <a:pt x="1601" y="4343"/>
                    <a:pt x="1544" y="4371"/>
                  </a:cubicBezTo>
                  <a:lnTo>
                    <a:pt x="1300" y="4500"/>
                  </a:lnTo>
                  <a:lnTo>
                    <a:pt x="1008" y="3998"/>
                  </a:lnTo>
                  <a:lnTo>
                    <a:pt x="1241" y="3844"/>
                  </a:lnTo>
                  <a:cubicBezTo>
                    <a:pt x="1381" y="3763"/>
                    <a:pt x="1451" y="3589"/>
                    <a:pt x="1418" y="3437"/>
                  </a:cubicBezTo>
                  <a:cubicBezTo>
                    <a:pt x="1392" y="3319"/>
                    <a:pt x="1381" y="3202"/>
                    <a:pt x="1381" y="3098"/>
                  </a:cubicBezTo>
                  <a:cubicBezTo>
                    <a:pt x="1381" y="2991"/>
                    <a:pt x="1392" y="2887"/>
                    <a:pt x="1418" y="2770"/>
                  </a:cubicBezTo>
                  <a:cubicBezTo>
                    <a:pt x="1451" y="2607"/>
                    <a:pt x="1381" y="2441"/>
                    <a:pt x="1241" y="2360"/>
                  </a:cubicBezTo>
                  <a:lnTo>
                    <a:pt x="1008" y="2209"/>
                  </a:lnTo>
                  <a:lnTo>
                    <a:pt x="1300" y="1706"/>
                  </a:lnTo>
                  <a:lnTo>
                    <a:pt x="1544" y="1835"/>
                  </a:lnTo>
                  <a:cubicBezTo>
                    <a:pt x="1597" y="1862"/>
                    <a:pt x="1657" y="1875"/>
                    <a:pt x="1718" y="1875"/>
                  </a:cubicBezTo>
                  <a:cubicBezTo>
                    <a:pt x="1817" y="1875"/>
                    <a:pt x="1917" y="1841"/>
                    <a:pt x="1990" y="1777"/>
                  </a:cubicBezTo>
                  <a:cubicBezTo>
                    <a:pt x="2164" y="1636"/>
                    <a:pt x="2352" y="1518"/>
                    <a:pt x="2562" y="1448"/>
                  </a:cubicBezTo>
                  <a:cubicBezTo>
                    <a:pt x="2714" y="1389"/>
                    <a:pt x="2831" y="1249"/>
                    <a:pt x="2831" y="1086"/>
                  </a:cubicBezTo>
                  <a:lnTo>
                    <a:pt x="2854" y="806"/>
                  </a:lnTo>
                  <a:close/>
                  <a:moveTo>
                    <a:pt x="2470" y="1"/>
                  </a:moveTo>
                  <a:cubicBezTo>
                    <a:pt x="2245" y="1"/>
                    <a:pt x="2071" y="175"/>
                    <a:pt x="2060" y="385"/>
                  </a:cubicBezTo>
                  <a:lnTo>
                    <a:pt x="2035" y="795"/>
                  </a:lnTo>
                  <a:cubicBezTo>
                    <a:pt x="1920" y="854"/>
                    <a:pt x="1802" y="913"/>
                    <a:pt x="1684" y="994"/>
                  </a:cubicBezTo>
                  <a:lnTo>
                    <a:pt x="1322" y="806"/>
                  </a:lnTo>
                  <a:cubicBezTo>
                    <a:pt x="1267" y="778"/>
                    <a:pt x="1208" y="765"/>
                    <a:pt x="1148" y="765"/>
                  </a:cubicBezTo>
                  <a:cubicBezTo>
                    <a:pt x="1008" y="765"/>
                    <a:pt x="867" y="839"/>
                    <a:pt x="786" y="969"/>
                  </a:cubicBezTo>
                  <a:lnTo>
                    <a:pt x="119" y="2138"/>
                  </a:lnTo>
                  <a:cubicBezTo>
                    <a:pt x="1" y="2326"/>
                    <a:pt x="60" y="2559"/>
                    <a:pt x="248" y="2677"/>
                  </a:cubicBezTo>
                  <a:lnTo>
                    <a:pt x="587" y="2899"/>
                  </a:lnTo>
                  <a:cubicBezTo>
                    <a:pt x="576" y="2969"/>
                    <a:pt x="576" y="3039"/>
                    <a:pt x="576" y="3098"/>
                  </a:cubicBezTo>
                  <a:cubicBezTo>
                    <a:pt x="576" y="3168"/>
                    <a:pt x="576" y="3238"/>
                    <a:pt x="587" y="3308"/>
                  </a:cubicBezTo>
                  <a:lnTo>
                    <a:pt x="248" y="3530"/>
                  </a:lnTo>
                  <a:cubicBezTo>
                    <a:pt x="60" y="3648"/>
                    <a:pt x="1" y="3881"/>
                    <a:pt x="119" y="4068"/>
                  </a:cubicBezTo>
                  <a:lnTo>
                    <a:pt x="786" y="5235"/>
                  </a:lnTo>
                  <a:cubicBezTo>
                    <a:pt x="865" y="5364"/>
                    <a:pt x="999" y="5437"/>
                    <a:pt x="1135" y="5437"/>
                  </a:cubicBezTo>
                  <a:cubicBezTo>
                    <a:pt x="1199" y="5437"/>
                    <a:pt x="1263" y="5421"/>
                    <a:pt x="1322" y="5387"/>
                  </a:cubicBezTo>
                  <a:lnTo>
                    <a:pt x="1684" y="5213"/>
                  </a:lnTo>
                  <a:cubicBezTo>
                    <a:pt x="1802" y="5283"/>
                    <a:pt x="1920" y="5353"/>
                    <a:pt x="2035" y="5412"/>
                  </a:cubicBezTo>
                  <a:lnTo>
                    <a:pt x="2060" y="5822"/>
                  </a:lnTo>
                  <a:cubicBezTo>
                    <a:pt x="2071" y="6032"/>
                    <a:pt x="2245" y="6206"/>
                    <a:pt x="2470" y="6206"/>
                  </a:cubicBezTo>
                  <a:lnTo>
                    <a:pt x="3813" y="6206"/>
                  </a:lnTo>
                  <a:cubicBezTo>
                    <a:pt x="4024" y="6206"/>
                    <a:pt x="4209" y="6032"/>
                    <a:pt x="4209" y="5822"/>
                  </a:cubicBezTo>
                  <a:lnTo>
                    <a:pt x="4234" y="5412"/>
                  </a:lnTo>
                  <a:cubicBezTo>
                    <a:pt x="4363" y="5353"/>
                    <a:pt x="4478" y="5283"/>
                    <a:pt x="4596" y="5213"/>
                  </a:cubicBezTo>
                  <a:lnTo>
                    <a:pt x="4947" y="5387"/>
                  </a:lnTo>
                  <a:cubicBezTo>
                    <a:pt x="5010" y="5421"/>
                    <a:pt x="5077" y="5437"/>
                    <a:pt x="5142" y="5437"/>
                  </a:cubicBezTo>
                  <a:cubicBezTo>
                    <a:pt x="5281" y="5437"/>
                    <a:pt x="5413" y="5364"/>
                    <a:pt x="5485" y="5235"/>
                  </a:cubicBezTo>
                  <a:lnTo>
                    <a:pt x="6161" y="4068"/>
                  </a:lnTo>
                  <a:cubicBezTo>
                    <a:pt x="6268" y="3881"/>
                    <a:pt x="6209" y="3648"/>
                    <a:pt x="6032" y="3530"/>
                  </a:cubicBezTo>
                  <a:lnTo>
                    <a:pt x="5696" y="3308"/>
                  </a:lnTo>
                  <a:lnTo>
                    <a:pt x="5696" y="3098"/>
                  </a:lnTo>
                  <a:lnTo>
                    <a:pt x="5696" y="2899"/>
                  </a:lnTo>
                  <a:lnTo>
                    <a:pt x="6032" y="2677"/>
                  </a:lnTo>
                  <a:cubicBezTo>
                    <a:pt x="6209" y="2559"/>
                    <a:pt x="6268" y="2326"/>
                    <a:pt x="6161" y="2138"/>
                  </a:cubicBezTo>
                  <a:lnTo>
                    <a:pt x="5485" y="969"/>
                  </a:lnTo>
                  <a:cubicBezTo>
                    <a:pt x="5410" y="839"/>
                    <a:pt x="5273" y="765"/>
                    <a:pt x="5129" y="765"/>
                  </a:cubicBezTo>
                  <a:cubicBezTo>
                    <a:pt x="5068" y="765"/>
                    <a:pt x="5006" y="778"/>
                    <a:pt x="4947" y="806"/>
                  </a:cubicBezTo>
                  <a:lnTo>
                    <a:pt x="4596" y="994"/>
                  </a:lnTo>
                  <a:cubicBezTo>
                    <a:pt x="4478" y="913"/>
                    <a:pt x="4363" y="854"/>
                    <a:pt x="4234" y="795"/>
                  </a:cubicBezTo>
                  <a:lnTo>
                    <a:pt x="4209" y="385"/>
                  </a:lnTo>
                  <a:cubicBezTo>
                    <a:pt x="4209" y="175"/>
                    <a:pt x="4024" y="1"/>
                    <a:pt x="3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0" name="Google Shape;1456;p48">
              <a:extLst>
                <a:ext uri="{FF2B5EF4-FFF2-40B4-BE49-F238E27FC236}">
                  <a16:creationId xmlns:a16="http://schemas.microsoft.com/office/drawing/2014/main" id="{9DB5FA09-1637-30C8-6965-F7374C7E52DD}"/>
                </a:ext>
              </a:extLst>
            </p:cNvPr>
            <p:cNvSpPr/>
            <p:nvPr/>
          </p:nvSpPr>
          <p:spPr>
            <a:xfrm>
              <a:off x="3411588" y="2205725"/>
              <a:ext cx="60775" cy="60475"/>
            </a:xfrm>
            <a:custGeom>
              <a:avLst/>
              <a:gdLst/>
              <a:ahLst/>
              <a:cxnLst/>
              <a:rect l="l" t="t" r="r" b="b"/>
              <a:pathLst>
                <a:path w="2431" h="2419" extrusionOk="0">
                  <a:moveTo>
                    <a:pt x="1215" y="805"/>
                  </a:moveTo>
                  <a:cubicBezTo>
                    <a:pt x="1437" y="805"/>
                    <a:pt x="1625" y="982"/>
                    <a:pt x="1625" y="1204"/>
                  </a:cubicBezTo>
                  <a:cubicBezTo>
                    <a:pt x="1625" y="1425"/>
                    <a:pt x="1437" y="1613"/>
                    <a:pt x="1215" y="1613"/>
                  </a:cubicBezTo>
                  <a:cubicBezTo>
                    <a:pt x="994" y="1613"/>
                    <a:pt x="817" y="1425"/>
                    <a:pt x="817" y="1204"/>
                  </a:cubicBezTo>
                  <a:cubicBezTo>
                    <a:pt x="817" y="982"/>
                    <a:pt x="994" y="805"/>
                    <a:pt x="1215" y="805"/>
                  </a:cubicBezTo>
                  <a:close/>
                  <a:moveTo>
                    <a:pt x="1215" y="0"/>
                  </a:moveTo>
                  <a:cubicBezTo>
                    <a:pt x="551" y="0"/>
                    <a:pt x="1" y="536"/>
                    <a:pt x="1" y="1204"/>
                  </a:cubicBezTo>
                  <a:cubicBezTo>
                    <a:pt x="1" y="1880"/>
                    <a:pt x="551" y="2419"/>
                    <a:pt x="1215" y="2419"/>
                  </a:cubicBezTo>
                  <a:cubicBezTo>
                    <a:pt x="1883" y="2419"/>
                    <a:pt x="2430" y="1880"/>
                    <a:pt x="2430" y="1204"/>
                  </a:cubicBezTo>
                  <a:cubicBezTo>
                    <a:pt x="2430" y="536"/>
                    <a:pt x="1883" y="0"/>
                    <a:pt x="1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31" name="Google Shape;1457;p48">
            <a:extLst>
              <a:ext uri="{FF2B5EF4-FFF2-40B4-BE49-F238E27FC236}">
                <a16:creationId xmlns:a16="http://schemas.microsoft.com/office/drawing/2014/main" id="{3031FA79-FEFB-5291-E3CB-E979F36C046B}"/>
              </a:ext>
            </a:extLst>
          </p:cNvPr>
          <p:cNvGrpSpPr/>
          <p:nvPr/>
        </p:nvGrpSpPr>
        <p:grpSpPr>
          <a:xfrm>
            <a:off x="5587135" y="1593292"/>
            <a:ext cx="317375" cy="345350"/>
            <a:chOff x="1011863" y="1545075"/>
            <a:chExt cx="317375" cy="345350"/>
          </a:xfrm>
        </p:grpSpPr>
        <p:sp>
          <p:nvSpPr>
            <p:cNvPr id="32" name="Google Shape;1458;p48">
              <a:extLst>
                <a:ext uri="{FF2B5EF4-FFF2-40B4-BE49-F238E27FC236}">
                  <a16:creationId xmlns:a16="http://schemas.microsoft.com/office/drawing/2014/main" id="{17AD8C30-622F-0E42-F6D6-E6CEA382A5DD}"/>
                </a:ext>
              </a:extLst>
            </p:cNvPr>
            <p:cNvSpPr/>
            <p:nvPr/>
          </p:nvSpPr>
          <p:spPr>
            <a:xfrm>
              <a:off x="1011863" y="1545075"/>
              <a:ext cx="317375" cy="345350"/>
            </a:xfrm>
            <a:custGeom>
              <a:avLst/>
              <a:gdLst/>
              <a:ahLst/>
              <a:cxnLst/>
              <a:rect l="l" t="t" r="r" b="b"/>
              <a:pathLst>
                <a:path w="12695" h="13814" extrusionOk="0">
                  <a:moveTo>
                    <a:pt x="5809" y="813"/>
                  </a:moveTo>
                  <a:cubicBezTo>
                    <a:pt x="5837" y="813"/>
                    <a:pt x="5864" y="813"/>
                    <a:pt x="5891" y="814"/>
                  </a:cubicBezTo>
                  <a:cubicBezTo>
                    <a:pt x="8593" y="862"/>
                    <a:pt x="10789" y="3154"/>
                    <a:pt x="10789" y="5841"/>
                  </a:cubicBezTo>
                  <a:lnTo>
                    <a:pt x="10789" y="6882"/>
                  </a:lnTo>
                  <a:cubicBezTo>
                    <a:pt x="10789" y="6963"/>
                    <a:pt x="10812" y="7033"/>
                    <a:pt x="10859" y="7103"/>
                  </a:cubicBezTo>
                  <a:lnTo>
                    <a:pt x="11679" y="8343"/>
                  </a:lnTo>
                  <a:lnTo>
                    <a:pt x="11011" y="8669"/>
                  </a:lnTo>
                  <a:cubicBezTo>
                    <a:pt x="10907" y="8728"/>
                    <a:pt x="10823" y="8834"/>
                    <a:pt x="10801" y="8963"/>
                  </a:cubicBezTo>
                  <a:lnTo>
                    <a:pt x="10649" y="9710"/>
                  </a:lnTo>
                  <a:lnTo>
                    <a:pt x="10122" y="9710"/>
                  </a:lnTo>
                  <a:cubicBezTo>
                    <a:pt x="9925" y="9710"/>
                    <a:pt x="9737" y="9861"/>
                    <a:pt x="9715" y="10071"/>
                  </a:cubicBezTo>
                  <a:cubicBezTo>
                    <a:pt x="9690" y="10318"/>
                    <a:pt x="9878" y="10517"/>
                    <a:pt x="10110" y="10517"/>
                  </a:cubicBezTo>
                  <a:lnTo>
                    <a:pt x="10498" y="10517"/>
                  </a:lnTo>
                  <a:lnTo>
                    <a:pt x="10402" y="11008"/>
                  </a:lnTo>
                  <a:cubicBezTo>
                    <a:pt x="10357" y="11194"/>
                    <a:pt x="10192" y="11323"/>
                    <a:pt x="10007" y="11323"/>
                  </a:cubicBezTo>
                  <a:lnTo>
                    <a:pt x="8183" y="11323"/>
                  </a:lnTo>
                  <a:cubicBezTo>
                    <a:pt x="7586" y="10492"/>
                    <a:pt x="6615" y="9979"/>
                    <a:pt x="5577" y="9979"/>
                  </a:cubicBezTo>
                  <a:lnTo>
                    <a:pt x="2702" y="9979"/>
                  </a:lnTo>
                  <a:cubicBezTo>
                    <a:pt x="1565" y="9067"/>
                    <a:pt x="819" y="7406"/>
                    <a:pt x="819" y="5807"/>
                  </a:cubicBezTo>
                  <a:cubicBezTo>
                    <a:pt x="819" y="3052"/>
                    <a:pt x="3053" y="813"/>
                    <a:pt x="5809" y="813"/>
                  </a:cubicBezTo>
                  <a:close/>
                  <a:moveTo>
                    <a:pt x="5577" y="10787"/>
                  </a:moveTo>
                  <a:cubicBezTo>
                    <a:pt x="6371" y="10787"/>
                    <a:pt x="7120" y="11194"/>
                    <a:pt x="7552" y="11850"/>
                  </a:cubicBezTo>
                  <a:lnTo>
                    <a:pt x="7552" y="12995"/>
                  </a:lnTo>
                  <a:lnTo>
                    <a:pt x="2968" y="12995"/>
                  </a:lnTo>
                  <a:lnTo>
                    <a:pt x="2968" y="10787"/>
                  </a:lnTo>
                  <a:close/>
                  <a:moveTo>
                    <a:pt x="5786" y="0"/>
                  </a:moveTo>
                  <a:cubicBezTo>
                    <a:pt x="5550" y="0"/>
                    <a:pt x="5312" y="14"/>
                    <a:pt x="5072" y="42"/>
                  </a:cubicBezTo>
                  <a:cubicBezTo>
                    <a:pt x="4045" y="171"/>
                    <a:pt x="3052" y="581"/>
                    <a:pt x="2233" y="1223"/>
                  </a:cubicBezTo>
                  <a:cubicBezTo>
                    <a:pt x="808" y="2357"/>
                    <a:pt x="0" y="4018"/>
                    <a:pt x="0" y="5807"/>
                  </a:cubicBezTo>
                  <a:cubicBezTo>
                    <a:pt x="0" y="6730"/>
                    <a:pt x="222" y="7676"/>
                    <a:pt x="631" y="8554"/>
                  </a:cubicBezTo>
                  <a:cubicBezTo>
                    <a:pt x="1018" y="9370"/>
                    <a:pt x="1543" y="10071"/>
                    <a:pt x="2163" y="10576"/>
                  </a:cubicBezTo>
                  <a:lnTo>
                    <a:pt x="2163" y="13404"/>
                  </a:lnTo>
                  <a:cubicBezTo>
                    <a:pt x="2163" y="13626"/>
                    <a:pt x="2337" y="13814"/>
                    <a:pt x="2573" y="13814"/>
                  </a:cubicBezTo>
                  <a:lnTo>
                    <a:pt x="7962" y="13814"/>
                  </a:lnTo>
                  <a:cubicBezTo>
                    <a:pt x="8183" y="13814"/>
                    <a:pt x="8357" y="13626"/>
                    <a:pt x="8357" y="13404"/>
                  </a:cubicBezTo>
                  <a:lnTo>
                    <a:pt x="8357" y="12142"/>
                  </a:lnTo>
                  <a:lnTo>
                    <a:pt x="9995" y="12142"/>
                  </a:lnTo>
                  <a:cubicBezTo>
                    <a:pt x="10568" y="12142"/>
                    <a:pt x="11070" y="11732"/>
                    <a:pt x="11188" y="11160"/>
                  </a:cubicBezTo>
                  <a:lnTo>
                    <a:pt x="11550" y="9314"/>
                  </a:lnTo>
                  <a:lnTo>
                    <a:pt x="12450" y="8857"/>
                  </a:lnTo>
                  <a:cubicBezTo>
                    <a:pt x="12554" y="8809"/>
                    <a:pt x="12635" y="8716"/>
                    <a:pt x="12660" y="8599"/>
                  </a:cubicBezTo>
                  <a:cubicBezTo>
                    <a:pt x="12694" y="8484"/>
                    <a:pt x="12672" y="8366"/>
                    <a:pt x="12613" y="8273"/>
                  </a:cubicBezTo>
                  <a:lnTo>
                    <a:pt x="11594" y="6753"/>
                  </a:lnTo>
                  <a:lnTo>
                    <a:pt x="11594" y="5841"/>
                  </a:lnTo>
                  <a:cubicBezTo>
                    <a:pt x="11594" y="4346"/>
                    <a:pt x="11033" y="2895"/>
                    <a:pt x="10007" y="1810"/>
                  </a:cubicBezTo>
                  <a:cubicBezTo>
                    <a:pt x="8896" y="648"/>
                    <a:pt x="7393" y="0"/>
                    <a:pt x="57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3" name="Google Shape;1459;p48">
              <a:extLst>
                <a:ext uri="{FF2B5EF4-FFF2-40B4-BE49-F238E27FC236}">
                  <a16:creationId xmlns:a16="http://schemas.microsoft.com/office/drawing/2014/main" id="{612930E2-6722-E674-C1FA-81F53BA215D2}"/>
                </a:ext>
              </a:extLst>
            </p:cNvPr>
            <p:cNvSpPr/>
            <p:nvPr/>
          </p:nvSpPr>
          <p:spPr>
            <a:xfrm>
              <a:off x="1065363" y="1592275"/>
              <a:ext cx="183225" cy="182200"/>
            </a:xfrm>
            <a:custGeom>
              <a:avLst/>
              <a:gdLst/>
              <a:ahLst/>
              <a:cxnLst/>
              <a:rect l="l" t="t" r="r" b="b"/>
              <a:pathLst>
                <a:path w="7329" h="7288" extrusionOk="0">
                  <a:moveTo>
                    <a:pt x="5317" y="1616"/>
                  </a:moveTo>
                  <a:lnTo>
                    <a:pt x="5681" y="1989"/>
                  </a:lnTo>
                  <a:lnTo>
                    <a:pt x="5681" y="5297"/>
                  </a:lnTo>
                  <a:lnTo>
                    <a:pt x="5317" y="5659"/>
                  </a:lnTo>
                  <a:lnTo>
                    <a:pt x="2009" y="5659"/>
                  </a:lnTo>
                  <a:lnTo>
                    <a:pt x="1636" y="5297"/>
                  </a:lnTo>
                  <a:lnTo>
                    <a:pt x="1636" y="1989"/>
                  </a:lnTo>
                  <a:lnTo>
                    <a:pt x="2009" y="1616"/>
                  </a:lnTo>
                  <a:close/>
                  <a:moveTo>
                    <a:pt x="2047" y="1"/>
                  </a:moveTo>
                  <a:cubicBezTo>
                    <a:pt x="1822" y="1"/>
                    <a:pt x="1636" y="181"/>
                    <a:pt x="1636" y="413"/>
                  </a:cubicBezTo>
                  <a:lnTo>
                    <a:pt x="1636" y="867"/>
                  </a:lnTo>
                  <a:cubicBezTo>
                    <a:pt x="1614" y="878"/>
                    <a:pt x="1577" y="904"/>
                    <a:pt x="1555" y="926"/>
                  </a:cubicBezTo>
                  <a:lnTo>
                    <a:pt x="946" y="1535"/>
                  </a:lnTo>
                  <a:cubicBezTo>
                    <a:pt x="923" y="1557"/>
                    <a:pt x="898" y="1591"/>
                    <a:pt x="887" y="1616"/>
                  </a:cubicBezTo>
                  <a:lnTo>
                    <a:pt x="433" y="1616"/>
                  </a:lnTo>
                  <a:cubicBezTo>
                    <a:pt x="233" y="1616"/>
                    <a:pt x="45" y="1779"/>
                    <a:pt x="23" y="1978"/>
                  </a:cubicBezTo>
                  <a:cubicBezTo>
                    <a:pt x="1" y="2222"/>
                    <a:pt x="186" y="2433"/>
                    <a:pt x="433" y="2433"/>
                  </a:cubicBezTo>
                  <a:lnTo>
                    <a:pt x="828" y="2433"/>
                  </a:lnTo>
                  <a:lnTo>
                    <a:pt x="828" y="3240"/>
                  </a:lnTo>
                  <a:lnTo>
                    <a:pt x="433" y="3240"/>
                  </a:lnTo>
                  <a:cubicBezTo>
                    <a:pt x="233" y="3240"/>
                    <a:pt x="45" y="3392"/>
                    <a:pt x="23" y="3602"/>
                  </a:cubicBezTo>
                  <a:cubicBezTo>
                    <a:pt x="1" y="3835"/>
                    <a:pt x="186" y="4046"/>
                    <a:pt x="433" y="4046"/>
                  </a:cubicBezTo>
                  <a:lnTo>
                    <a:pt x="828" y="4046"/>
                  </a:lnTo>
                  <a:lnTo>
                    <a:pt x="828" y="4854"/>
                  </a:lnTo>
                  <a:lnTo>
                    <a:pt x="433" y="4854"/>
                  </a:lnTo>
                  <a:cubicBezTo>
                    <a:pt x="233" y="4854"/>
                    <a:pt x="45" y="5005"/>
                    <a:pt x="23" y="5215"/>
                  </a:cubicBezTo>
                  <a:cubicBezTo>
                    <a:pt x="1" y="5462"/>
                    <a:pt x="186" y="5659"/>
                    <a:pt x="433" y="5659"/>
                  </a:cubicBezTo>
                  <a:lnTo>
                    <a:pt x="887" y="5659"/>
                  </a:lnTo>
                  <a:cubicBezTo>
                    <a:pt x="898" y="5695"/>
                    <a:pt x="923" y="5718"/>
                    <a:pt x="946" y="5754"/>
                  </a:cubicBezTo>
                  <a:lnTo>
                    <a:pt x="1555" y="6360"/>
                  </a:lnTo>
                  <a:cubicBezTo>
                    <a:pt x="1577" y="6385"/>
                    <a:pt x="1614" y="6408"/>
                    <a:pt x="1636" y="6419"/>
                  </a:cubicBezTo>
                  <a:lnTo>
                    <a:pt x="1636" y="6865"/>
                  </a:lnTo>
                  <a:cubicBezTo>
                    <a:pt x="1636" y="7075"/>
                    <a:pt x="1788" y="7260"/>
                    <a:pt x="1998" y="7286"/>
                  </a:cubicBezTo>
                  <a:cubicBezTo>
                    <a:pt x="2011" y="7287"/>
                    <a:pt x="2025" y="7288"/>
                    <a:pt x="2038" y="7288"/>
                  </a:cubicBezTo>
                  <a:cubicBezTo>
                    <a:pt x="2267" y="7288"/>
                    <a:pt x="2455" y="7107"/>
                    <a:pt x="2455" y="6876"/>
                  </a:cubicBezTo>
                  <a:lnTo>
                    <a:pt x="2455" y="6478"/>
                  </a:lnTo>
                  <a:lnTo>
                    <a:pt x="3260" y="6478"/>
                  </a:lnTo>
                  <a:lnTo>
                    <a:pt x="3260" y="6865"/>
                  </a:lnTo>
                  <a:cubicBezTo>
                    <a:pt x="3260" y="7075"/>
                    <a:pt x="3412" y="7260"/>
                    <a:pt x="3611" y="7286"/>
                  </a:cubicBezTo>
                  <a:cubicBezTo>
                    <a:pt x="3624" y="7287"/>
                    <a:pt x="3638" y="7288"/>
                    <a:pt x="3651" y="7288"/>
                  </a:cubicBezTo>
                  <a:cubicBezTo>
                    <a:pt x="3880" y="7288"/>
                    <a:pt x="4068" y="7107"/>
                    <a:pt x="4068" y="6876"/>
                  </a:cubicBezTo>
                  <a:lnTo>
                    <a:pt x="4068" y="6478"/>
                  </a:lnTo>
                  <a:lnTo>
                    <a:pt x="4873" y="6478"/>
                  </a:lnTo>
                  <a:lnTo>
                    <a:pt x="4873" y="6865"/>
                  </a:lnTo>
                  <a:cubicBezTo>
                    <a:pt x="4873" y="7075"/>
                    <a:pt x="5025" y="7260"/>
                    <a:pt x="5235" y="7286"/>
                  </a:cubicBezTo>
                  <a:cubicBezTo>
                    <a:pt x="5249" y="7287"/>
                    <a:pt x="5262" y="7288"/>
                    <a:pt x="5275" y="7288"/>
                  </a:cubicBezTo>
                  <a:cubicBezTo>
                    <a:pt x="5503" y="7288"/>
                    <a:pt x="5681" y="7107"/>
                    <a:pt x="5681" y="6876"/>
                  </a:cubicBezTo>
                  <a:lnTo>
                    <a:pt x="5681" y="6419"/>
                  </a:lnTo>
                  <a:cubicBezTo>
                    <a:pt x="5715" y="6408"/>
                    <a:pt x="5737" y="6385"/>
                    <a:pt x="5774" y="6360"/>
                  </a:cubicBezTo>
                  <a:lnTo>
                    <a:pt x="6369" y="5754"/>
                  </a:lnTo>
                  <a:cubicBezTo>
                    <a:pt x="6405" y="5718"/>
                    <a:pt x="6416" y="5695"/>
                    <a:pt x="6439" y="5659"/>
                  </a:cubicBezTo>
                  <a:lnTo>
                    <a:pt x="6885" y="5659"/>
                  </a:lnTo>
                  <a:cubicBezTo>
                    <a:pt x="7095" y="5659"/>
                    <a:pt x="7280" y="5507"/>
                    <a:pt x="7306" y="5308"/>
                  </a:cubicBezTo>
                  <a:cubicBezTo>
                    <a:pt x="7328" y="5064"/>
                    <a:pt x="7140" y="4854"/>
                    <a:pt x="6896" y="4854"/>
                  </a:cubicBezTo>
                  <a:lnTo>
                    <a:pt x="6498" y="4854"/>
                  </a:lnTo>
                  <a:lnTo>
                    <a:pt x="6498" y="4046"/>
                  </a:lnTo>
                  <a:lnTo>
                    <a:pt x="6885" y="4046"/>
                  </a:lnTo>
                  <a:cubicBezTo>
                    <a:pt x="7095" y="4046"/>
                    <a:pt x="7280" y="3894"/>
                    <a:pt x="7306" y="3684"/>
                  </a:cubicBezTo>
                  <a:cubicBezTo>
                    <a:pt x="7328" y="3451"/>
                    <a:pt x="7140" y="3240"/>
                    <a:pt x="6896" y="3240"/>
                  </a:cubicBezTo>
                  <a:lnTo>
                    <a:pt x="6498" y="3240"/>
                  </a:lnTo>
                  <a:lnTo>
                    <a:pt x="6498" y="2433"/>
                  </a:lnTo>
                  <a:lnTo>
                    <a:pt x="6896" y="2433"/>
                  </a:lnTo>
                  <a:cubicBezTo>
                    <a:pt x="7140" y="2433"/>
                    <a:pt x="7328" y="2222"/>
                    <a:pt x="7306" y="1978"/>
                  </a:cubicBezTo>
                  <a:cubicBezTo>
                    <a:pt x="7280" y="1779"/>
                    <a:pt x="7095" y="1616"/>
                    <a:pt x="6885" y="1616"/>
                  </a:cubicBezTo>
                  <a:lnTo>
                    <a:pt x="6439" y="1616"/>
                  </a:lnTo>
                  <a:cubicBezTo>
                    <a:pt x="6416" y="1591"/>
                    <a:pt x="6405" y="1557"/>
                    <a:pt x="6369" y="1535"/>
                  </a:cubicBezTo>
                  <a:lnTo>
                    <a:pt x="5774" y="926"/>
                  </a:lnTo>
                  <a:cubicBezTo>
                    <a:pt x="5737" y="904"/>
                    <a:pt x="5715" y="878"/>
                    <a:pt x="5681" y="867"/>
                  </a:cubicBezTo>
                  <a:lnTo>
                    <a:pt x="5681" y="424"/>
                  </a:lnTo>
                  <a:cubicBezTo>
                    <a:pt x="5681" y="214"/>
                    <a:pt x="5527" y="26"/>
                    <a:pt x="5331" y="3"/>
                  </a:cubicBezTo>
                  <a:cubicBezTo>
                    <a:pt x="5316" y="2"/>
                    <a:pt x="5301" y="1"/>
                    <a:pt x="5286" y="1"/>
                  </a:cubicBezTo>
                  <a:cubicBezTo>
                    <a:pt x="5059" y="1"/>
                    <a:pt x="4873" y="181"/>
                    <a:pt x="4873" y="413"/>
                  </a:cubicBezTo>
                  <a:lnTo>
                    <a:pt x="4873" y="808"/>
                  </a:lnTo>
                  <a:lnTo>
                    <a:pt x="4068" y="808"/>
                  </a:lnTo>
                  <a:lnTo>
                    <a:pt x="4068" y="424"/>
                  </a:lnTo>
                  <a:cubicBezTo>
                    <a:pt x="4068" y="214"/>
                    <a:pt x="3914" y="26"/>
                    <a:pt x="3704" y="3"/>
                  </a:cubicBezTo>
                  <a:cubicBezTo>
                    <a:pt x="3689" y="2"/>
                    <a:pt x="3674" y="1"/>
                    <a:pt x="3660" y="1"/>
                  </a:cubicBezTo>
                  <a:cubicBezTo>
                    <a:pt x="3436" y="1"/>
                    <a:pt x="3260" y="181"/>
                    <a:pt x="3260" y="413"/>
                  </a:cubicBezTo>
                  <a:lnTo>
                    <a:pt x="3260" y="808"/>
                  </a:lnTo>
                  <a:lnTo>
                    <a:pt x="2455" y="808"/>
                  </a:lnTo>
                  <a:lnTo>
                    <a:pt x="2455" y="424"/>
                  </a:lnTo>
                  <a:cubicBezTo>
                    <a:pt x="2455" y="214"/>
                    <a:pt x="2301" y="26"/>
                    <a:pt x="2090" y="3"/>
                  </a:cubicBezTo>
                  <a:cubicBezTo>
                    <a:pt x="2076" y="2"/>
                    <a:pt x="2061" y="1"/>
                    <a:pt x="20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4" name="Google Shape;1460;p48">
              <a:extLst>
                <a:ext uri="{FF2B5EF4-FFF2-40B4-BE49-F238E27FC236}">
                  <a16:creationId xmlns:a16="http://schemas.microsoft.com/office/drawing/2014/main" id="{1A693A3D-877D-3702-1D76-7CF96BAAB896}"/>
                </a:ext>
              </a:extLst>
            </p:cNvPr>
            <p:cNvSpPr/>
            <p:nvPr/>
          </p:nvSpPr>
          <p:spPr>
            <a:xfrm>
              <a:off x="1126738" y="1653075"/>
              <a:ext cx="60750" cy="60825"/>
            </a:xfrm>
            <a:custGeom>
              <a:avLst/>
              <a:gdLst/>
              <a:ahLst/>
              <a:cxnLst/>
              <a:rect l="l" t="t" r="r" b="b"/>
              <a:pathLst>
                <a:path w="2430" h="2433" extrusionOk="0">
                  <a:moveTo>
                    <a:pt x="1215" y="820"/>
                  </a:moveTo>
                  <a:cubicBezTo>
                    <a:pt x="1437" y="820"/>
                    <a:pt x="1624" y="996"/>
                    <a:pt x="1624" y="1218"/>
                  </a:cubicBezTo>
                  <a:cubicBezTo>
                    <a:pt x="1624" y="1440"/>
                    <a:pt x="1437" y="1628"/>
                    <a:pt x="1215" y="1628"/>
                  </a:cubicBezTo>
                  <a:cubicBezTo>
                    <a:pt x="993" y="1628"/>
                    <a:pt x="817" y="1440"/>
                    <a:pt x="817" y="1218"/>
                  </a:cubicBezTo>
                  <a:cubicBezTo>
                    <a:pt x="817" y="996"/>
                    <a:pt x="993" y="820"/>
                    <a:pt x="1215" y="820"/>
                  </a:cubicBezTo>
                  <a:close/>
                  <a:moveTo>
                    <a:pt x="1215" y="1"/>
                  </a:moveTo>
                  <a:cubicBezTo>
                    <a:pt x="547" y="1"/>
                    <a:pt x="0" y="550"/>
                    <a:pt x="0" y="1218"/>
                  </a:cubicBezTo>
                  <a:cubicBezTo>
                    <a:pt x="0" y="1883"/>
                    <a:pt x="547" y="2433"/>
                    <a:pt x="1215" y="2433"/>
                  </a:cubicBezTo>
                  <a:cubicBezTo>
                    <a:pt x="1880" y="2433"/>
                    <a:pt x="2430" y="1883"/>
                    <a:pt x="2430" y="1218"/>
                  </a:cubicBezTo>
                  <a:cubicBezTo>
                    <a:pt x="2430" y="550"/>
                    <a:pt x="1880" y="1"/>
                    <a:pt x="12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descr="Interface gráfica do usuário, Site&#10;&#10;Descrição gerada automaticamente">
            <a:extLst>
              <a:ext uri="{FF2B5EF4-FFF2-40B4-BE49-F238E27FC236}">
                <a16:creationId xmlns:a16="http://schemas.microsoft.com/office/drawing/2014/main" id="{A8552F9F-CECE-93B3-6B0C-FE70B86BE9AE}"/>
              </a:ext>
            </a:extLst>
          </p:cNvPr>
          <p:cNvPicPr>
            <a:picLocks noChangeAspect="1"/>
          </p:cNvPicPr>
          <p:nvPr/>
        </p:nvPicPr>
        <p:blipFill>
          <a:blip r:embed="rId2"/>
          <a:stretch>
            <a:fillRect/>
          </a:stretch>
        </p:blipFill>
        <p:spPr>
          <a:xfrm>
            <a:off x="357188" y="192881"/>
            <a:ext cx="3340112" cy="1850231"/>
          </a:xfrm>
          <a:prstGeom prst="rect">
            <a:avLst/>
          </a:prstGeom>
        </p:spPr>
      </p:pic>
      <p:pic>
        <p:nvPicPr>
          <p:cNvPr id="5" name="Imagem 4">
            <a:extLst>
              <a:ext uri="{FF2B5EF4-FFF2-40B4-BE49-F238E27FC236}">
                <a16:creationId xmlns:a16="http://schemas.microsoft.com/office/drawing/2014/main" id="{135ABB89-A7EA-8205-3CC7-184B10154248}"/>
              </a:ext>
            </a:extLst>
          </p:cNvPr>
          <p:cNvPicPr>
            <a:picLocks noChangeAspect="1"/>
          </p:cNvPicPr>
          <p:nvPr/>
        </p:nvPicPr>
        <p:blipFill>
          <a:blip r:embed="rId3"/>
          <a:stretch>
            <a:fillRect/>
          </a:stretch>
        </p:blipFill>
        <p:spPr>
          <a:xfrm>
            <a:off x="4802461" y="192881"/>
            <a:ext cx="3340112" cy="1850231"/>
          </a:xfrm>
          <a:prstGeom prst="rect">
            <a:avLst/>
          </a:prstGeom>
        </p:spPr>
      </p:pic>
      <p:pic>
        <p:nvPicPr>
          <p:cNvPr id="7" name="Imagem 6">
            <a:extLst>
              <a:ext uri="{FF2B5EF4-FFF2-40B4-BE49-F238E27FC236}">
                <a16:creationId xmlns:a16="http://schemas.microsoft.com/office/drawing/2014/main" id="{5CB28D09-B994-0D1F-54E4-998DA9D8F279}"/>
              </a:ext>
            </a:extLst>
          </p:cNvPr>
          <p:cNvPicPr>
            <a:picLocks noChangeAspect="1"/>
          </p:cNvPicPr>
          <p:nvPr/>
        </p:nvPicPr>
        <p:blipFill>
          <a:blip r:embed="rId4"/>
          <a:stretch>
            <a:fillRect/>
          </a:stretch>
        </p:blipFill>
        <p:spPr>
          <a:xfrm>
            <a:off x="4802461" y="2571750"/>
            <a:ext cx="3340112" cy="1850232"/>
          </a:xfrm>
          <a:prstGeom prst="rect">
            <a:avLst/>
          </a:prstGeom>
        </p:spPr>
      </p:pic>
      <p:pic>
        <p:nvPicPr>
          <p:cNvPr id="9" name="Imagem 8">
            <a:extLst>
              <a:ext uri="{FF2B5EF4-FFF2-40B4-BE49-F238E27FC236}">
                <a16:creationId xmlns:a16="http://schemas.microsoft.com/office/drawing/2014/main" id="{926D3D83-D855-F322-E5C8-053053BC6B4B}"/>
              </a:ext>
            </a:extLst>
          </p:cNvPr>
          <p:cNvPicPr>
            <a:picLocks noChangeAspect="1"/>
          </p:cNvPicPr>
          <p:nvPr/>
        </p:nvPicPr>
        <p:blipFill>
          <a:blip r:embed="rId5"/>
          <a:stretch>
            <a:fillRect/>
          </a:stretch>
        </p:blipFill>
        <p:spPr>
          <a:xfrm>
            <a:off x="357188" y="2571751"/>
            <a:ext cx="3340113" cy="1850231"/>
          </a:xfrm>
          <a:prstGeom prst="rect">
            <a:avLst/>
          </a:prstGeom>
        </p:spPr>
      </p:pic>
    </p:spTree>
    <p:extLst>
      <p:ext uri="{BB962C8B-B14F-4D97-AF65-F5344CB8AC3E}">
        <p14:creationId xmlns:p14="http://schemas.microsoft.com/office/powerpoint/2010/main" val="9698857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1" name="Google Shape;761;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r>
              <a:rPr lang="en" sz="2500" dirty="0">
                <a:solidFill>
                  <a:srgbClr val="FFFFFF"/>
                </a:solidFill>
              </a:rPr>
              <a:t>Machine Learning</a:t>
            </a:r>
          </a:p>
        </p:txBody>
      </p:sp>
      <p:sp>
        <p:nvSpPr>
          <p:cNvPr id="22" name="CaixaDeTexto 21">
            <a:extLst>
              <a:ext uri="{FF2B5EF4-FFF2-40B4-BE49-F238E27FC236}">
                <a16:creationId xmlns:a16="http://schemas.microsoft.com/office/drawing/2014/main" id="{AFA06ABD-B53D-F75F-EB80-32EDC9C5530A}"/>
              </a:ext>
            </a:extLst>
          </p:cNvPr>
          <p:cNvSpPr txBox="1"/>
          <p:nvPr/>
        </p:nvSpPr>
        <p:spPr>
          <a:xfrm>
            <a:off x="1408470" y="1533832"/>
            <a:ext cx="2706329" cy="1200329"/>
          </a:xfrm>
          <a:prstGeom prst="rect">
            <a:avLst/>
          </a:prstGeom>
          <a:noFill/>
        </p:spPr>
        <p:txBody>
          <a:bodyPr wrap="square" rtlCol="0">
            <a:spAutoFit/>
          </a:bodyPr>
          <a:lstStyle/>
          <a:p>
            <a:r>
              <a:rPr lang="pt-BR" sz="1200" dirty="0">
                <a:solidFill>
                  <a:schemeClr val="tx1"/>
                </a:solidFill>
                <a:latin typeface="Hanken Grotesk" pitchFamily="2" charset="0"/>
              </a:rPr>
              <a:t>Machine learning é um campo da inteligência artificial que envolve a criação de algoritmos que permitem que sistemas aprendam e façam previsões ou decisões com base em dados</a:t>
            </a:r>
            <a:endParaRPr lang="pt-BR" sz="1050" dirty="0">
              <a:solidFill>
                <a:schemeClr val="tx1"/>
              </a:solidFill>
              <a:latin typeface="Hanken Grotesk" pitchFamily="2" charset="0"/>
            </a:endParaRPr>
          </a:p>
        </p:txBody>
      </p:sp>
      <p:sp>
        <p:nvSpPr>
          <p:cNvPr id="23" name="CaixaDeTexto 22">
            <a:extLst>
              <a:ext uri="{FF2B5EF4-FFF2-40B4-BE49-F238E27FC236}">
                <a16:creationId xmlns:a16="http://schemas.microsoft.com/office/drawing/2014/main" id="{53D3081A-FFDA-B93B-C677-B3CC06DA6C54}"/>
              </a:ext>
            </a:extLst>
          </p:cNvPr>
          <p:cNvSpPr txBox="1"/>
          <p:nvPr/>
        </p:nvSpPr>
        <p:spPr>
          <a:xfrm>
            <a:off x="6211742" y="1530313"/>
            <a:ext cx="2706328" cy="830997"/>
          </a:xfrm>
          <a:prstGeom prst="rect">
            <a:avLst/>
          </a:prstGeom>
          <a:noFill/>
        </p:spPr>
        <p:txBody>
          <a:bodyPr wrap="square" rtlCol="0">
            <a:spAutoFit/>
          </a:bodyPr>
          <a:lstStyle/>
          <a:p>
            <a:r>
              <a:rPr lang="pt-BR" sz="1200" dirty="0">
                <a:solidFill>
                  <a:schemeClr val="tx1"/>
                </a:solidFill>
                <a:latin typeface="Hanken Grotesk" pitchFamily="2" charset="0"/>
              </a:rPr>
              <a:t>As bibliotecas e frameworks de machine learning em Python, como </a:t>
            </a:r>
            <a:r>
              <a:rPr lang="pt-BR" sz="1200" dirty="0" err="1">
                <a:solidFill>
                  <a:schemeClr val="tx1"/>
                </a:solidFill>
                <a:latin typeface="Hanken Grotesk" pitchFamily="2" charset="0"/>
              </a:rPr>
              <a:t>TensorFlow</a:t>
            </a:r>
            <a:r>
              <a:rPr lang="pt-BR" sz="1200" dirty="0">
                <a:solidFill>
                  <a:schemeClr val="tx1"/>
                </a:solidFill>
                <a:latin typeface="Hanken Grotesk" pitchFamily="2" charset="0"/>
              </a:rPr>
              <a:t>, </a:t>
            </a:r>
            <a:r>
              <a:rPr lang="pt-BR" sz="1200" dirty="0" err="1">
                <a:solidFill>
                  <a:schemeClr val="tx1"/>
                </a:solidFill>
                <a:latin typeface="Hanken Grotesk" pitchFamily="2" charset="0"/>
              </a:rPr>
              <a:t>PyTorch</a:t>
            </a:r>
            <a:r>
              <a:rPr lang="pt-BR" sz="1200" dirty="0">
                <a:solidFill>
                  <a:schemeClr val="tx1"/>
                </a:solidFill>
                <a:latin typeface="Hanken Grotesk" pitchFamily="2" charset="0"/>
              </a:rPr>
              <a:t>, </a:t>
            </a:r>
            <a:r>
              <a:rPr lang="pt-BR" sz="1200" dirty="0" err="1">
                <a:solidFill>
                  <a:schemeClr val="tx1"/>
                </a:solidFill>
                <a:latin typeface="Hanken Grotesk" pitchFamily="2" charset="0"/>
              </a:rPr>
              <a:t>Scikit-learn</a:t>
            </a:r>
            <a:r>
              <a:rPr lang="pt-BR" sz="1200" dirty="0">
                <a:solidFill>
                  <a:schemeClr val="tx1"/>
                </a:solidFill>
                <a:latin typeface="Hanken Grotesk" pitchFamily="2" charset="0"/>
              </a:rPr>
              <a:t> e </a:t>
            </a:r>
            <a:r>
              <a:rPr lang="pt-BR" sz="1200" dirty="0" err="1">
                <a:solidFill>
                  <a:schemeClr val="tx1"/>
                </a:solidFill>
                <a:latin typeface="Hanken Grotesk" pitchFamily="2" charset="0"/>
              </a:rPr>
              <a:t>Keras</a:t>
            </a:r>
            <a:endParaRPr lang="pt-BR" sz="1200" dirty="0">
              <a:solidFill>
                <a:schemeClr val="tx1"/>
              </a:solidFill>
              <a:latin typeface="Hanken Grotesk" pitchFamily="2" charset="0"/>
            </a:endParaRPr>
          </a:p>
        </p:txBody>
      </p:sp>
      <p:sp>
        <p:nvSpPr>
          <p:cNvPr id="24" name="CaixaDeTexto 23">
            <a:extLst>
              <a:ext uri="{FF2B5EF4-FFF2-40B4-BE49-F238E27FC236}">
                <a16:creationId xmlns:a16="http://schemas.microsoft.com/office/drawing/2014/main" id="{6A9188C7-390D-982E-EE3F-54BD6194B490}"/>
              </a:ext>
            </a:extLst>
          </p:cNvPr>
          <p:cNvSpPr txBox="1"/>
          <p:nvPr/>
        </p:nvSpPr>
        <p:spPr>
          <a:xfrm>
            <a:off x="3504510" y="3211245"/>
            <a:ext cx="2706328" cy="1200329"/>
          </a:xfrm>
          <a:prstGeom prst="rect">
            <a:avLst/>
          </a:prstGeom>
          <a:noFill/>
        </p:spPr>
        <p:txBody>
          <a:bodyPr wrap="square" rtlCol="0">
            <a:spAutoFit/>
          </a:bodyPr>
          <a:lstStyle/>
          <a:p>
            <a:r>
              <a:rPr lang="pt-BR" sz="1200" dirty="0">
                <a:solidFill>
                  <a:schemeClr val="tx1"/>
                </a:solidFill>
                <a:latin typeface="Hanken Grotesk" pitchFamily="2" charset="0"/>
              </a:rPr>
              <a:t>Exemplos de machine learning incluem reconhecimento de voz, recomendação de produtos, detecção de fraudes e análise de imagens de exames para diagnósticos médicos </a:t>
            </a:r>
          </a:p>
        </p:txBody>
      </p:sp>
      <p:grpSp>
        <p:nvGrpSpPr>
          <p:cNvPr id="2" name="Google Shape;1262;p48">
            <a:extLst>
              <a:ext uri="{FF2B5EF4-FFF2-40B4-BE49-F238E27FC236}">
                <a16:creationId xmlns:a16="http://schemas.microsoft.com/office/drawing/2014/main" id="{DA514A84-84E1-EFD2-B967-32113BEE29A3}"/>
              </a:ext>
            </a:extLst>
          </p:cNvPr>
          <p:cNvGrpSpPr/>
          <p:nvPr/>
        </p:nvGrpSpPr>
        <p:grpSpPr>
          <a:xfrm>
            <a:off x="3117310" y="3217583"/>
            <a:ext cx="345125" cy="345150"/>
            <a:chOff x="997838" y="3797375"/>
            <a:chExt cx="345125" cy="345150"/>
          </a:xfrm>
        </p:grpSpPr>
        <p:sp>
          <p:nvSpPr>
            <p:cNvPr id="3" name="Google Shape;1263;p48">
              <a:extLst>
                <a:ext uri="{FF2B5EF4-FFF2-40B4-BE49-F238E27FC236}">
                  <a16:creationId xmlns:a16="http://schemas.microsoft.com/office/drawing/2014/main" id="{9CC80B8A-489B-B761-CCF9-E77CE943B283}"/>
                </a:ext>
              </a:extLst>
            </p:cNvPr>
            <p:cNvSpPr/>
            <p:nvPr/>
          </p:nvSpPr>
          <p:spPr>
            <a:xfrm>
              <a:off x="997838" y="3797375"/>
              <a:ext cx="345125" cy="345150"/>
            </a:xfrm>
            <a:custGeom>
              <a:avLst/>
              <a:gdLst/>
              <a:ahLst/>
              <a:cxnLst/>
              <a:rect l="l" t="t" r="r" b="b"/>
              <a:pathLst>
                <a:path w="13805" h="13806" extrusionOk="0">
                  <a:moveTo>
                    <a:pt x="6895" y="809"/>
                  </a:moveTo>
                  <a:cubicBezTo>
                    <a:pt x="8172" y="809"/>
                    <a:pt x="9199" y="1838"/>
                    <a:pt x="9199" y="3101"/>
                  </a:cubicBezTo>
                  <a:cubicBezTo>
                    <a:pt x="9199" y="3788"/>
                    <a:pt x="8896" y="4433"/>
                    <a:pt x="8357" y="4865"/>
                  </a:cubicBezTo>
                  <a:cubicBezTo>
                    <a:pt x="8018" y="5157"/>
                    <a:pt x="7785" y="5530"/>
                    <a:pt x="7715" y="5928"/>
                  </a:cubicBezTo>
                  <a:lnTo>
                    <a:pt x="7305" y="5928"/>
                  </a:lnTo>
                  <a:lnTo>
                    <a:pt x="7305" y="3813"/>
                  </a:lnTo>
                  <a:lnTo>
                    <a:pt x="7995" y="3123"/>
                  </a:lnTo>
                  <a:cubicBezTo>
                    <a:pt x="8158" y="2960"/>
                    <a:pt x="8158" y="2702"/>
                    <a:pt x="7995" y="2551"/>
                  </a:cubicBezTo>
                  <a:cubicBezTo>
                    <a:pt x="7919" y="2468"/>
                    <a:pt x="7817" y="2427"/>
                    <a:pt x="7713" y="2427"/>
                  </a:cubicBezTo>
                  <a:cubicBezTo>
                    <a:pt x="7609" y="2427"/>
                    <a:pt x="7504" y="2468"/>
                    <a:pt x="7423" y="2551"/>
                  </a:cubicBezTo>
                  <a:lnTo>
                    <a:pt x="6895" y="3064"/>
                  </a:lnTo>
                  <a:lnTo>
                    <a:pt x="6382" y="2551"/>
                  </a:lnTo>
                  <a:cubicBezTo>
                    <a:pt x="6304" y="2473"/>
                    <a:pt x="6197" y="2430"/>
                    <a:pt x="6089" y="2430"/>
                  </a:cubicBezTo>
                  <a:cubicBezTo>
                    <a:pt x="6003" y="2430"/>
                    <a:pt x="5917" y="2457"/>
                    <a:pt x="5843" y="2514"/>
                  </a:cubicBezTo>
                  <a:cubicBezTo>
                    <a:pt x="5647" y="2666"/>
                    <a:pt x="5633" y="2946"/>
                    <a:pt x="5810" y="3123"/>
                  </a:cubicBezTo>
                  <a:lnTo>
                    <a:pt x="6500" y="3813"/>
                  </a:lnTo>
                  <a:lnTo>
                    <a:pt x="6500" y="5928"/>
                  </a:lnTo>
                  <a:lnTo>
                    <a:pt x="6090" y="5928"/>
                  </a:lnTo>
                  <a:cubicBezTo>
                    <a:pt x="6020" y="5530"/>
                    <a:pt x="5787" y="5157"/>
                    <a:pt x="5448" y="4865"/>
                  </a:cubicBezTo>
                  <a:cubicBezTo>
                    <a:pt x="4909" y="4433"/>
                    <a:pt x="4606" y="3788"/>
                    <a:pt x="4606" y="3101"/>
                  </a:cubicBezTo>
                  <a:cubicBezTo>
                    <a:pt x="4606" y="1838"/>
                    <a:pt x="5633" y="809"/>
                    <a:pt x="6895" y="809"/>
                  </a:cubicBezTo>
                  <a:close/>
                  <a:moveTo>
                    <a:pt x="7681" y="6748"/>
                  </a:moveTo>
                  <a:lnTo>
                    <a:pt x="7681" y="7412"/>
                  </a:lnTo>
                  <a:cubicBezTo>
                    <a:pt x="7681" y="7494"/>
                    <a:pt x="7622" y="7553"/>
                    <a:pt x="7552" y="7553"/>
                  </a:cubicBezTo>
                  <a:lnTo>
                    <a:pt x="6253" y="7553"/>
                  </a:lnTo>
                  <a:cubicBezTo>
                    <a:pt x="6183" y="7553"/>
                    <a:pt x="6124" y="7494"/>
                    <a:pt x="6124" y="7412"/>
                  </a:cubicBezTo>
                  <a:lnTo>
                    <a:pt x="6124" y="6748"/>
                  </a:lnTo>
                  <a:close/>
                  <a:moveTo>
                    <a:pt x="12857" y="3507"/>
                  </a:moveTo>
                  <a:cubicBezTo>
                    <a:pt x="12941" y="3507"/>
                    <a:pt x="12997" y="3566"/>
                    <a:pt x="12997" y="3637"/>
                  </a:cubicBezTo>
                  <a:lnTo>
                    <a:pt x="12997" y="9166"/>
                  </a:lnTo>
                  <a:lnTo>
                    <a:pt x="808" y="9166"/>
                  </a:lnTo>
                  <a:lnTo>
                    <a:pt x="808" y="3637"/>
                  </a:lnTo>
                  <a:cubicBezTo>
                    <a:pt x="808" y="3566"/>
                    <a:pt x="864" y="3507"/>
                    <a:pt x="948" y="3507"/>
                  </a:cubicBezTo>
                  <a:lnTo>
                    <a:pt x="3824" y="3507"/>
                  </a:lnTo>
                  <a:cubicBezTo>
                    <a:pt x="3927" y="4279"/>
                    <a:pt x="4315" y="4994"/>
                    <a:pt x="4921" y="5496"/>
                  </a:cubicBezTo>
                  <a:cubicBezTo>
                    <a:pt x="5167" y="5696"/>
                    <a:pt x="5308" y="5976"/>
                    <a:pt x="5308" y="6257"/>
                  </a:cubicBezTo>
                  <a:lnTo>
                    <a:pt x="5308" y="7412"/>
                  </a:lnTo>
                  <a:cubicBezTo>
                    <a:pt x="5308" y="7940"/>
                    <a:pt x="5740" y="8361"/>
                    <a:pt x="6253" y="8361"/>
                  </a:cubicBezTo>
                  <a:lnTo>
                    <a:pt x="7527" y="8361"/>
                  </a:lnTo>
                  <a:cubicBezTo>
                    <a:pt x="8043" y="8361"/>
                    <a:pt x="8464" y="7940"/>
                    <a:pt x="8464" y="7412"/>
                  </a:cubicBezTo>
                  <a:lnTo>
                    <a:pt x="8464" y="6257"/>
                  </a:lnTo>
                  <a:cubicBezTo>
                    <a:pt x="8464" y="5976"/>
                    <a:pt x="8604" y="5696"/>
                    <a:pt x="8848" y="5496"/>
                  </a:cubicBezTo>
                  <a:cubicBezTo>
                    <a:pt x="9457" y="4994"/>
                    <a:pt x="9855" y="4279"/>
                    <a:pt x="9948" y="3507"/>
                  </a:cubicBezTo>
                  <a:close/>
                  <a:moveTo>
                    <a:pt x="12997" y="9974"/>
                  </a:moveTo>
                  <a:lnTo>
                    <a:pt x="12997" y="10650"/>
                  </a:lnTo>
                  <a:cubicBezTo>
                    <a:pt x="12997" y="10720"/>
                    <a:pt x="12941" y="10790"/>
                    <a:pt x="12857" y="10790"/>
                  </a:cubicBezTo>
                  <a:lnTo>
                    <a:pt x="948" y="10790"/>
                  </a:lnTo>
                  <a:cubicBezTo>
                    <a:pt x="864" y="10790"/>
                    <a:pt x="808" y="10720"/>
                    <a:pt x="808" y="10650"/>
                  </a:cubicBezTo>
                  <a:lnTo>
                    <a:pt x="808" y="9974"/>
                  </a:lnTo>
                  <a:close/>
                  <a:moveTo>
                    <a:pt x="8194" y="11598"/>
                  </a:moveTo>
                  <a:lnTo>
                    <a:pt x="8534" y="13001"/>
                  </a:lnTo>
                  <a:lnTo>
                    <a:pt x="5249" y="13001"/>
                  </a:lnTo>
                  <a:lnTo>
                    <a:pt x="5588" y="11598"/>
                  </a:lnTo>
                  <a:close/>
                  <a:moveTo>
                    <a:pt x="6895" y="1"/>
                  </a:moveTo>
                  <a:cubicBezTo>
                    <a:pt x="5330" y="1"/>
                    <a:pt x="4020" y="1182"/>
                    <a:pt x="3824" y="2702"/>
                  </a:cubicBezTo>
                  <a:lnTo>
                    <a:pt x="948" y="2702"/>
                  </a:lnTo>
                  <a:cubicBezTo>
                    <a:pt x="421" y="2702"/>
                    <a:pt x="0" y="3123"/>
                    <a:pt x="0" y="3637"/>
                  </a:cubicBezTo>
                  <a:lnTo>
                    <a:pt x="0" y="10650"/>
                  </a:lnTo>
                  <a:cubicBezTo>
                    <a:pt x="0" y="11177"/>
                    <a:pt x="421" y="11598"/>
                    <a:pt x="948" y="11598"/>
                  </a:cubicBezTo>
                  <a:lnTo>
                    <a:pt x="4769" y="11598"/>
                  </a:lnTo>
                  <a:lnTo>
                    <a:pt x="4430" y="13001"/>
                  </a:lnTo>
                  <a:lnTo>
                    <a:pt x="3669" y="13001"/>
                  </a:lnTo>
                  <a:cubicBezTo>
                    <a:pt x="3459" y="13001"/>
                    <a:pt x="3274" y="13152"/>
                    <a:pt x="3249" y="13351"/>
                  </a:cubicBezTo>
                  <a:cubicBezTo>
                    <a:pt x="3226" y="13595"/>
                    <a:pt x="3414" y="13806"/>
                    <a:pt x="3658" y="13806"/>
                  </a:cubicBezTo>
                  <a:lnTo>
                    <a:pt x="10110" y="13806"/>
                  </a:lnTo>
                  <a:cubicBezTo>
                    <a:pt x="10321" y="13806"/>
                    <a:pt x="10509" y="13654"/>
                    <a:pt x="10531" y="13444"/>
                  </a:cubicBezTo>
                  <a:cubicBezTo>
                    <a:pt x="10556" y="13200"/>
                    <a:pt x="10368" y="13001"/>
                    <a:pt x="10122" y="13001"/>
                  </a:cubicBezTo>
                  <a:lnTo>
                    <a:pt x="9364" y="13001"/>
                  </a:lnTo>
                  <a:lnTo>
                    <a:pt x="9025" y="11598"/>
                  </a:lnTo>
                  <a:lnTo>
                    <a:pt x="12857" y="11598"/>
                  </a:lnTo>
                  <a:cubicBezTo>
                    <a:pt x="13384" y="11598"/>
                    <a:pt x="13805" y="11177"/>
                    <a:pt x="13805" y="10650"/>
                  </a:cubicBezTo>
                  <a:lnTo>
                    <a:pt x="13805" y="3637"/>
                  </a:lnTo>
                  <a:cubicBezTo>
                    <a:pt x="13805" y="3123"/>
                    <a:pt x="13384" y="2702"/>
                    <a:pt x="12857" y="2702"/>
                  </a:cubicBezTo>
                  <a:lnTo>
                    <a:pt x="9970" y="2702"/>
                  </a:lnTo>
                  <a:cubicBezTo>
                    <a:pt x="9771" y="1182"/>
                    <a:pt x="8475" y="1"/>
                    <a:pt x="68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 name="Google Shape;1264;p48">
              <a:extLst>
                <a:ext uri="{FF2B5EF4-FFF2-40B4-BE49-F238E27FC236}">
                  <a16:creationId xmlns:a16="http://schemas.microsoft.com/office/drawing/2014/main" id="{9A6C6FEA-1807-E1D9-DCBA-9D0A52771DF9}"/>
                </a:ext>
              </a:extLst>
            </p:cNvPr>
            <p:cNvSpPr/>
            <p:nvPr/>
          </p:nvSpPr>
          <p:spPr>
            <a:xfrm>
              <a:off x="1259638" y="3810725"/>
              <a:ext cx="40700" cy="30375"/>
            </a:xfrm>
            <a:custGeom>
              <a:avLst/>
              <a:gdLst/>
              <a:ahLst/>
              <a:cxnLst/>
              <a:rect l="l" t="t" r="r" b="b"/>
              <a:pathLst>
                <a:path w="1628" h="1215" extrusionOk="0">
                  <a:moveTo>
                    <a:pt x="1165" y="1"/>
                  </a:moveTo>
                  <a:cubicBezTo>
                    <a:pt x="1096" y="1"/>
                    <a:pt x="1025" y="18"/>
                    <a:pt x="960" y="53"/>
                  </a:cubicBezTo>
                  <a:lnTo>
                    <a:pt x="258" y="463"/>
                  </a:lnTo>
                  <a:cubicBezTo>
                    <a:pt x="70" y="567"/>
                    <a:pt x="0" y="825"/>
                    <a:pt x="118" y="1010"/>
                  </a:cubicBezTo>
                  <a:cubicBezTo>
                    <a:pt x="190" y="1144"/>
                    <a:pt x="324" y="1214"/>
                    <a:pt x="465" y="1214"/>
                  </a:cubicBezTo>
                  <a:cubicBezTo>
                    <a:pt x="533" y="1214"/>
                    <a:pt x="603" y="1198"/>
                    <a:pt x="668" y="1164"/>
                  </a:cubicBezTo>
                  <a:lnTo>
                    <a:pt x="1369" y="754"/>
                  </a:lnTo>
                  <a:cubicBezTo>
                    <a:pt x="1557" y="648"/>
                    <a:pt x="1627" y="393"/>
                    <a:pt x="1510" y="205"/>
                  </a:cubicBezTo>
                  <a:cubicBezTo>
                    <a:pt x="1438" y="71"/>
                    <a:pt x="1305" y="1"/>
                    <a:pt x="11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5" name="Google Shape;1265;p48">
              <a:extLst>
                <a:ext uri="{FF2B5EF4-FFF2-40B4-BE49-F238E27FC236}">
                  <a16:creationId xmlns:a16="http://schemas.microsoft.com/office/drawing/2014/main" id="{2ADB7706-BC88-2C06-F6C5-0F8D4A9884DF}"/>
                </a:ext>
              </a:extLst>
            </p:cNvPr>
            <p:cNvSpPr/>
            <p:nvPr/>
          </p:nvSpPr>
          <p:spPr>
            <a:xfrm>
              <a:off x="1259638" y="3908500"/>
              <a:ext cx="40700" cy="30325"/>
            </a:xfrm>
            <a:custGeom>
              <a:avLst/>
              <a:gdLst/>
              <a:ahLst/>
              <a:cxnLst/>
              <a:rect l="l" t="t" r="r" b="b"/>
              <a:pathLst>
                <a:path w="1628" h="1213" extrusionOk="0">
                  <a:moveTo>
                    <a:pt x="460" y="1"/>
                  </a:moveTo>
                  <a:cubicBezTo>
                    <a:pt x="321" y="1"/>
                    <a:pt x="189" y="73"/>
                    <a:pt x="118" y="199"/>
                  </a:cubicBezTo>
                  <a:cubicBezTo>
                    <a:pt x="0" y="395"/>
                    <a:pt x="70" y="642"/>
                    <a:pt x="258" y="760"/>
                  </a:cubicBezTo>
                  <a:lnTo>
                    <a:pt x="960" y="1155"/>
                  </a:lnTo>
                  <a:cubicBezTo>
                    <a:pt x="1026" y="1195"/>
                    <a:pt x="1098" y="1213"/>
                    <a:pt x="1168" y="1213"/>
                  </a:cubicBezTo>
                  <a:cubicBezTo>
                    <a:pt x="1307" y="1213"/>
                    <a:pt x="1439" y="1140"/>
                    <a:pt x="1510" y="1015"/>
                  </a:cubicBezTo>
                  <a:cubicBezTo>
                    <a:pt x="1627" y="816"/>
                    <a:pt x="1557" y="572"/>
                    <a:pt x="1369" y="454"/>
                  </a:cubicBezTo>
                  <a:lnTo>
                    <a:pt x="668" y="58"/>
                  </a:lnTo>
                  <a:cubicBezTo>
                    <a:pt x="601" y="19"/>
                    <a:pt x="530" y="1"/>
                    <a:pt x="4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 name="Google Shape;1266;p48">
              <a:extLst>
                <a:ext uri="{FF2B5EF4-FFF2-40B4-BE49-F238E27FC236}">
                  <a16:creationId xmlns:a16="http://schemas.microsoft.com/office/drawing/2014/main" id="{AB211331-21D5-9963-8F15-33EAD5297C4A}"/>
                </a:ext>
              </a:extLst>
            </p:cNvPr>
            <p:cNvSpPr/>
            <p:nvPr/>
          </p:nvSpPr>
          <p:spPr>
            <a:xfrm>
              <a:off x="1039913" y="3810725"/>
              <a:ext cx="40625" cy="30375"/>
            </a:xfrm>
            <a:custGeom>
              <a:avLst/>
              <a:gdLst/>
              <a:ahLst/>
              <a:cxnLst/>
              <a:rect l="l" t="t" r="r" b="b"/>
              <a:pathLst>
                <a:path w="1625" h="1215" extrusionOk="0">
                  <a:moveTo>
                    <a:pt x="462" y="1"/>
                  </a:moveTo>
                  <a:cubicBezTo>
                    <a:pt x="321" y="1"/>
                    <a:pt x="188" y="71"/>
                    <a:pt x="118" y="205"/>
                  </a:cubicBezTo>
                  <a:cubicBezTo>
                    <a:pt x="0" y="393"/>
                    <a:pt x="70" y="648"/>
                    <a:pt x="258" y="754"/>
                  </a:cubicBezTo>
                  <a:lnTo>
                    <a:pt x="960" y="1164"/>
                  </a:lnTo>
                  <a:cubicBezTo>
                    <a:pt x="1025" y="1198"/>
                    <a:pt x="1094" y="1214"/>
                    <a:pt x="1163" y="1214"/>
                  </a:cubicBezTo>
                  <a:cubicBezTo>
                    <a:pt x="1303" y="1214"/>
                    <a:pt x="1438" y="1144"/>
                    <a:pt x="1509" y="1010"/>
                  </a:cubicBezTo>
                  <a:cubicBezTo>
                    <a:pt x="1624" y="825"/>
                    <a:pt x="1554" y="567"/>
                    <a:pt x="1369" y="463"/>
                  </a:cubicBezTo>
                  <a:lnTo>
                    <a:pt x="668" y="53"/>
                  </a:lnTo>
                  <a:cubicBezTo>
                    <a:pt x="602" y="18"/>
                    <a:pt x="531" y="1"/>
                    <a:pt x="4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 name="Google Shape;1267;p48">
              <a:extLst>
                <a:ext uri="{FF2B5EF4-FFF2-40B4-BE49-F238E27FC236}">
                  <a16:creationId xmlns:a16="http://schemas.microsoft.com/office/drawing/2014/main" id="{F89F3D0A-B1FD-DC6A-BC0B-A71765210504}"/>
                </a:ext>
              </a:extLst>
            </p:cNvPr>
            <p:cNvSpPr/>
            <p:nvPr/>
          </p:nvSpPr>
          <p:spPr>
            <a:xfrm>
              <a:off x="1039913" y="3908500"/>
              <a:ext cx="40625" cy="30325"/>
            </a:xfrm>
            <a:custGeom>
              <a:avLst/>
              <a:gdLst/>
              <a:ahLst/>
              <a:cxnLst/>
              <a:rect l="l" t="t" r="r" b="b"/>
              <a:pathLst>
                <a:path w="1625" h="1213" extrusionOk="0">
                  <a:moveTo>
                    <a:pt x="1168" y="1"/>
                  </a:moveTo>
                  <a:cubicBezTo>
                    <a:pt x="1098" y="1"/>
                    <a:pt x="1026" y="19"/>
                    <a:pt x="960" y="58"/>
                  </a:cubicBezTo>
                  <a:lnTo>
                    <a:pt x="258" y="454"/>
                  </a:lnTo>
                  <a:cubicBezTo>
                    <a:pt x="70" y="572"/>
                    <a:pt x="0" y="816"/>
                    <a:pt x="118" y="1015"/>
                  </a:cubicBezTo>
                  <a:cubicBezTo>
                    <a:pt x="187" y="1140"/>
                    <a:pt x="320" y="1213"/>
                    <a:pt x="459" y="1213"/>
                  </a:cubicBezTo>
                  <a:cubicBezTo>
                    <a:pt x="529" y="1213"/>
                    <a:pt x="601" y="1195"/>
                    <a:pt x="668" y="1155"/>
                  </a:cubicBezTo>
                  <a:lnTo>
                    <a:pt x="1369" y="760"/>
                  </a:lnTo>
                  <a:cubicBezTo>
                    <a:pt x="1554" y="642"/>
                    <a:pt x="1624" y="395"/>
                    <a:pt x="1509" y="199"/>
                  </a:cubicBezTo>
                  <a:cubicBezTo>
                    <a:pt x="1438" y="73"/>
                    <a:pt x="1307" y="1"/>
                    <a:pt x="11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25" name="Google Shape;1457;p48">
            <a:extLst>
              <a:ext uri="{FF2B5EF4-FFF2-40B4-BE49-F238E27FC236}">
                <a16:creationId xmlns:a16="http://schemas.microsoft.com/office/drawing/2014/main" id="{071B3E6D-D456-0EA4-B094-08FF49A62A39}"/>
              </a:ext>
            </a:extLst>
          </p:cNvPr>
          <p:cNvGrpSpPr/>
          <p:nvPr/>
        </p:nvGrpSpPr>
        <p:grpSpPr>
          <a:xfrm>
            <a:off x="5756742" y="1530313"/>
            <a:ext cx="317375" cy="345350"/>
            <a:chOff x="1011863" y="1545075"/>
            <a:chExt cx="317375" cy="345350"/>
          </a:xfrm>
        </p:grpSpPr>
        <p:sp>
          <p:nvSpPr>
            <p:cNvPr id="26" name="Google Shape;1458;p48">
              <a:extLst>
                <a:ext uri="{FF2B5EF4-FFF2-40B4-BE49-F238E27FC236}">
                  <a16:creationId xmlns:a16="http://schemas.microsoft.com/office/drawing/2014/main" id="{A4EA4E3F-CDC6-0B92-7D5A-EA3124C7DB67}"/>
                </a:ext>
              </a:extLst>
            </p:cNvPr>
            <p:cNvSpPr/>
            <p:nvPr/>
          </p:nvSpPr>
          <p:spPr>
            <a:xfrm>
              <a:off x="1011863" y="1545075"/>
              <a:ext cx="317375" cy="345350"/>
            </a:xfrm>
            <a:custGeom>
              <a:avLst/>
              <a:gdLst/>
              <a:ahLst/>
              <a:cxnLst/>
              <a:rect l="l" t="t" r="r" b="b"/>
              <a:pathLst>
                <a:path w="12695" h="13814" extrusionOk="0">
                  <a:moveTo>
                    <a:pt x="5809" y="813"/>
                  </a:moveTo>
                  <a:cubicBezTo>
                    <a:pt x="5837" y="813"/>
                    <a:pt x="5864" y="813"/>
                    <a:pt x="5891" y="814"/>
                  </a:cubicBezTo>
                  <a:cubicBezTo>
                    <a:pt x="8593" y="862"/>
                    <a:pt x="10789" y="3154"/>
                    <a:pt x="10789" y="5841"/>
                  </a:cubicBezTo>
                  <a:lnTo>
                    <a:pt x="10789" y="6882"/>
                  </a:lnTo>
                  <a:cubicBezTo>
                    <a:pt x="10789" y="6963"/>
                    <a:pt x="10812" y="7033"/>
                    <a:pt x="10859" y="7103"/>
                  </a:cubicBezTo>
                  <a:lnTo>
                    <a:pt x="11679" y="8343"/>
                  </a:lnTo>
                  <a:lnTo>
                    <a:pt x="11011" y="8669"/>
                  </a:lnTo>
                  <a:cubicBezTo>
                    <a:pt x="10907" y="8728"/>
                    <a:pt x="10823" y="8834"/>
                    <a:pt x="10801" y="8963"/>
                  </a:cubicBezTo>
                  <a:lnTo>
                    <a:pt x="10649" y="9710"/>
                  </a:lnTo>
                  <a:lnTo>
                    <a:pt x="10122" y="9710"/>
                  </a:lnTo>
                  <a:cubicBezTo>
                    <a:pt x="9925" y="9710"/>
                    <a:pt x="9737" y="9861"/>
                    <a:pt x="9715" y="10071"/>
                  </a:cubicBezTo>
                  <a:cubicBezTo>
                    <a:pt x="9690" y="10318"/>
                    <a:pt x="9878" y="10517"/>
                    <a:pt x="10110" y="10517"/>
                  </a:cubicBezTo>
                  <a:lnTo>
                    <a:pt x="10498" y="10517"/>
                  </a:lnTo>
                  <a:lnTo>
                    <a:pt x="10402" y="11008"/>
                  </a:lnTo>
                  <a:cubicBezTo>
                    <a:pt x="10357" y="11194"/>
                    <a:pt x="10192" y="11323"/>
                    <a:pt x="10007" y="11323"/>
                  </a:cubicBezTo>
                  <a:lnTo>
                    <a:pt x="8183" y="11323"/>
                  </a:lnTo>
                  <a:cubicBezTo>
                    <a:pt x="7586" y="10492"/>
                    <a:pt x="6615" y="9979"/>
                    <a:pt x="5577" y="9979"/>
                  </a:cubicBezTo>
                  <a:lnTo>
                    <a:pt x="2702" y="9979"/>
                  </a:lnTo>
                  <a:cubicBezTo>
                    <a:pt x="1565" y="9067"/>
                    <a:pt x="819" y="7406"/>
                    <a:pt x="819" y="5807"/>
                  </a:cubicBezTo>
                  <a:cubicBezTo>
                    <a:pt x="819" y="3052"/>
                    <a:pt x="3053" y="813"/>
                    <a:pt x="5809" y="813"/>
                  </a:cubicBezTo>
                  <a:close/>
                  <a:moveTo>
                    <a:pt x="5577" y="10787"/>
                  </a:moveTo>
                  <a:cubicBezTo>
                    <a:pt x="6371" y="10787"/>
                    <a:pt x="7120" y="11194"/>
                    <a:pt x="7552" y="11850"/>
                  </a:cubicBezTo>
                  <a:lnTo>
                    <a:pt x="7552" y="12995"/>
                  </a:lnTo>
                  <a:lnTo>
                    <a:pt x="2968" y="12995"/>
                  </a:lnTo>
                  <a:lnTo>
                    <a:pt x="2968" y="10787"/>
                  </a:lnTo>
                  <a:close/>
                  <a:moveTo>
                    <a:pt x="5786" y="0"/>
                  </a:moveTo>
                  <a:cubicBezTo>
                    <a:pt x="5550" y="0"/>
                    <a:pt x="5312" y="14"/>
                    <a:pt x="5072" y="42"/>
                  </a:cubicBezTo>
                  <a:cubicBezTo>
                    <a:pt x="4045" y="171"/>
                    <a:pt x="3052" y="581"/>
                    <a:pt x="2233" y="1223"/>
                  </a:cubicBezTo>
                  <a:cubicBezTo>
                    <a:pt x="808" y="2357"/>
                    <a:pt x="0" y="4018"/>
                    <a:pt x="0" y="5807"/>
                  </a:cubicBezTo>
                  <a:cubicBezTo>
                    <a:pt x="0" y="6730"/>
                    <a:pt x="222" y="7676"/>
                    <a:pt x="631" y="8554"/>
                  </a:cubicBezTo>
                  <a:cubicBezTo>
                    <a:pt x="1018" y="9370"/>
                    <a:pt x="1543" y="10071"/>
                    <a:pt x="2163" y="10576"/>
                  </a:cubicBezTo>
                  <a:lnTo>
                    <a:pt x="2163" y="13404"/>
                  </a:lnTo>
                  <a:cubicBezTo>
                    <a:pt x="2163" y="13626"/>
                    <a:pt x="2337" y="13814"/>
                    <a:pt x="2573" y="13814"/>
                  </a:cubicBezTo>
                  <a:lnTo>
                    <a:pt x="7962" y="13814"/>
                  </a:lnTo>
                  <a:cubicBezTo>
                    <a:pt x="8183" y="13814"/>
                    <a:pt x="8357" y="13626"/>
                    <a:pt x="8357" y="13404"/>
                  </a:cubicBezTo>
                  <a:lnTo>
                    <a:pt x="8357" y="12142"/>
                  </a:lnTo>
                  <a:lnTo>
                    <a:pt x="9995" y="12142"/>
                  </a:lnTo>
                  <a:cubicBezTo>
                    <a:pt x="10568" y="12142"/>
                    <a:pt x="11070" y="11732"/>
                    <a:pt x="11188" y="11160"/>
                  </a:cubicBezTo>
                  <a:lnTo>
                    <a:pt x="11550" y="9314"/>
                  </a:lnTo>
                  <a:lnTo>
                    <a:pt x="12450" y="8857"/>
                  </a:lnTo>
                  <a:cubicBezTo>
                    <a:pt x="12554" y="8809"/>
                    <a:pt x="12635" y="8716"/>
                    <a:pt x="12660" y="8599"/>
                  </a:cubicBezTo>
                  <a:cubicBezTo>
                    <a:pt x="12694" y="8484"/>
                    <a:pt x="12672" y="8366"/>
                    <a:pt x="12613" y="8273"/>
                  </a:cubicBezTo>
                  <a:lnTo>
                    <a:pt x="11594" y="6753"/>
                  </a:lnTo>
                  <a:lnTo>
                    <a:pt x="11594" y="5841"/>
                  </a:lnTo>
                  <a:cubicBezTo>
                    <a:pt x="11594" y="4346"/>
                    <a:pt x="11033" y="2895"/>
                    <a:pt x="10007" y="1810"/>
                  </a:cubicBezTo>
                  <a:cubicBezTo>
                    <a:pt x="8896" y="648"/>
                    <a:pt x="7393" y="0"/>
                    <a:pt x="57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7" name="Google Shape;1459;p48">
              <a:extLst>
                <a:ext uri="{FF2B5EF4-FFF2-40B4-BE49-F238E27FC236}">
                  <a16:creationId xmlns:a16="http://schemas.microsoft.com/office/drawing/2014/main" id="{3CAEF863-AF57-3D03-DDDB-D3F003B583BA}"/>
                </a:ext>
              </a:extLst>
            </p:cNvPr>
            <p:cNvSpPr/>
            <p:nvPr/>
          </p:nvSpPr>
          <p:spPr>
            <a:xfrm>
              <a:off x="1065363" y="1592275"/>
              <a:ext cx="183225" cy="182200"/>
            </a:xfrm>
            <a:custGeom>
              <a:avLst/>
              <a:gdLst/>
              <a:ahLst/>
              <a:cxnLst/>
              <a:rect l="l" t="t" r="r" b="b"/>
              <a:pathLst>
                <a:path w="7329" h="7288" extrusionOk="0">
                  <a:moveTo>
                    <a:pt x="5317" y="1616"/>
                  </a:moveTo>
                  <a:lnTo>
                    <a:pt x="5681" y="1989"/>
                  </a:lnTo>
                  <a:lnTo>
                    <a:pt x="5681" y="5297"/>
                  </a:lnTo>
                  <a:lnTo>
                    <a:pt x="5317" y="5659"/>
                  </a:lnTo>
                  <a:lnTo>
                    <a:pt x="2009" y="5659"/>
                  </a:lnTo>
                  <a:lnTo>
                    <a:pt x="1636" y="5297"/>
                  </a:lnTo>
                  <a:lnTo>
                    <a:pt x="1636" y="1989"/>
                  </a:lnTo>
                  <a:lnTo>
                    <a:pt x="2009" y="1616"/>
                  </a:lnTo>
                  <a:close/>
                  <a:moveTo>
                    <a:pt x="2047" y="1"/>
                  </a:moveTo>
                  <a:cubicBezTo>
                    <a:pt x="1822" y="1"/>
                    <a:pt x="1636" y="181"/>
                    <a:pt x="1636" y="413"/>
                  </a:cubicBezTo>
                  <a:lnTo>
                    <a:pt x="1636" y="867"/>
                  </a:lnTo>
                  <a:cubicBezTo>
                    <a:pt x="1614" y="878"/>
                    <a:pt x="1577" y="904"/>
                    <a:pt x="1555" y="926"/>
                  </a:cubicBezTo>
                  <a:lnTo>
                    <a:pt x="946" y="1535"/>
                  </a:lnTo>
                  <a:cubicBezTo>
                    <a:pt x="923" y="1557"/>
                    <a:pt x="898" y="1591"/>
                    <a:pt x="887" y="1616"/>
                  </a:cubicBezTo>
                  <a:lnTo>
                    <a:pt x="433" y="1616"/>
                  </a:lnTo>
                  <a:cubicBezTo>
                    <a:pt x="233" y="1616"/>
                    <a:pt x="45" y="1779"/>
                    <a:pt x="23" y="1978"/>
                  </a:cubicBezTo>
                  <a:cubicBezTo>
                    <a:pt x="1" y="2222"/>
                    <a:pt x="186" y="2433"/>
                    <a:pt x="433" y="2433"/>
                  </a:cubicBezTo>
                  <a:lnTo>
                    <a:pt x="828" y="2433"/>
                  </a:lnTo>
                  <a:lnTo>
                    <a:pt x="828" y="3240"/>
                  </a:lnTo>
                  <a:lnTo>
                    <a:pt x="433" y="3240"/>
                  </a:lnTo>
                  <a:cubicBezTo>
                    <a:pt x="233" y="3240"/>
                    <a:pt x="45" y="3392"/>
                    <a:pt x="23" y="3602"/>
                  </a:cubicBezTo>
                  <a:cubicBezTo>
                    <a:pt x="1" y="3835"/>
                    <a:pt x="186" y="4046"/>
                    <a:pt x="433" y="4046"/>
                  </a:cubicBezTo>
                  <a:lnTo>
                    <a:pt x="828" y="4046"/>
                  </a:lnTo>
                  <a:lnTo>
                    <a:pt x="828" y="4854"/>
                  </a:lnTo>
                  <a:lnTo>
                    <a:pt x="433" y="4854"/>
                  </a:lnTo>
                  <a:cubicBezTo>
                    <a:pt x="233" y="4854"/>
                    <a:pt x="45" y="5005"/>
                    <a:pt x="23" y="5215"/>
                  </a:cubicBezTo>
                  <a:cubicBezTo>
                    <a:pt x="1" y="5462"/>
                    <a:pt x="186" y="5659"/>
                    <a:pt x="433" y="5659"/>
                  </a:cubicBezTo>
                  <a:lnTo>
                    <a:pt x="887" y="5659"/>
                  </a:lnTo>
                  <a:cubicBezTo>
                    <a:pt x="898" y="5695"/>
                    <a:pt x="923" y="5718"/>
                    <a:pt x="946" y="5754"/>
                  </a:cubicBezTo>
                  <a:lnTo>
                    <a:pt x="1555" y="6360"/>
                  </a:lnTo>
                  <a:cubicBezTo>
                    <a:pt x="1577" y="6385"/>
                    <a:pt x="1614" y="6408"/>
                    <a:pt x="1636" y="6419"/>
                  </a:cubicBezTo>
                  <a:lnTo>
                    <a:pt x="1636" y="6865"/>
                  </a:lnTo>
                  <a:cubicBezTo>
                    <a:pt x="1636" y="7075"/>
                    <a:pt x="1788" y="7260"/>
                    <a:pt x="1998" y="7286"/>
                  </a:cubicBezTo>
                  <a:cubicBezTo>
                    <a:pt x="2011" y="7287"/>
                    <a:pt x="2025" y="7288"/>
                    <a:pt x="2038" y="7288"/>
                  </a:cubicBezTo>
                  <a:cubicBezTo>
                    <a:pt x="2267" y="7288"/>
                    <a:pt x="2455" y="7107"/>
                    <a:pt x="2455" y="6876"/>
                  </a:cubicBezTo>
                  <a:lnTo>
                    <a:pt x="2455" y="6478"/>
                  </a:lnTo>
                  <a:lnTo>
                    <a:pt x="3260" y="6478"/>
                  </a:lnTo>
                  <a:lnTo>
                    <a:pt x="3260" y="6865"/>
                  </a:lnTo>
                  <a:cubicBezTo>
                    <a:pt x="3260" y="7075"/>
                    <a:pt x="3412" y="7260"/>
                    <a:pt x="3611" y="7286"/>
                  </a:cubicBezTo>
                  <a:cubicBezTo>
                    <a:pt x="3624" y="7287"/>
                    <a:pt x="3638" y="7288"/>
                    <a:pt x="3651" y="7288"/>
                  </a:cubicBezTo>
                  <a:cubicBezTo>
                    <a:pt x="3880" y="7288"/>
                    <a:pt x="4068" y="7107"/>
                    <a:pt x="4068" y="6876"/>
                  </a:cubicBezTo>
                  <a:lnTo>
                    <a:pt x="4068" y="6478"/>
                  </a:lnTo>
                  <a:lnTo>
                    <a:pt x="4873" y="6478"/>
                  </a:lnTo>
                  <a:lnTo>
                    <a:pt x="4873" y="6865"/>
                  </a:lnTo>
                  <a:cubicBezTo>
                    <a:pt x="4873" y="7075"/>
                    <a:pt x="5025" y="7260"/>
                    <a:pt x="5235" y="7286"/>
                  </a:cubicBezTo>
                  <a:cubicBezTo>
                    <a:pt x="5249" y="7287"/>
                    <a:pt x="5262" y="7288"/>
                    <a:pt x="5275" y="7288"/>
                  </a:cubicBezTo>
                  <a:cubicBezTo>
                    <a:pt x="5503" y="7288"/>
                    <a:pt x="5681" y="7107"/>
                    <a:pt x="5681" y="6876"/>
                  </a:cubicBezTo>
                  <a:lnTo>
                    <a:pt x="5681" y="6419"/>
                  </a:lnTo>
                  <a:cubicBezTo>
                    <a:pt x="5715" y="6408"/>
                    <a:pt x="5737" y="6385"/>
                    <a:pt x="5774" y="6360"/>
                  </a:cubicBezTo>
                  <a:lnTo>
                    <a:pt x="6369" y="5754"/>
                  </a:lnTo>
                  <a:cubicBezTo>
                    <a:pt x="6405" y="5718"/>
                    <a:pt x="6416" y="5695"/>
                    <a:pt x="6439" y="5659"/>
                  </a:cubicBezTo>
                  <a:lnTo>
                    <a:pt x="6885" y="5659"/>
                  </a:lnTo>
                  <a:cubicBezTo>
                    <a:pt x="7095" y="5659"/>
                    <a:pt x="7280" y="5507"/>
                    <a:pt x="7306" y="5308"/>
                  </a:cubicBezTo>
                  <a:cubicBezTo>
                    <a:pt x="7328" y="5064"/>
                    <a:pt x="7140" y="4854"/>
                    <a:pt x="6896" y="4854"/>
                  </a:cubicBezTo>
                  <a:lnTo>
                    <a:pt x="6498" y="4854"/>
                  </a:lnTo>
                  <a:lnTo>
                    <a:pt x="6498" y="4046"/>
                  </a:lnTo>
                  <a:lnTo>
                    <a:pt x="6885" y="4046"/>
                  </a:lnTo>
                  <a:cubicBezTo>
                    <a:pt x="7095" y="4046"/>
                    <a:pt x="7280" y="3894"/>
                    <a:pt x="7306" y="3684"/>
                  </a:cubicBezTo>
                  <a:cubicBezTo>
                    <a:pt x="7328" y="3451"/>
                    <a:pt x="7140" y="3240"/>
                    <a:pt x="6896" y="3240"/>
                  </a:cubicBezTo>
                  <a:lnTo>
                    <a:pt x="6498" y="3240"/>
                  </a:lnTo>
                  <a:lnTo>
                    <a:pt x="6498" y="2433"/>
                  </a:lnTo>
                  <a:lnTo>
                    <a:pt x="6896" y="2433"/>
                  </a:lnTo>
                  <a:cubicBezTo>
                    <a:pt x="7140" y="2433"/>
                    <a:pt x="7328" y="2222"/>
                    <a:pt x="7306" y="1978"/>
                  </a:cubicBezTo>
                  <a:cubicBezTo>
                    <a:pt x="7280" y="1779"/>
                    <a:pt x="7095" y="1616"/>
                    <a:pt x="6885" y="1616"/>
                  </a:cubicBezTo>
                  <a:lnTo>
                    <a:pt x="6439" y="1616"/>
                  </a:lnTo>
                  <a:cubicBezTo>
                    <a:pt x="6416" y="1591"/>
                    <a:pt x="6405" y="1557"/>
                    <a:pt x="6369" y="1535"/>
                  </a:cubicBezTo>
                  <a:lnTo>
                    <a:pt x="5774" y="926"/>
                  </a:lnTo>
                  <a:cubicBezTo>
                    <a:pt x="5737" y="904"/>
                    <a:pt x="5715" y="878"/>
                    <a:pt x="5681" y="867"/>
                  </a:cubicBezTo>
                  <a:lnTo>
                    <a:pt x="5681" y="424"/>
                  </a:lnTo>
                  <a:cubicBezTo>
                    <a:pt x="5681" y="214"/>
                    <a:pt x="5527" y="26"/>
                    <a:pt x="5331" y="3"/>
                  </a:cubicBezTo>
                  <a:cubicBezTo>
                    <a:pt x="5316" y="2"/>
                    <a:pt x="5301" y="1"/>
                    <a:pt x="5286" y="1"/>
                  </a:cubicBezTo>
                  <a:cubicBezTo>
                    <a:pt x="5059" y="1"/>
                    <a:pt x="4873" y="181"/>
                    <a:pt x="4873" y="413"/>
                  </a:cubicBezTo>
                  <a:lnTo>
                    <a:pt x="4873" y="808"/>
                  </a:lnTo>
                  <a:lnTo>
                    <a:pt x="4068" y="808"/>
                  </a:lnTo>
                  <a:lnTo>
                    <a:pt x="4068" y="424"/>
                  </a:lnTo>
                  <a:cubicBezTo>
                    <a:pt x="4068" y="214"/>
                    <a:pt x="3914" y="26"/>
                    <a:pt x="3704" y="3"/>
                  </a:cubicBezTo>
                  <a:cubicBezTo>
                    <a:pt x="3689" y="2"/>
                    <a:pt x="3674" y="1"/>
                    <a:pt x="3660" y="1"/>
                  </a:cubicBezTo>
                  <a:cubicBezTo>
                    <a:pt x="3436" y="1"/>
                    <a:pt x="3260" y="181"/>
                    <a:pt x="3260" y="413"/>
                  </a:cubicBezTo>
                  <a:lnTo>
                    <a:pt x="3260" y="808"/>
                  </a:lnTo>
                  <a:lnTo>
                    <a:pt x="2455" y="808"/>
                  </a:lnTo>
                  <a:lnTo>
                    <a:pt x="2455" y="424"/>
                  </a:lnTo>
                  <a:cubicBezTo>
                    <a:pt x="2455" y="214"/>
                    <a:pt x="2301" y="26"/>
                    <a:pt x="2090" y="3"/>
                  </a:cubicBezTo>
                  <a:cubicBezTo>
                    <a:pt x="2076" y="2"/>
                    <a:pt x="2061" y="1"/>
                    <a:pt x="20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9" name="Google Shape;1460;p48">
              <a:extLst>
                <a:ext uri="{FF2B5EF4-FFF2-40B4-BE49-F238E27FC236}">
                  <a16:creationId xmlns:a16="http://schemas.microsoft.com/office/drawing/2014/main" id="{5A5658D3-363F-6AA1-1C48-AEDD3B8497BE}"/>
                </a:ext>
              </a:extLst>
            </p:cNvPr>
            <p:cNvSpPr/>
            <p:nvPr/>
          </p:nvSpPr>
          <p:spPr>
            <a:xfrm>
              <a:off x="1126738" y="1653075"/>
              <a:ext cx="60750" cy="60825"/>
            </a:xfrm>
            <a:custGeom>
              <a:avLst/>
              <a:gdLst/>
              <a:ahLst/>
              <a:cxnLst/>
              <a:rect l="l" t="t" r="r" b="b"/>
              <a:pathLst>
                <a:path w="2430" h="2433" extrusionOk="0">
                  <a:moveTo>
                    <a:pt x="1215" y="820"/>
                  </a:moveTo>
                  <a:cubicBezTo>
                    <a:pt x="1437" y="820"/>
                    <a:pt x="1624" y="996"/>
                    <a:pt x="1624" y="1218"/>
                  </a:cubicBezTo>
                  <a:cubicBezTo>
                    <a:pt x="1624" y="1440"/>
                    <a:pt x="1437" y="1628"/>
                    <a:pt x="1215" y="1628"/>
                  </a:cubicBezTo>
                  <a:cubicBezTo>
                    <a:pt x="993" y="1628"/>
                    <a:pt x="817" y="1440"/>
                    <a:pt x="817" y="1218"/>
                  </a:cubicBezTo>
                  <a:cubicBezTo>
                    <a:pt x="817" y="996"/>
                    <a:pt x="993" y="820"/>
                    <a:pt x="1215" y="820"/>
                  </a:cubicBezTo>
                  <a:close/>
                  <a:moveTo>
                    <a:pt x="1215" y="1"/>
                  </a:moveTo>
                  <a:cubicBezTo>
                    <a:pt x="547" y="1"/>
                    <a:pt x="0" y="550"/>
                    <a:pt x="0" y="1218"/>
                  </a:cubicBezTo>
                  <a:cubicBezTo>
                    <a:pt x="0" y="1883"/>
                    <a:pt x="547" y="2433"/>
                    <a:pt x="1215" y="2433"/>
                  </a:cubicBezTo>
                  <a:cubicBezTo>
                    <a:pt x="1880" y="2433"/>
                    <a:pt x="2430" y="1883"/>
                    <a:pt x="2430" y="1218"/>
                  </a:cubicBezTo>
                  <a:cubicBezTo>
                    <a:pt x="2430" y="550"/>
                    <a:pt x="1880" y="1"/>
                    <a:pt x="12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30" name="Google Shape;1447;p48">
            <a:extLst>
              <a:ext uri="{FF2B5EF4-FFF2-40B4-BE49-F238E27FC236}">
                <a16:creationId xmlns:a16="http://schemas.microsoft.com/office/drawing/2014/main" id="{7CB0E62D-D2E1-4324-3928-E410AF9E3292}"/>
              </a:ext>
            </a:extLst>
          </p:cNvPr>
          <p:cNvGrpSpPr/>
          <p:nvPr/>
        </p:nvGrpSpPr>
        <p:grpSpPr>
          <a:xfrm>
            <a:off x="925415" y="1577513"/>
            <a:ext cx="345150" cy="345075"/>
            <a:chOff x="3269563" y="2118050"/>
            <a:chExt cx="345150" cy="345075"/>
          </a:xfrm>
        </p:grpSpPr>
        <p:sp>
          <p:nvSpPr>
            <p:cNvPr id="31" name="Google Shape;1448;p48">
              <a:extLst>
                <a:ext uri="{FF2B5EF4-FFF2-40B4-BE49-F238E27FC236}">
                  <a16:creationId xmlns:a16="http://schemas.microsoft.com/office/drawing/2014/main" id="{10F51403-EA4D-F62C-6034-C5C0E3462422}"/>
                </a:ext>
              </a:extLst>
            </p:cNvPr>
            <p:cNvSpPr/>
            <p:nvPr/>
          </p:nvSpPr>
          <p:spPr>
            <a:xfrm>
              <a:off x="3324213" y="2118050"/>
              <a:ext cx="235800" cy="345075"/>
            </a:xfrm>
            <a:custGeom>
              <a:avLst/>
              <a:gdLst/>
              <a:ahLst/>
              <a:cxnLst/>
              <a:rect l="l" t="t" r="r" b="b"/>
              <a:pathLst>
                <a:path w="9432" h="13803" extrusionOk="0">
                  <a:moveTo>
                    <a:pt x="4710" y="806"/>
                  </a:moveTo>
                  <a:cubicBezTo>
                    <a:pt x="6873" y="806"/>
                    <a:pt x="8627" y="2559"/>
                    <a:pt x="8627" y="4711"/>
                  </a:cubicBezTo>
                  <a:cubicBezTo>
                    <a:pt x="8627" y="5833"/>
                    <a:pt x="8147" y="6896"/>
                    <a:pt x="7305" y="7631"/>
                  </a:cubicBezTo>
                  <a:cubicBezTo>
                    <a:pt x="6697" y="8170"/>
                    <a:pt x="6324" y="8908"/>
                    <a:pt x="6220" y="9701"/>
                  </a:cubicBezTo>
                  <a:lnTo>
                    <a:pt x="3204" y="9701"/>
                  </a:lnTo>
                  <a:cubicBezTo>
                    <a:pt x="3109" y="8908"/>
                    <a:pt x="2724" y="8170"/>
                    <a:pt x="2127" y="7631"/>
                  </a:cubicBezTo>
                  <a:cubicBezTo>
                    <a:pt x="1285" y="6896"/>
                    <a:pt x="805" y="5833"/>
                    <a:pt x="805" y="4711"/>
                  </a:cubicBezTo>
                  <a:cubicBezTo>
                    <a:pt x="805" y="2559"/>
                    <a:pt x="2559" y="806"/>
                    <a:pt x="4710" y="806"/>
                  </a:cubicBezTo>
                  <a:close/>
                  <a:moveTo>
                    <a:pt x="6194" y="10507"/>
                  </a:moveTo>
                  <a:lnTo>
                    <a:pt x="6194" y="11244"/>
                  </a:lnTo>
                  <a:cubicBezTo>
                    <a:pt x="6194" y="11315"/>
                    <a:pt x="6136" y="11373"/>
                    <a:pt x="6065" y="11373"/>
                  </a:cubicBezTo>
                  <a:lnTo>
                    <a:pt x="3367" y="11373"/>
                  </a:lnTo>
                  <a:cubicBezTo>
                    <a:pt x="3297" y="11373"/>
                    <a:pt x="3226" y="11315"/>
                    <a:pt x="3226" y="11244"/>
                  </a:cubicBezTo>
                  <a:lnTo>
                    <a:pt x="3226" y="10507"/>
                  </a:lnTo>
                  <a:close/>
                  <a:moveTo>
                    <a:pt x="5659" y="12179"/>
                  </a:moveTo>
                  <a:lnTo>
                    <a:pt x="5659" y="12588"/>
                  </a:lnTo>
                  <a:cubicBezTo>
                    <a:pt x="5659" y="12810"/>
                    <a:pt x="5471" y="12987"/>
                    <a:pt x="5249" y="12987"/>
                  </a:cubicBezTo>
                  <a:lnTo>
                    <a:pt x="4172" y="12987"/>
                  </a:lnTo>
                  <a:cubicBezTo>
                    <a:pt x="3950" y="12987"/>
                    <a:pt x="3776" y="12810"/>
                    <a:pt x="3776" y="12588"/>
                  </a:cubicBezTo>
                  <a:lnTo>
                    <a:pt x="3776" y="12179"/>
                  </a:lnTo>
                  <a:close/>
                  <a:moveTo>
                    <a:pt x="4710" y="1"/>
                  </a:moveTo>
                  <a:cubicBezTo>
                    <a:pt x="2116" y="1"/>
                    <a:pt x="0" y="2116"/>
                    <a:pt x="0" y="4711"/>
                  </a:cubicBezTo>
                  <a:cubicBezTo>
                    <a:pt x="0" y="6066"/>
                    <a:pt x="573" y="7351"/>
                    <a:pt x="1591" y="8240"/>
                  </a:cubicBezTo>
                  <a:cubicBezTo>
                    <a:pt x="2116" y="8708"/>
                    <a:pt x="2418" y="9399"/>
                    <a:pt x="2418" y="10111"/>
                  </a:cubicBezTo>
                  <a:lnTo>
                    <a:pt x="2418" y="11244"/>
                  </a:lnTo>
                  <a:cubicBezTo>
                    <a:pt x="2418" y="11618"/>
                    <a:pt x="2643" y="11935"/>
                    <a:pt x="2957" y="12086"/>
                  </a:cubicBezTo>
                  <a:lnTo>
                    <a:pt x="2957" y="12588"/>
                  </a:lnTo>
                  <a:cubicBezTo>
                    <a:pt x="2957" y="13256"/>
                    <a:pt x="3507" y="13803"/>
                    <a:pt x="4172" y="13803"/>
                  </a:cubicBezTo>
                  <a:lnTo>
                    <a:pt x="5249" y="13803"/>
                  </a:lnTo>
                  <a:cubicBezTo>
                    <a:pt x="5925" y="13803"/>
                    <a:pt x="6464" y="13256"/>
                    <a:pt x="6464" y="12588"/>
                  </a:cubicBezTo>
                  <a:lnTo>
                    <a:pt x="6464" y="12086"/>
                  </a:lnTo>
                  <a:cubicBezTo>
                    <a:pt x="6781" y="11935"/>
                    <a:pt x="7002" y="11618"/>
                    <a:pt x="7002" y="11244"/>
                  </a:cubicBezTo>
                  <a:lnTo>
                    <a:pt x="7002" y="10111"/>
                  </a:lnTo>
                  <a:cubicBezTo>
                    <a:pt x="7002" y="9399"/>
                    <a:pt x="7305" y="8708"/>
                    <a:pt x="7844" y="8240"/>
                  </a:cubicBezTo>
                  <a:cubicBezTo>
                    <a:pt x="8848" y="7351"/>
                    <a:pt x="9432" y="6066"/>
                    <a:pt x="9432" y="4711"/>
                  </a:cubicBezTo>
                  <a:cubicBezTo>
                    <a:pt x="9432" y="2116"/>
                    <a:pt x="7317" y="1"/>
                    <a:pt x="47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2" name="Google Shape;1449;p48">
              <a:extLst>
                <a:ext uri="{FF2B5EF4-FFF2-40B4-BE49-F238E27FC236}">
                  <a16:creationId xmlns:a16="http://schemas.microsoft.com/office/drawing/2014/main" id="{4BE2A819-4584-CE02-BC4E-A0294DA727E3}"/>
                </a:ext>
              </a:extLst>
            </p:cNvPr>
            <p:cNvSpPr/>
            <p:nvPr/>
          </p:nvSpPr>
          <p:spPr>
            <a:xfrm>
              <a:off x="3574013" y="2225850"/>
              <a:ext cx="40700" cy="20225"/>
            </a:xfrm>
            <a:custGeom>
              <a:avLst/>
              <a:gdLst/>
              <a:ahLst/>
              <a:cxnLst/>
              <a:rect l="l" t="t" r="r" b="b"/>
              <a:pathLst>
                <a:path w="1628" h="809" extrusionOk="0">
                  <a:moveTo>
                    <a:pt x="410" y="0"/>
                  </a:moveTo>
                  <a:cubicBezTo>
                    <a:pt x="189" y="0"/>
                    <a:pt x="1" y="177"/>
                    <a:pt x="1" y="399"/>
                  </a:cubicBezTo>
                  <a:cubicBezTo>
                    <a:pt x="1" y="620"/>
                    <a:pt x="189" y="808"/>
                    <a:pt x="410" y="808"/>
                  </a:cubicBezTo>
                  <a:lnTo>
                    <a:pt x="1218" y="808"/>
                  </a:lnTo>
                  <a:cubicBezTo>
                    <a:pt x="1440" y="808"/>
                    <a:pt x="1628" y="620"/>
                    <a:pt x="1628" y="399"/>
                  </a:cubicBezTo>
                  <a:cubicBezTo>
                    <a:pt x="1628" y="177"/>
                    <a:pt x="1440" y="0"/>
                    <a:pt x="12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3" name="Google Shape;1450;p48">
              <a:extLst>
                <a:ext uri="{FF2B5EF4-FFF2-40B4-BE49-F238E27FC236}">
                  <a16:creationId xmlns:a16="http://schemas.microsoft.com/office/drawing/2014/main" id="{76C85C85-6B9C-F314-56BA-534D827A04F3}"/>
                </a:ext>
              </a:extLst>
            </p:cNvPr>
            <p:cNvSpPr/>
            <p:nvPr/>
          </p:nvSpPr>
          <p:spPr>
            <a:xfrm>
              <a:off x="3565888" y="2158375"/>
              <a:ext cx="40625" cy="30375"/>
            </a:xfrm>
            <a:custGeom>
              <a:avLst/>
              <a:gdLst/>
              <a:ahLst/>
              <a:cxnLst/>
              <a:rect l="l" t="t" r="r" b="b"/>
              <a:pathLst>
                <a:path w="1625" h="1215" extrusionOk="0">
                  <a:moveTo>
                    <a:pt x="1168" y="1"/>
                  </a:moveTo>
                  <a:cubicBezTo>
                    <a:pt x="1101" y="1"/>
                    <a:pt x="1032" y="19"/>
                    <a:pt x="971" y="57"/>
                  </a:cubicBezTo>
                  <a:lnTo>
                    <a:pt x="270" y="455"/>
                  </a:lnTo>
                  <a:cubicBezTo>
                    <a:pt x="71" y="573"/>
                    <a:pt x="0" y="817"/>
                    <a:pt x="115" y="1016"/>
                  </a:cubicBezTo>
                  <a:cubicBezTo>
                    <a:pt x="186" y="1141"/>
                    <a:pt x="325" y="1214"/>
                    <a:pt x="464" y="1214"/>
                  </a:cubicBezTo>
                  <a:cubicBezTo>
                    <a:pt x="533" y="1214"/>
                    <a:pt x="603" y="1196"/>
                    <a:pt x="665" y="1157"/>
                  </a:cubicBezTo>
                  <a:lnTo>
                    <a:pt x="1367" y="758"/>
                  </a:lnTo>
                  <a:cubicBezTo>
                    <a:pt x="1566" y="643"/>
                    <a:pt x="1625" y="396"/>
                    <a:pt x="1518" y="197"/>
                  </a:cubicBezTo>
                  <a:cubicBezTo>
                    <a:pt x="1441" y="73"/>
                    <a:pt x="1305" y="1"/>
                    <a:pt x="11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4" name="Google Shape;1451;p48">
              <a:extLst>
                <a:ext uri="{FF2B5EF4-FFF2-40B4-BE49-F238E27FC236}">
                  <a16:creationId xmlns:a16="http://schemas.microsoft.com/office/drawing/2014/main" id="{11D4AA9B-B2D4-3E4A-0270-46CCCD9610C6}"/>
                </a:ext>
              </a:extLst>
            </p:cNvPr>
            <p:cNvSpPr/>
            <p:nvPr/>
          </p:nvSpPr>
          <p:spPr>
            <a:xfrm>
              <a:off x="3565888" y="2283075"/>
              <a:ext cx="40625" cy="30425"/>
            </a:xfrm>
            <a:custGeom>
              <a:avLst/>
              <a:gdLst/>
              <a:ahLst/>
              <a:cxnLst/>
              <a:rect l="l" t="t" r="r" b="b"/>
              <a:pathLst>
                <a:path w="1625" h="1217" extrusionOk="0">
                  <a:moveTo>
                    <a:pt x="476" y="0"/>
                  </a:moveTo>
                  <a:cubicBezTo>
                    <a:pt x="333" y="0"/>
                    <a:pt x="189" y="74"/>
                    <a:pt x="115" y="203"/>
                  </a:cubicBezTo>
                  <a:cubicBezTo>
                    <a:pt x="0" y="399"/>
                    <a:pt x="71" y="646"/>
                    <a:pt x="270" y="750"/>
                  </a:cubicBezTo>
                  <a:lnTo>
                    <a:pt x="971" y="1159"/>
                  </a:lnTo>
                  <a:cubicBezTo>
                    <a:pt x="1032" y="1198"/>
                    <a:pt x="1100" y="1217"/>
                    <a:pt x="1168" y="1217"/>
                  </a:cubicBezTo>
                  <a:cubicBezTo>
                    <a:pt x="1305" y="1217"/>
                    <a:pt x="1441" y="1141"/>
                    <a:pt x="1518" y="1008"/>
                  </a:cubicBezTo>
                  <a:cubicBezTo>
                    <a:pt x="1625" y="820"/>
                    <a:pt x="1566" y="576"/>
                    <a:pt x="1367" y="458"/>
                  </a:cubicBezTo>
                  <a:lnTo>
                    <a:pt x="665" y="48"/>
                  </a:lnTo>
                  <a:cubicBezTo>
                    <a:pt x="607" y="16"/>
                    <a:pt x="542" y="0"/>
                    <a:pt x="4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5" name="Google Shape;1452;p48">
              <a:extLst>
                <a:ext uri="{FF2B5EF4-FFF2-40B4-BE49-F238E27FC236}">
                  <a16:creationId xmlns:a16="http://schemas.microsoft.com/office/drawing/2014/main" id="{B12172FB-C1D2-4308-D08C-B2740FDD8D61}"/>
                </a:ext>
              </a:extLst>
            </p:cNvPr>
            <p:cNvSpPr/>
            <p:nvPr/>
          </p:nvSpPr>
          <p:spPr>
            <a:xfrm>
              <a:off x="3269563" y="2225850"/>
              <a:ext cx="40375" cy="20225"/>
            </a:xfrm>
            <a:custGeom>
              <a:avLst/>
              <a:gdLst/>
              <a:ahLst/>
              <a:cxnLst/>
              <a:rect l="l" t="t" r="r" b="b"/>
              <a:pathLst>
                <a:path w="1615" h="809" extrusionOk="0">
                  <a:moveTo>
                    <a:pt x="397" y="0"/>
                  </a:moveTo>
                  <a:cubicBezTo>
                    <a:pt x="175" y="0"/>
                    <a:pt x="1" y="177"/>
                    <a:pt x="1" y="399"/>
                  </a:cubicBezTo>
                  <a:cubicBezTo>
                    <a:pt x="1" y="620"/>
                    <a:pt x="175" y="808"/>
                    <a:pt x="397" y="808"/>
                  </a:cubicBezTo>
                  <a:lnTo>
                    <a:pt x="1216" y="808"/>
                  </a:lnTo>
                  <a:cubicBezTo>
                    <a:pt x="1437" y="808"/>
                    <a:pt x="1614" y="620"/>
                    <a:pt x="1614" y="399"/>
                  </a:cubicBezTo>
                  <a:cubicBezTo>
                    <a:pt x="1614" y="177"/>
                    <a:pt x="1437" y="0"/>
                    <a:pt x="12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6" name="Google Shape;1453;p48">
              <a:extLst>
                <a:ext uri="{FF2B5EF4-FFF2-40B4-BE49-F238E27FC236}">
                  <a16:creationId xmlns:a16="http://schemas.microsoft.com/office/drawing/2014/main" id="{593420A0-C91F-1495-5569-2B9324AAC2D5}"/>
                </a:ext>
              </a:extLst>
            </p:cNvPr>
            <p:cNvSpPr/>
            <p:nvPr/>
          </p:nvSpPr>
          <p:spPr>
            <a:xfrm>
              <a:off x="3277438" y="2158375"/>
              <a:ext cx="40625" cy="30375"/>
            </a:xfrm>
            <a:custGeom>
              <a:avLst/>
              <a:gdLst/>
              <a:ahLst/>
              <a:cxnLst/>
              <a:rect l="l" t="t" r="r" b="b"/>
              <a:pathLst>
                <a:path w="1625" h="1215" extrusionOk="0">
                  <a:moveTo>
                    <a:pt x="461" y="1"/>
                  </a:moveTo>
                  <a:cubicBezTo>
                    <a:pt x="321" y="1"/>
                    <a:pt x="187" y="73"/>
                    <a:pt x="118" y="197"/>
                  </a:cubicBezTo>
                  <a:cubicBezTo>
                    <a:pt x="0" y="396"/>
                    <a:pt x="70" y="643"/>
                    <a:pt x="258" y="758"/>
                  </a:cubicBezTo>
                  <a:lnTo>
                    <a:pt x="960" y="1157"/>
                  </a:lnTo>
                  <a:cubicBezTo>
                    <a:pt x="1026" y="1196"/>
                    <a:pt x="1098" y="1214"/>
                    <a:pt x="1168" y="1214"/>
                  </a:cubicBezTo>
                  <a:cubicBezTo>
                    <a:pt x="1308" y="1214"/>
                    <a:pt x="1442" y="1141"/>
                    <a:pt x="1521" y="1016"/>
                  </a:cubicBezTo>
                  <a:cubicBezTo>
                    <a:pt x="1624" y="817"/>
                    <a:pt x="1554" y="573"/>
                    <a:pt x="1369" y="455"/>
                  </a:cubicBezTo>
                  <a:lnTo>
                    <a:pt x="668" y="57"/>
                  </a:lnTo>
                  <a:cubicBezTo>
                    <a:pt x="602" y="19"/>
                    <a:pt x="531" y="1"/>
                    <a:pt x="46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7" name="Google Shape;1454;p48">
              <a:extLst>
                <a:ext uri="{FF2B5EF4-FFF2-40B4-BE49-F238E27FC236}">
                  <a16:creationId xmlns:a16="http://schemas.microsoft.com/office/drawing/2014/main" id="{1733B57B-712D-274F-50DB-482E120D049A}"/>
                </a:ext>
              </a:extLst>
            </p:cNvPr>
            <p:cNvSpPr/>
            <p:nvPr/>
          </p:nvSpPr>
          <p:spPr>
            <a:xfrm>
              <a:off x="3277438" y="2283075"/>
              <a:ext cx="40625" cy="30425"/>
            </a:xfrm>
            <a:custGeom>
              <a:avLst/>
              <a:gdLst/>
              <a:ahLst/>
              <a:cxnLst/>
              <a:rect l="l" t="t" r="r" b="b"/>
              <a:pathLst>
                <a:path w="1625" h="1217" extrusionOk="0">
                  <a:moveTo>
                    <a:pt x="1155" y="0"/>
                  </a:moveTo>
                  <a:cubicBezTo>
                    <a:pt x="1089" y="0"/>
                    <a:pt x="1022" y="16"/>
                    <a:pt x="960" y="48"/>
                  </a:cubicBezTo>
                  <a:lnTo>
                    <a:pt x="258" y="458"/>
                  </a:lnTo>
                  <a:cubicBezTo>
                    <a:pt x="70" y="576"/>
                    <a:pt x="0" y="820"/>
                    <a:pt x="118" y="1008"/>
                  </a:cubicBezTo>
                  <a:cubicBezTo>
                    <a:pt x="187" y="1141"/>
                    <a:pt x="321" y="1217"/>
                    <a:pt x="462" y="1217"/>
                  </a:cubicBezTo>
                  <a:cubicBezTo>
                    <a:pt x="531" y="1217"/>
                    <a:pt x="602" y="1198"/>
                    <a:pt x="668" y="1159"/>
                  </a:cubicBezTo>
                  <a:lnTo>
                    <a:pt x="1369" y="750"/>
                  </a:lnTo>
                  <a:cubicBezTo>
                    <a:pt x="1554" y="646"/>
                    <a:pt x="1624" y="399"/>
                    <a:pt x="1521" y="203"/>
                  </a:cubicBezTo>
                  <a:cubicBezTo>
                    <a:pt x="1440" y="74"/>
                    <a:pt x="1300" y="0"/>
                    <a:pt x="11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8" name="Google Shape;1455;p48">
              <a:extLst>
                <a:ext uri="{FF2B5EF4-FFF2-40B4-BE49-F238E27FC236}">
                  <a16:creationId xmlns:a16="http://schemas.microsoft.com/office/drawing/2014/main" id="{B05F03E0-01C8-7198-39F9-EF3B32834087}"/>
                </a:ext>
              </a:extLst>
            </p:cNvPr>
            <p:cNvSpPr/>
            <p:nvPr/>
          </p:nvSpPr>
          <p:spPr>
            <a:xfrm>
              <a:off x="3363613" y="2158375"/>
              <a:ext cx="156700" cy="155175"/>
            </a:xfrm>
            <a:custGeom>
              <a:avLst/>
              <a:gdLst/>
              <a:ahLst/>
              <a:cxnLst/>
              <a:rect l="l" t="t" r="r" b="b"/>
              <a:pathLst>
                <a:path w="6268" h="6207" extrusionOk="0">
                  <a:moveTo>
                    <a:pt x="3426" y="806"/>
                  </a:moveTo>
                  <a:lnTo>
                    <a:pt x="3437" y="1086"/>
                  </a:lnTo>
                  <a:cubicBezTo>
                    <a:pt x="3451" y="1249"/>
                    <a:pt x="3555" y="1389"/>
                    <a:pt x="3707" y="1448"/>
                  </a:cubicBezTo>
                  <a:cubicBezTo>
                    <a:pt x="3917" y="1518"/>
                    <a:pt x="4116" y="1636"/>
                    <a:pt x="4279" y="1777"/>
                  </a:cubicBezTo>
                  <a:cubicBezTo>
                    <a:pt x="4359" y="1841"/>
                    <a:pt x="4457" y="1875"/>
                    <a:pt x="4556" y="1875"/>
                  </a:cubicBezTo>
                  <a:cubicBezTo>
                    <a:pt x="4617" y="1875"/>
                    <a:pt x="4679" y="1862"/>
                    <a:pt x="4736" y="1835"/>
                  </a:cubicBezTo>
                  <a:lnTo>
                    <a:pt x="4980" y="1706"/>
                  </a:lnTo>
                  <a:lnTo>
                    <a:pt x="5261" y="2209"/>
                  </a:lnTo>
                  <a:lnTo>
                    <a:pt x="5039" y="2360"/>
                  </a:lnTo>
                  <a:cubicBezTo>
                    <a:pt x="4899" y="2441"/>
                    <a:pt x="4829" y="2607"/>
                    <a:pt x="4854" y="2770"/>
                  </a:cubicBezTo>
                  <a:cubicBezTo>
                    <a:pt x="4877" y="2887"/>
                    <a:pt x="4888" y="2991"/>
                    <a:pt x="4888" y="3098"/>
                  </a:cubicBezTo>
                  <a:cubicBezTo>
                    <a:pt x="4888" y="3202"/>
                    <a:pt x="4877" y="3319"/>
                    <a:pt x="4854" y="3437"/>
                  </a:cubicBezTo>
                  <a:cubicBezTo>
                    <a:pt x="4829" y="3589"/>
                    <a:pt x="4899" y="3763"/>
                    <a:pt x="5039" y="3844"/>
                  </a:cubicBezTo>
                  <a:lnTo>
                    <a:pt x="5261" y="3998"/>
                  </a:lnTo>
                  <a:lnTo>
                    <a:pt x="4980" y="4500"/>
                  </a:lnTo>
                  <a:lnTo>
                    <a:pt x="4736" y="4371"/>
                  </a:lnTo>
                  <a:cubicBezTo>
                    <a:pt x="4675" y="4343"/>
                    <a:pt x="4609" y="4328"/>
                    <a:pt x="4544" y="4328"/>
                  </a:cubicBezTo>
                  <a:cubicBezTo>
                    <a:pt x="4449" y="4328"/>
                    <a:pt x="4356" y="4360"/>
                    <a:pt x="4279" y="4430"/>
                  </a:cubicBezTo>
                  <a:cubicBezTo>
                    <a:pt x="4116" y="4571"/>
                    <a:pt x="3917" y="4686"/>
                    <a:pt x="3707" y="4756"/>
                  </a:cubicBezTo>
                  <a:cubicBezTo>
                    <a:pt x="3555" y="4803"/>
                    <a:pt x="3451" y="4955"/>
                    <a:pt x="3437" y="5120"/>
                  </a:cubicBezTo>
                  <a:lnTo>
                    <a:pt x="3426" y="5387"/>
                  </a:lnTo>
                  <a:lnTo>
                    <a:pt x="2854" y="5387"/>
                  </a:lnTo>
                  <a:lnTo>
                    <a:pt x="2831" y="5120"/>
                  </a:lnTo>
                  <a:cubicBezTo>
                    <a:pt x="2831" y="4955"/>
                    <a:pt x="2714" y="4803"/>
                    <a:pt x="2562" y="4756"/>
                  </a:cubicBezTo>
                  <a:cubicBezTo>
                    <a:pt x="2352" y="4686"/>
                    <a:pt x="2164" y="4571"/>
                    <a:pt x="1990" y="4430"/>
                  </a:cubicBezTo>
                  <a:cubicBezTo>
                    <a:pt x="1920" y="4360"/>
                    <a:pt x="1825" y="4328"/>
                    <a:pt x="1730" y="4328"/>
                  </a:cubicBezTo>
                  <a:cubicBezTo>
                    <a:pt x="1665" y="4328"/>
                    <a:pt x="1601" y="4343"/>
                    <a:pt x="1544" y="4371"/>
                  </a:cubicBezTo>
                  <a:lnTo>
                    <a:pt x="1300" y="4500"/>
                  </a:lnTo>
                  <a:lnTo>
                    <a:pt x="1008" y="3998"/>
                  </a:lnTo>
                  <a:lnTo>
                    <a:pt x="1241" y="3844"/>
                  </a:lnTo>
                  <a:cubicBezTo>
                    <a:pt x="1381" y="3763"/>
                    <a:pt x="1451" y="3589"/>
                    <a:pt x="1418" y="3437"/>
                  </a:cubicBezTo>
                  <a:cubicBezTo>
                    <a:pt x="1392" y="3319"/>
                    <a:pt x="1381" y="3202"/>
                    <a:pt x="1381" y="3098"/>
                  </a:cubicBezTo>
                  <a:cubicBezTo>
                    <a:pt x="1381" y="2991"/>
                    <a:pt x="1392" y="2887"/>
                    <a:pt x="1418" y="2770"/>
                  </a:cubicBezTo>
                  <a:cubicBezTo>
                    <a:pt x="1451" y="2607"/>
                    <a:pt x="1381" y="2441"/>
                    <a:pt x="1241" y="2360"/>
                  </a:cubicBezTo>
                  <a:lnTo>
                    <a:pt x="1008" y="2209"/>
                  </a:lnTo>
                  <a:lnTo>
                    <a:pt x="1300" y="1706"/>
                  </a:lnTo>
                  <a:lnTo>
                    <a:pt x="1544" y="1835"/>
                  </a:lnTo>
                  <a:cubicBezTo>
                    <a:pt x="1597" y="1862"/>
                    <a:pt x="1657" y="1875"/>
                    <a:pt x="1718" y="1875"/>
                  </a:cubicBezTo>
                  <a:cubicBezTo>
                    <a:pt x="1817" y="1875"/>
                    <a:pt x="1917" y="1841"/>
                    <a:pt x="1990" y="1777"/>
                  </a:cubicBezTo>
                  <a:cubicBezTo>
                    <a:pt x="2164" y="1636"/>
                    <a:pt x="2352" y="1518"/>
                    <a:pt x="2562" y="1448"/>
                  </a:cubicBezTo>
                  <a:cubicBezTo>
                    <a:pt x="2714" y="1389"/>
                    <a:pt x="2831" y="1249"/>
                    <a:pt x="2831" y="1086"/>
                  </a:cubicBezTo>
                  <a:lnTo>
                    <a:pt x="2854" y="806"/>
                  </a:lnTo>
                  <a:close/>
                  <a:moveTo>
                    <a:pt x="2470" y="1"/>
                  </a:moveTo>
                  <a:cubicBezTo>
                    <a:pt x="2245" y="1"/>
                    <a:pt x="2071" y="175"/>
                    <a:pt x="2060" y="385"/>
                  </a:cubicBezTo>
                  <a:lnTo>
                    <a:pt x="2035" y="795"/>
                  </a:lnTo>
                  <a:cubicBezTo>
                    <a:pt x="1920" y="854"/>
                    <a:pt x="1802" y="913"/>
                    <a:pt x="1684" y="994"/>
                  </a:cubicBezTo>
                  <a:lnTo>
                    <a:pt x="1322" y="806"/>
                  </a:lnTo>
                  <a:cubicBezTo>
                    <a:pt x="1267" y="778"/>
                    <a:pt x="1208" y="765"/>
                    <a:pt x="1148" y="765"/>
                  </a:cubicBezTo>
                  <a:cubicBezTo>
                    <a:pt x="1008" y="765"/>
                    <a:pt x="867" y="839"/>
                    <a:pt x="786" y="969"/>
                  </a:cubicBezTo>
                  <a:lnTo>
                    <a:pt x="119" y="2138"/>
                  </a:lnTo>
                  <a:cubicBezTo>
                    <a:pt x="1" y="2326"/>
                    <a:pt x="60" y="2559"/>
                    <a:pt x="248" y="2677"/>
                  </a:cubicBezTo>
                  <a:lnTo>
                    <a:pt x="587" y="2899"/>
                  </a:lnTo>
                  <a:cubicBezTo>
                    <a:pt x="576" y="2969"/>
                    <a:pt x="576" y="3039"/>
                    <a:pt x="576" y="3098"/>
                  </a:cubicBezTo>
                  <a:cubicBezTo>
                    <a:pt x="576" y="3168"/>
                    <a:pt x="576" y="3238"/>
                    <a:pt x="587" y="3308"/>
                  </a:cubicBezTo>
                  <a:lnTo>
                    <a:pt x="248" y="3530"/>
                  </a:lnTo>
                  <a:cubicBezTo>
                    <a:pt x="60" y="3648"/>
                    <a:pt x="1" y="3881"/>
                    <a:pt x="119" y="4068"/>
                  </a:cubicBezTo>
                  <a:lnTo>
                    <a:pt x="786" y="5235"/>
                  </a:lnTo>
                  <a:cubicBezTo>
                    <a:pt x="865" y="5364"/>
                    <a:pt x="999" y="5437"/>
                    <a:pt x="1135" y="5437"/>
                  </a:cubicBezTo>
                  <a:cubicBezTo>
                    <a:pt x="1199" y="5437"/>
                    <a:pt x="1263" y="5421"/>
                    <a:pt x="1322" y="5387"/>
                  </a:cubicBezTo>
                  <a:lnTo>
                    <a:pt x="1684" y="5213"/>
                  </a:lnTo>
                  <a:cubicBezTo>
                    <a:pt x="1802" y="5283"/>
                    <a:pt x="1920" y="5353"/>
                    <a:pt x="2035" y="5412"/>
                  </a:cubicBezTo>
                  <a:lnTo>
                    <a:pt x="2060" y="5822"/>
                  </a:lnTo>
                  <a:cubicBezTo>
                    <a:pt x="2071" y="6032"/>
                    <a:pt x="2245" y="6206"/>
                    <a:pt x="2470" y="6206"/>
                  </a:cubicBezTo>
                  <a:lnTo>
                    <a:pt x="3813" y="6206"/>
                  </a:lnTo>
                  <a:cubicBezTo>
                    <a:pt x="4024" y="6206"/>
                    <a:pt x="4209" y="6032"/>
                    <a:pt x="4209" y="5822"/>
                  </a:cubicBezTo>
                  <a:lnTo>
                    <a:pt x="4234" y="5412"/>
                  </a:lnTo>
                  <a:cubicBezTo>
                    <a:pt x="4363" y="5353"/>
                    <a:pt x="4478" y="5283"/>
                    <a:pt x="4596" y="5213"/>
                  </a:cubicBezTo>
                  <a:lnTo>
                    <a:pt x="4947" y="5387"/>
                  </a:lnTo>
                  <a:cubicBezTo>
                    <a:pt x="5010" y="5421"/>
                    <a:pt x="5077" y="5437"/>
                    <a:pt x="5142" y="5437"/>
                  </a:cubicBezTo>
                  <a:cubicBezTo>
                    <a:pt x="5281" y="5437"/>
                    <a:pt x="5413" y="5364"/>
                    <a:pt x="5485" y="5235"/>
                  </a:cubicBezTo>
                  <a:lnTo>
                    <a:pt x="6161" y="4068"/>
                  </a:lnTo>
                  <a:cubicBezTo>
                    <a:pt x="6268" y="3881"/>
                    <a:pt x="6209" y="3648"/>
                    <a:pt x="6032" y="3530"/>
                  </a:cubicBezTo>
                  <a:lnTo>
                    <a:pt x="5696" y="3308"/>
                  </a:lnTo>
                  <a:lnTo>
                    <a:pt x="5696" y="3098"/>
                  </a:lnTo>
                  <a:lnTo>
                    <a:pt x="5696" y="2899"/>
                  </a:lnTo>
                  <a:lnTo>
                    <a:pt x="6032" y="2677"/>
                  </a:lnTo>
                  <a:cubicBezTo>
                    <a:pt x="6209" y="2559"/>
                    <a:pt x="6268" y="2326"/>
                    <a:pt x="6161" y="2138"/>
                  </a:cubicBezTo>
                  <a:lnTo>
                    <a:pt x="5485" y="969"/>
                  </a:lnTo>
                  <a:cubicBezTo>
                    <a:pt x="5410" y="839"/>
                    <a:pt x="5273" y="765"/>
                    <a:pt x="5129" y="765"/>
                  </a:cubicBezTo>
                  <a:cubicBezTo>
                    <a:pt x="5068" y="765"/>
                    <a:pt x="5006" y="778"/>
                    <a:pt x="4947" y="806"/>
                  </a:cubicBezTo>
                  <a:lnTo>
                    <a:pt x="4596" y="994"/>
                  </a:lnTo>
                  <a:cubicBezTo>
                    <a:pt x="4478" y="913"/>
                    <a:pt x="4363" y="854"/>
                    <a:pt x="4234" y="795"/>
                  </a:cubicBezTo>
                  <a:lnTo>
                    <a:pt x="4209" y="385"/>
                  </a:lnTo>
                  <a:cubicBezTo>
                    <a:pt x="4209" y="175"/>
                    <a:pt x="4024" y="1"/>
                    <a:pt x="3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9" name="Google Shape;1456;p48">
              <a:extLst>
                <a:ext uri="{FF2B5EF4-FFF2-40B4-BE49-F238E27FC236}">
                  <a16:creationId xmlns:a16="http://schemas.microsoft.com/office/drawing/2014/main" id="{A7BF6E37-975E-4BD9-968B-7BB8210CE7E1}"/>
                </a:ext>
              </a:extLst>
            </p:cNvPr>
            <p:cNvSpPr/>
            <p:nvPr/>
          </p:nvSpPr>
          <p:spPr>
            <a:xfrm>
              <a:off x="3411588" y="2205725"/>
              <a:ext cx="60775" cy="60475"/>
            </a:xfrm>
            <a:custGeom>
              <a:avLst/>
              <a:gdLst/>
              <a:ahLst/>
              <a:cxnLst/>
              <a:rect l="l" t="t" r="r" b="b"/>
              <a:pathLst>
                <a:path w="2431" h="2419" extrusionOk="0">
                  <a:moveTo>
                    <a:pt x="1215" y="805"/>
                  </a:moveTo>
                  <a:cubicBezTo>
                    <a:pt x="1437" y="805"/>
                    <a:pt x="1625" y="982"/>
                    <a:pt x="1625" y="1204"/>
                  </a:cubicBezTo>
                  <a:cubicBezTo>
                    <a:pt x="1625" y="1425"/>
                    <a:pt x="1437" y="1613"/>
                    <a:pt x="1215" y="1613"/>
                  </a:cubicBezTo>
                  <a:cubicBezTo>
                    <a:pt x="994" y="1613"/>
                    <a:pt x="817" y="1425"/>
                    <a:pt x="817" y="1204"/>
                  </a:cubicBezTo>
                  <a:cubicBezTo>
                    <a:pt x="817" y="982"/>
                    <a:pt x="994" y="805"/>
                    <a:pt x="1215" y="805"/>
                  </a:cubicBezTo>
                  <a:close/>
                  <a:moveTo>
                    <a:pt x="1215" y="0"/>
                  </a:moveTo>
                  <a:cubicBezTo>
                    <a:pt x="551" y="0"/>
                    <a:pt x="1" y="536"/>
                    <a:pt x="1" y="1204"/>
                  </a:cubicBezTo>
                  <a:cubicBezTo>
                    <a:pt x="1" y="1880"/>
                    <a:pt x="551" y="2419"/>
                    <a:pt x="1215" y="2419"/>
                  </a:cubicBezTo>
                  <a:cubicBezTo>
                    <a:pt x="1883" y="2419"/>
                    <a:pt x="2430" y="1880"/>
                    <a:pt x="2430" y="1204"/>
                  </a:cubicBezTo>
                  <a:cubicBezTo>
                    <a:pt x="2430" y="536"/>
                    <a:pt x="1883" y="0"/>
                    <a:pt x="1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Tree>
    <p:extLst>
      <p:ext uri="{BB962C8B-B14F-4D97-AF65-F5344CB8AC3E}">
        <p14:creationId xmlns:p14="http://schemas.microsoft.com/office/powerpoint/2010/main" val="15716731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m 6">
            <a:extLst>
              <a:ext uri="{FF2B5EF4-FFF2-40B4-BE49-F238E27FC236}">
                <a16:creationId xmlns:a16="http://schemas.microsoft.com/office/drawing/2014/main" id="{FB366C99-18E4-677C-3B1C-F35E1B0FF680}"/>
              </a:ext>
            </a:extLst>
          </p:cNvPr>
          <p:cNvPicPr>
            <a:picLocks noChangeAspect="1"/>
          </p:cNvPicPr>
          <p:nvPr/>
        </p:nvPicPr>
        <p:blipFill>
          <a:blip r:embed="rId2"/>
          <a:stretch>
            <a:fillRect/>
          </a:stretch>
        </p:blipFill>
        <p:spPr>
          <a:xfrm>
            <a:off x="515118" y="250033"/>
            <a:ext cx="3413946" cy="1978818"/>
          </a:xfrm>
          <a:prstGeom prst="rect">
            <a:avLst/>
          </a:prstGeom>
        </p:spPr>
      </p:pic>
      <p:pic>
        <p:nvPicPr>
          <p:cNvPr id="9" name="Imagem 8">
            <a:extLst>
              <a:ext uri="{FF2B5EF4-FFF2-40B4-BE49-F238E27FC236}">
                <a16:creationId xmlns:a16="http://schemas.microsoft.com/office/drawing/2014/main" id="{DA19545A-53FD-76EB-3D45-14AD7C13FC7D}"/>
              </a:ext>
            </a:extLst>
          </p:cNvPr>
          <p:cNvPicPr>
            <a:picLocks noChangeAspect="1"/>
          </p:cNvPicPr>
          <p:nvPr/>
        </p:nvPicPr>
        <p:blipFill>
          <a:blip r:embed="rId3"/>
          <a:stretch>
            <a:fillRect/>
          </a:stretch>
        </p:blipFill>
        <p:spPr>
          <a:xfrm>
            <a:off x="696516" y="2421731"/>
            <a:ext cx="7750968" cy="2593181"/>
          </a:xfrm>
          <a:prstGeom prst="rect">
            <a:avLst/>
          </a:prstGeom>
        </p:spPr>
      </p:pic>
      <p:pic>
        <p:nvPicPr>
          <p:cNvPr id="11" name="Imagem 10">
            <a:extLst>
              <a:ext uri="{FF2B5EF4-FFF2-40B4-BE49-F238E27FC236}">
                <a16:creationId xmlns:a16="http://schemas.microsoft.com/office/drawing/2014/main" id="{15A6F332-17C7-C196-F28E-724721630620}"/>
              </a:ext>
            </a:extLst>
          </p:cNvPr>
          <p:cNvPicPr>
            <a:picLocks noChangeAspect="1"/>
          </p:cNvPicPr>
          <p:nvPr/>
        </p:nvPicPr>
        <p:blipFill>
          <a:blip r:embed="rId4"/>
          <a:stretch>
            <a:fillRect/>
          </a:stretch>
        </p:blipFill>
        <p:spPr>
          <a:xfrm>
            <a:off x="5214937" y="250033"/>
            <a:ext cx="3413945" cy="1978818"/>
          </a:xfrm>
          <a:prstGeom prst="rect">
            <a:avLst/>
          </a:prstGeom>
        </p:spPr>
      </p:pic>
    </p:spTree>
    <p:extLst>
      <p:ext uri="{BB962C8B-B14F-4D97-AF65-F5344CB8AC3E}">
        <p14:creationId xmlns:p14="http://schemas.microsoft.com/office/powerpoint/2010/main" val="31835335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1" name="Google Shape;761;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r>
              <a:rPr lang="en" sz="2500" dirty="0">
                <a:solidFill>
                  <a:srgbClr val="FFFFFF"/>
                </a:solidFill>
              </a:rPr>
              <a:t>Ciência de Dados</a:t>
            </a:r>
          </a:p>
        </p:txBody>
      </p:sp>
      <p:sp>
        <p:nvSpPr>
          <p:cNvPr id="22" name="CaixaDeTexto 21">
            <a:extLst>
              <a:ext uri="{FF2B5EF4-FFF2-40B4-BE49-F238E27FC236}">
                <a16:creationId xmlns:a16="http://schemas.microsoft.com/office/drawing/2014/main" id="{AFA06ABD-B53D-F75F-EB80-32EDC9C5530A}"/>
              </a:ext>
            </a:extLst>
          </p:cNvPr>
          <p:cNvSpPr txBox="1"/>
          <p:nvPr/>
        </p:nvSpPr>
        <p:spPr>
          <a:xfrm>
            <a:off x="1422494" y="1524776"/>
            <a:ext cx="2706329" cy="1015663"/>
          </a:xfrm>
          <a:prstGeom prst="rect">
            <a:avLst/>
          </a:prstGeom>
          <a:noFill/>
        </p:spPr>
        <p:txBody>
          <a:bodyPr wrap="square" rtlCol="0">
            <a:spAutoFit/>
          </a:bodyPr>
          <a:lstStyle/>
          <a:p>
            <a:r>
              <a:rPr lang="pt-BR" sz="1200" b="0" i="0" dirty="0">
                <a:solidFill>
                  <a:schemeClr val="tx1"/>
                </a:solidFill>
                <a:effectLst/>
                <a:latin typeface="Hanken Grotesk" pitchFamily="2" charset="0"/>
              </a:rPr>
              <a:t>Ciência de dados é o campo que combina estatística, computação e conhecimento de domínio para extrair insights e valor a partir de dados.</a:t>
            </a:r>
            <a:endParaRPr lang="pt-BR" sz="1050" dirty="0">
              <a:solidFill>
                <a:schemeClr val="tx1"/>
              </a:solidFill>
              <a:latin typeface="Hanken Grotesk" pitchFamily="2" charset="0"/>
            </a:endParaRPr>
          </a:p>
        </p:txBody>
      </p:sp>
      <p:sp>
        <p:nvSpPr>
          <p:cNvPr id="23" name="CaixaDeTexto 22">
            <a:extLst>
              <a:ext uri="{FF2B5EF4-FFF2-40B4-BE49-F238E27FC236}">
                <a16:creationId xmlns:a16="http://schemas.microsoft.com/office/drawing/2014/main" id="{53D3081A-FFDA-B93B-C677-B3CC06DA6C54}"/>
              </a:ext>
            </a:extLst>
          </p:cNvPr>
          <p:cNvSpPr txBox="1"/>
          <p:nvPr/>
        </p:nvSpPr>
        <p:spPr>
          <a:xfrm>
            <a:off x="5992409" y="1430199"/>
            <a:ext cx="2930365" cy="1754326"/>
          </a:xfrm>
          <a:prstGeom prst="rect">
            <a:avLst/>
          </a:prstGeom>
          <a:noFill/>
        </p:spPr>
        <p:txBody>
          <a:bodyPr wrap="square" rtlCol="0">
            <a:spAutoFit/>
          </a:bodyPr>
          <a:lstStyle/>
          <a:p>
            <a:r>
              <a:rPr lang="pt-BR" sz="1200" dirty="0">
                <a:solidFill>
                  <a:schemeClr val="tx1"/>
                </a:solidFill>
                <a:latin typeface="Hanken Grotesk" pitchFamily="2" charset="0"/>
              </a:rPr>
              <a:t>As principais bibliotecas e frameworks de Python para ciência de dados incluem Pandas para manipulação de dados, </a:t>
            </a:r>
            <a:r>
              <a:rPr lang="pt-BR" sz="1200" dirty="0" err="1">
                <a:solidFill>
                  <a:schemeClr val="tx1"/>
                </a:solidFill>
                <a:latin typeface="Hanken Grotesk" pitchFamily="2" charset="0"/>
              </a:rPr>
              <a:t>NumPy</a:t>
            </a:r>
            <a:r>
              <a:rPr lang="pt-BR" sz="1200" dirty="0">
                <a:solidFill>
                  <a:schemeClr val="tx1"/>
                </a:solidFill>
                <a:latin typeface="Hanken Grotesk" pitchFamily="2" charset="0"/>
              </a:rPr>
              <a:t> para computação numérica, </a:t>
            </a:r>
            <a:r>
              <a:rPr lang="pt-BR" sz="1200" dirty="0" err="1">
                <a:solidFill>
                  <a:schemeClr val="tx1"/>
                </a:solidFill>
                <a:latin typeface="Hanken Grotesk" pitchFamily="2" charset="0"/>
              </a:rPr>
              <a:t>Matplotlib</a:t>
            </a:r>
            <a:r>
              <a:rPr lang="pt-BR" sz="1200" dirty="0">
                <a:solidFill>
                  <a:schemeClr val="tx1"/>
                </a:solidFill>
                <a:latin typeface="Hanken Grotesk" pitchFamily="2" charset="0"/>
              </a:rPr>
              <a:t> e </a:t>
            </a:r>
            <a:r>
              <a:rPr lang="pt-BR" sz="1200" dirty="0" err="1">
                <a:solidFill>
                  <a:schemeClr val="tx1"/>
                </a:solidFill>
                <a:latin typeface="Hanken Grotesk" pitchFamily="2" charset="0"/>
              </a:rPr>
              <a:t>Seaborn</a:t>
            </a:r>
            <a:r>
              <a:rPr lang="pt-BR" sz="1200" dirty="0">
                <a:solidFill>
                  <a:schemeClr val="tx1"/>
                </a:solidFill>
                <a:latin typeface="Hanken Grotesk" pitchFamily="2" charset="0"/>
              </a:rPr>
              <a:t> para visualização, </a:t>
            </a:r>
            <a:r>
              <a:rPr lang="pt-BR" sz="1200" dirty="0" err="1">
                <a:solidFill>
                  <a:schemeClr val="tx1"/>
                </a:solidFill>
                <a:latin typeface="Hanken Grotesk" pitchFamily="2" charset="0"/>
              </a:rPr>
              <a:t>Scikit-learn</a:t>
            </a:r>
            <a:r>
              <a:rPr lang="pt-BR" sz="1200" dirty="0">
                <a:solidFill>
                  <a:schemeClr val="tx1"/>
                </a:solidFill>
                <a:latin typeface="Hanken Grotesk" pitchFamily="2" charset="0"/>
              </a:rPr>
              <a:t> para aprendizado de máquina, e </a:t>
            </a:r>
            <a:r>
              <a:rPr lang="pt-BR" sz="1200" dirty="0" err="1">
                <a:solidFill>
                  <a:schemeClr val="tx1"/>
                </a:solidFill>
                <a:latin typeface="Hanken Grotesk" pitchFamily="2" charset="0"/>
              </a:rPr>
              <a:t>TensorFlow</a:t>
            </a:r>
            <a:r>
              <a:rPr lang="pt-BR" sz="1200" dirty="0">
                <a:solidFill>
                  <a:schemeClr val="tx1"/>
                </a:solidFill>
                <a:latin typeface="Hanken Grotesk" pitchFamily="2" charset="0"/>
              </a:rPr>
              <a:t> e </a:t>
            </a:r>
            <a:r>
              <a:rPr lang="pt-BR" sz="1200" dirty="0" err="1">
                <a:solidFill>
                  <a:schemeClr val="tx1"/>
                </a:solidFill>
                <a:latin typeface="Hanken Grotesk" pitchFamily="2" charset="0"/>
              </a:rPr>
              <a:t>PyTorch</a:t>
            </a:r>
            <a:r>
              <a:rPr lang="pt-BR" sz="1200" dirty="0">
                <a:solidFill>
                  <a:schemeClr val="tx1"/>
                </a:solidFill>
                <a:latin typeface="Hanken Grotesk" pitchFamily="2" charset="0"/>
              </a:rPr>
              <a:t> para aprendizado profundo.</a:t>
            </a:r>
          </a:p>
          <a:p>
            <a:r>
              <a:rPr lang="pt-BR" sz="1200" dirty="0">
                <a:solidFill>
                  <a:schemeClr val="tx1"/>
                </a:solidFill>
                <a:latin typeface="Hanken Grotesk" pitchFamily="2" charset="0"/>
              </a:rPr>
              <a:t> </a:t>
            </a:r>
          </a:p>
        </p:txBody>
      </p:sp>
      <p:sp>
        <p:nvSpPr>
          <p:cNvPr id="24" name="CaixaDeTexto 23">
            <a:extLst>
              <a:ext uri="{FF2B5EF4-FFF2-40B4-BE49-F238E27FC236}">
                <a16:creationId xmlns:a16="http://schemas.microsoft.com/office/drawing/2014/main" id="{6A9188C7-390D-982E-EE3F-54BD6194B490}"/>
              </a:ext>
            </a:extLst>
          </p:cNvPr>
          <p:cNvSpPr txBox="1"/>
          <p:nvPr/>
        </p:nvSpPr>
        <p:spPr>
          <a:xfrm>
            <a:off x="3110412" y="3081970"/>
            <a:ext cx="2750913" cy="1754326"/>
          </a:xfrm>
          <a:prstGeom prst="rect">
            <a:avLst/>
          </a:prstGeom>
          <a:noFill/>
        </p:spPr>
        <p:txBody>
          <a:bodyPr wrap="square" rtlCol="0">
            <a:spAutoFit/>
          </a:bodyPr>
          <a:lstStyle/>
          <a:p>
            <a:r>
              <a:rPr lang="pt-BR" sz="1200" dirty="0">
                <a:solidFill>
                  <a:schemeClr val="tx1"/>
                </a:solidFill>
                <a:latin typeface="Hanken Grotesk" pitchFamily="2" charset="0"/>
              </a:rPr>
              <a:t>Exemplos de ciência de dados incluem previsão de vendas, detecção de fraudes em transações financeiras sistemas de recomendação, como sugestões de filmes personalizadas em plataformas de streaming com base no histórico de visualização do usuário. </a:t>
            </a:r>
          </a:p>
        </p:txBody>
      </p:sp>
      <p:grpSp>
        <p:nvGrpSpPr>
          <p:cNvPr id="3" name="Google Shape;1262;p48">
            <a:extLst>
              <a:ext uri="{FF2B5EF4-FFF2-40B4-BE49-F238E27FC236}">
                <a16:creationId xmlns:a16="http://schemas.microsoft.com/office/drawing/2014/main" id="{6B38FE6B-C085-E5E5-2041-FD9E8B94BAFD}"/>
              </a:ext>
            </a:extLst>
          </p:cNvPr>
          <p:cNvGrpSpPr/>
          <p:nvPr/>
        </p:nvGrpSpPr>
        <p:grpSpPr>
          <a:xfrm>
            <a:off x="2716864" y="3081970"/>
            <a:ext cx="345125" cy="345150"/>
            <a:chOff x="997838" y="3797375"/>
            <a:chExt cx="345125" cy="345150"/>
          </a:xfrm>
        </p:grpSpPr>
        <p:sp>
          <p:nvSpPr>
            <p:cNvPr id="4" name="Google Shape;1263;p48">
              <a:extLst>
                <a:ext uri="{FF2B5EF4-FFF2-40B4-BE49-F238E27FC236}">
                  <a16:creationId xmlns:a16="http://schemas.microsoft.com/office/drawing/2014/main" id="{4A9EF326-9B79-A797-3E30-647B532A7055}"/>
                </a:ext>
              </a:extLst>
            </p:cNvPr>
            <p:cNvSpPr/>
            <p:nvPr/>
          </p:nvSpPr>
          <p:spPr>
            <a:xfrm>
              <a:off x="997838" y="3797375"/>
              <a:ext cx="345125" cy="345150"/>
            </a:xfrm>
            <a:custGeom>
              <a:avLst/>
              <a:gdLst/>
              <a:ahLst/>
              <a:cxnLst/>
              <a:rect l="l" t="t" r="r" b="b"/>
              <a:pathLst>
                <a:path w="13805" h="13806" extrusionOk="0">
                  <a:moveTo>
                    <a:pt x="6895" y="809"/>
                  </a:moveTo>
                  <a:cubicBezTo>
                    <a:pt x="8172" y="809"/>
                    <a:pt x="9199" y="1838"/>
                    <a:pt x="9199" y="3101"/>
                  </a:cubicBezTo>
                  <a:cubicBezTo>
                    <a:pt x="9199" y="3788"/>
                    <a:pt x="8896" y="4433"/>
                    <a:pt x="8357" y="4865"/>
                  </a:cubicBezTo>
                  <a:cubicBezTo>
                    <a:pt x="8018" y="5157"/>
                    <a:pt x="7785" y="5530"/>
                    <a:pt x="7715" y="5928"/>
                  </a:cubicBezTo>
                  <a:lnTo>
                    <a:pt x="7305" y="5928"/>
                  </a:lnTo>
                  <a:lnTo>
                    <a:pt x="7305" y="3813"/>
                  </a:lnTo>
                  <a:lnTo>
                    <a:pt x="7995" y="3123"/>
                  </a:lnTo>
                  <a:cubicBezTo>
                    <a:pt x="8158" y="2960"/>
                    <a:pt x="8158" y="2702"/>
                    <a:pt x="7995" y="2551"/>
                  </a:cubicBezTo>
                  <a:cubicBezTo>
                    <a:pt x="7919" y="2468"/>
                    <a:pt x="7817" y="2427"/>
                    <a:pt x="7713" y="2427"/>
                  </a:cubicBezTo>
                  <a:cubicBezTo>
                    <a:pt x="7609" y="2427"/>
                    <a:pt x="7504" y="2468"/>
                    <a:pt x="7423" y="2551"/>
                  </a:cubicBezTo>
                  <a:lnTo>
                    <a:pt x="6895" y="3064"/>
                  </a:lnTo>
                  <a:lnTo>
                    <a:pt x="6382" y="2551"/>
                  </a:lnTo>
                  <a:cubicBezTo>
                    <a:pt x="6304" y="2473"/>
                    <a:pt x="6197" y="2430"/>
                    <a:pt x="6089" y="2430"/>
                  </a:cubicBezTo>
                  <a:cubicBezTo>
                    <a:pt x="6003" y="2430"/>
                    <a:pt x="5917" y="2457"/>
                    <a:pt x="5843" y="2514"/>
                  </a:cubicBezTo>
                  <a:cubicBezTo>
                    <a:pt x="5647" y="2666"/>
                    <a:pt x="5633" y="2946"/>
                    <a:pt x="5810" y="3123"/>
                  </a:cubicBezTo>
                  <a:lnTo>
                    <a:pt x="6500" y="3813"/>
                  </a:lnTo>
                  <a:lnTo>
                    <a:pt x="6500" y="5928"/>
                  </a:lnTo>
                  <a:lnTo>
                    <a:pt x="6090" y="5928"/>
                  </a:lnTo>
                  <a:cubicBezTo>
                    <a:pt x="6020" y="5530"/>
                    <a:pt x="5787" y="5157"/>
                    <a:pt x="5448" y="4865"/>
                  </a:cubicBezTo>
                  <a:cubicBezTo>
                    <a:pt x="4909" y="4433"/>
                    <a:pt x="4606" y="3788"/>
                    <a:pt x="4606" y="3101"/>
                  </a:cubicBezTo>
                  <a:cubicBezTo>
                    <a:pt x="4606" y="1838"/>
                    <a:pt x="5633" y="809"/>
                    <a:pt x="6895" y="809"/>
                  </a:cubicBezTo>
                  <a:close/>
                  <a:moveTo>
                    <a:pt x="7681" y="6748"/>
                  </a:moveTo>
                  <a:lnTo>
                    <a:pt x="7681" y="7412"/>
                  </a:lnTo>
                  <a:cubicBezTo>
                    <a:pt x="7681" y="7494"/>
                    <a:pt x="7622" y="7553"/>
                    <a:pt x="7552" y="7553"/>
                  </a:cubicBezTo>
                  <a:lnTo>
                    <a:pt x="6253" y="7553"/>
                  </a:lnTo>
                  <a:cubicBezTo>
                    <a:pt x="6183" y="7553"/>
                    <a:pt x="6124" y="7494"/>
                    <a:pt x="6124" y="7412"/>
                  </a:cubicBezTo>
                  <a:lnTo>
                    <a:pt x="6124" y="6748"/>
                  </a:lnTo>
                  <a:close/>
                  <a:moveTo>
                    <a:pt x="12857" y="3507"/>
                  </a:moveTo>
                  <a:cubicBezTo>
                    <a:pt x="12941" y="3507"/>
                    <a:pt x="12997" y="3566"/>
                    <a:pt x="12997" y="3637"/>
                  </a:cubicBezTo>
                  <a:lnTo>
                    <a:pt x="12997" y="9166"/>
                  </a:lnTo>
                  <a:lnTo>
                    <a:pt x="808" y="9166"/>
                  </a:lnTo>
                  <a:lnTo>
                    <a:pt x="808" y="3637"/>
                  </a:lnTo>
                  <a:cubicBezTo>
                    <a:pt x="808" y="3566"/>
                    <a:pt x="864" y="3507"/>
                    <a:pt x="948" y="3507"/>
                  </a:cubicBezTo>
                  <a:lnTo>
                    <a:pt x="3824" y="3507"/>
                  </a:lnTo>
                  <a:cubicBezTo>
                    <a:pt x="3927" y="4279"/>
                    <a:pt x="4315" y="4994"/>
                    <a:pt x="4921" y="5496"/>
                  </a:cubicBezTo>
                  <a:cubicBezTo>
                    <a:pt x="5167" y="5696"/>
                    <a:pt x="5308" y="5976"/>
                    <a:pt x="5308" y="6257"/>
                  </a:cubicBezTo>
                  <a:lnTo>
                    <a:pt x="5308" y="7412"/>
                  </a:lnTo>
                  <a:cubicBezTo>
                    <a:pt x="5308" y="7940"/>
                    <a:pt x="5740" y="8361"/>
                    <a:pt x="6253" y="8361"/>
                  </a:cubicBezTo>
                  <a:lnTo>
                    <a:pt x="7527" y="8361"/>
                  </a:lnTo>
                  <a:cubicBezTo>
                    <a:pt x="8043" y="8361"/>
                    <a:pt x="8464" y="7940"/>
                    <a:pt x="8464" y="7412"/>
                  </a:cubicBezTo>
                  <a:lnTo>
                    <a:pt x="8464" y="6257"/>
                  </a:lnTo>
                  <a:cubicBezTo>
                    <a:pt x="8464" y="5976"/>
                    <a:pt x="8604" y="5696"/>
                    <a:pt x="8848" y="5496"/>
                  </a:cubicBezTo>
                  <a:cubicBezTo>
                    <a:pt x="9457" y="4994"/>
                    <a:pt x="9855" y="4279"/>
                    <a:pt x="9948" y="3507"/>
                  </a:cubicBezTo>
                  <a:close/>
                  <a:moveTo>
                    <a:pt x="12997" y="9974"/>
                  </a:moveTo>
                  <a:lnTo>
                    <a:pt x="12997" y="10650"/>
                  </a:lnTo>
                  <a:cubicBezTo>
                    <a:pt x="12997" y="10720"/>
                    <a:pt x="12941" y="10790"/>
                    <a:pt x="12857" y="10790"/>
                  </a:cubicBezTo>
                  <a:lnTo>
                    <a:pt x="948" y="10790"/>
                  </a:lnTo>
                  <a:cubicBezTo>
                    <a:pt x="864" y="10790"/>
                    <a:pt x="808" y="10720"/>
                    <a:pt x="808" y="10650"/>
                  </a:cubicBezTo>
                  <a:lnTo>
                    <a:pt x="808" y="9974"/>
                  </a:lnTo>
                  <a:close/>
                  <a:moveTo>
                    <a:pt x="8194" y="11598"/>
                  </a:moveTo>
                  <a:lnTo>
                    <a:pt x="8534" y="13001"/>
                  </a:lnTo>
                  <a:lnTo>
                    <a:pt x="5249" y="13001"/>
                  </a:lnTo>
                  <a:lnTo>
                    <a:pt x="5588" y="11598"/>
                  </a:lnTo>
                  <a:close/>
                  <a:moveTo>
                    <a:pt x="6895" y="1"/>
                  </a:moveTo>
                  <a:cubicBezTo>
                    <a:pt x="5330" y="1"/>
                    <a:pt x="4020" y="1182"/>
                    <a:pt x="3824" y="2702"/>
                  </a:cubicBezTo>
                  <a:lnTo>
                    <a:pt x="948" y="2702"/>
                  </a:lnTo>
                  <a:cubicBezTo>
                    <a:pt x="421" y="2702"/>
                    <a:pt x="0" y="3123"/>
                    <a:pt x="0" y="3637"/>
                  </a:cubicBezTo>
                  <a:lnTo>
                    <a:pt x="0" y="10650"/>
                  </a:lnTo>
                  <a:cubicBezTo>
                    <a:pt x="0" y="11177"/>
                    <a:pt x="421" y="11598"/>
                    <a:pt x="948" y="11598"/>
                  </a:cubicBezTo>
                  <a:lnTo>
                    <a:pt x="4769" y="11598"/>
                  </a:lnTo>
                  <a:lnTo>
                    <a:pt x="4430" y="13001"/>
                  </a:lnTo>
                  <a:lnTo>
                    <a:pt x="3669" y="13001"/>
                  </a:lnTo>
                  <a:cubicBezTo>
                    <a:pt x="3459" y="13001"/>
                    <a:pt x="3274" y="13152"/>
                    <a:pt x="3249" y="13351"/>
                  </a:cubicBezTo>
                  <a:cubicBezTo>
                    <a:pt x="3226" y="13595"/>
                    <a:pt x="3414" y="13806"/>
                    <a:pt x="3658" y="13806"/>
                  </a:cubicBezTo>
                  <a:lnTo>
                    <a:pt x="10110" y="13806"/>
                  </a:lnTo>
                  <a:cubicBezTo>
                    <a:pt x="10321" y="13806"/>
                    <a:pt x="10509" y="13654"/>
                    <a:pt x="10531" y="13444"/>
                  </a:cubicBezTo>
                  <a:cubicBezTo>
                    <a:pt x="10556" y="13200"/>
                    <a:pt x="10368" y="13001"/>
                    <a:pt x="10122" y="13001"/>
                  </a:cubicBezTo>
                  <a:lnTo>
                    <a:pt x="9364" y="13001"/>
                  </a:lnTo>
                  <a:lnTo>
                    <a:pt x="9025" y="11598"/>
                  </a:lnTo>
                  <a:lnTo>
                    <a:pt x="12857" y="11598"/>
                  </a:lnTo>
                  <a:cubicBezTo>
                    <a:pt x="13384" y="11598"/>
                    <a:pt x="13805" y="11177"/>
                    <a:pt x="13805" y="10650"/>
                  </a:cubicBezTo>
                  <a:lnTo>
                    <a:pt x="13805" y="3637"/>
                  </a:lnTo>
                  <a:cubicBezTo>
                    <a:pt x="13805" y="3123"/>
                    <a:pt x="13384" y="2702"/>
                    <a:pt x="12857" y="2702"/>
                  </a:cubicBezTo>
                  <a:lnTo>
                    <a:pt x="9970" y="2702"/>
                  </a:lnTo>
                  <a:cubicBezTo>
                    <a:pt x="9771" y="1182"/>
                    <a:pt x="8475" y="1"/>
                    <a:pt x="68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5" name="Google Shape;1264;p48">
              <a:extLst>
                <a:ext uri="{FF2B5EF4-FFF2-40B4-BE49-F238E27FC236}">
                  <a16:creationId xmlns:a16="http://schemas.microsoft.com/office/drawing/2014/main" id="{3D276490-6250-AFDE-26DB-512844743503}"/>
                </a:ext>
              </a:extLst>
            </p:cNvPr>
            <p:cNvSpPr/>
            <p:nvPr/>
          </p:nvSpPr>
          <p:spPr>
            <a:xfrm>
              <a:off x="1259638" y="3810725"/>
              <a:ext cx="40700" cy="30375"/>
            </a:xfrm>
            <a:custGeom>
              <a:avLst/>
              <a:gdLst/>
              <a:ahLst/>
              <a:cxnLst/>
              <a:rect l="l" t="t" r="r" b="b"/>
              <a:pathLst>
                <a:path w="1628" h="1215" extrusionOk="0">
                  <a:moveTo>
                    <a:pt x="1165" y="1"/>
                  </a:moveTo>
                  <a:cubicBezTo>
                    <a:pt x="1096" y="1"/>
                    <a:pt x="1025" y="18"/>
                    <a:pt x="960" y="53"/>
                  </a:cubicBezTo>
                  <a:lnTo>
                    <a:pt x="258" y="463"/>
                  </a:lnTo>
                  <a:cubicBezTo>
                    <a:pt x="70" y="567"/>
                    <a:pt x="0" y="825"/>
                    <a:pt x="118" y="1010"/>
                  </a:cubicBezTo>
                  <a:cubicBezTo>
                    <a:pt x="190" y="1144"/>
                    <a:pt x="324" y="1214"/>
                    <a:pt x="465" y="1214"/>
                  </a:cubicBezTo>
                  <a:cubicBezTo>
                    <a:pt x="533" y="1214"/>
                    <a:pt x="603" y="1198"/>
                    <a:pt x="668" y="1164"/>
                  </a:cubicBezTo>
                  <a:lnTo>
                    <a:pt x="1369" y="754"/>
                  </a:lnTo>
                  <a:cubicBezTo>
                    <a:pt x="1557" y="648"/>
                    <a:pt x="1627" y="393"/>
                    <a:pt x="1510" y="205"/>
                  </a:cubicBezTo>
                  <a:cubicBezTo>
                    <a:pt x="1438" y="71"/>
                    <a:pt x="1305" y="1"/>
                    <a:pt x="11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 name="Google Shape;1265;p48">
              <a:extLst>
                <a:ext uri="{FF2B5EF4-FFF2-40B4-BE49-F238E27FC236}">
                  <a16:creationId xmlns:a16="http://schemas.microsoft.com/office/drawing/2014/main" id="{15FF5804-530F-FCFC-7C19-3C361E1B44E3}"/>
                </a:ext>
              </a:extLst>
            </p:cNvPr>
            <p:cNvSpPr/>
            <p:nvPr/>
          </p:nvSpPr>
          <p:spPr>
            <a:xfrm>
              <a:off x="1259638" y="3908500"/>
              <a:ext cx="40700" cy="30325"/>
            </a:xfrm>
            <a:custGeom>
              <a:avLst/>
              <a:gdLst/>
              <a:ahLst/>
              <a:cxnLst/>
              <a:rect l="l" t="t" r="r" b="b"/>
              <a:pathLst>
                <a:path w="1628" h="1213" extrusionOk="0">
                  <a:moveTo>
                    <a:pt x="460" y="1"/>
                  </a:moveTo>
                  <a:cubicBezTo>
                    <a:pt x="321" y="1"/>
                    <a:pt x="189" y="73"/>
                    <a:pt x="118" y="199"/>
                  </a:cubicBezTo>
                  <a:cubicBezTo>
                    <a:pt x="0" y="395"/>
                    <a:pt x="70" y="642"/>
                    <a:pt x="258" y="760"/>
                  </a:cubicBezTo>
                  <a:lnTo>
                    <a:pt x="960" y="1155"/>
                  </a:lnTo>
                  <a:cubicBezTo>
                    <a:pt x="1026" y="1195"/>
                    <a:pt x="1098" y="1213"/>
                    <a:pt x="1168" y="1213"/>
                  </a:cubicBezTo>
                  <a:cubicBezTo>
                    <a:pt x="1307" y="1213"/>
                    <a:pt x="1439" y="1140"/>
                    <a:pt x="1510" y="1015"/>
                  </a:cubicBezTo>
                  <a:cubicBezTo>
                    <a:pt x="1627" y="816"/>
                    <a:pt x="1557" y="572"/>
                    <a:pt x="1369" y="454"/>
                  </a:cubicBezTo>
                  <a:lnTo>
                    <a:pt x="668" y="58"/>
                  </a:lnTo>
                  <a:cubicBezTo>
                    <a:pt x="601" y="19"/>
                    <a:pt x="530" y="1"/>
                    <a:pt x="4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 name="Google Shape;1266;p48">
              <a:extLst>
                <a:ext uri="{FF2B5EF4-FFF2-40B4-BE49-F238E27FC236}">
                  <a16:creationId xmlns:a16="http://schemas.microsoft.com/office/drawing/2014/main" id="{39E1A16E-1352-BC9B-8310-AE996646A9F7}"/>
                </a:ext>
              </a:extLst>
            </p:cNvPr>
            <p:cNvSpPr/>
            <p:nvPr/>
          </p:nvSpPr>
          <p:spPr>
            <a:xfrm>
              <a:off x="1039913" y="3810725"/>
              <a:ext cx="40625" cy="30375"/>
            </a:xfrm>
            <a:custGeom>
              <a:avLst/>
              <a:gdLst/>
              <a:ahLst/>
              <a:cxnLst/>
              <a:rect l="l" t="t" r="r" b="b"/>
              <a:pathLst>
                <a:path w="1625" h="1215" extrusionOk="0">
                  <a:moveTo>
                    <a:pt x="462" y="1"/>
                  </a:moveTo>
                  <a:cubicBezTo>
                    <a:pt x="321" y="1"/>
                    <a:pt x="188" y="71"/>
                    <a:pt x="118" y="205"/>
                  </a:cubicBezTo>
                  <a:cubicBezTo>
                    <a:pt x="0" y="393"/>
                    <a:pt x="70" y="648"/>
                    <a:pt x="258" y="754"/>
                  </a:cubicBezTo>
                  <a:lnTo>
                    <a:pt x="960" y="1164"/>
                  </a:lnTo>
                  <a:cubicBezTo>
                    <a:pt x="1025" y="1198"/>
                    <a:pt x="1094" y="1214"/>
                    <a:pt x="1163" y="1214"/>
                  </a:cubicBezTo>
                  <a:cubicBezTo>
                    <a:pt x="1303" y="1214"/>
                    <a:pt x="1438" y="1144"/>
                    <a:pt x="1509" y="1010"/>
                  </a:cubicBezTo>
                  <a:cubicBezTo>
                    <a:pt x="1624" y="825"/>
                    <a:pt x="1554" y="567"/>
                    <a:pt x="1369" y="463"/>
                  </a:cubicBezTo>
                  <a:lnTo>
                    <a:pt x="668" y="53"/>
                  </a:lnTo>
                  <a:cubicBezTo>
                    <a:pt x="602" y="18"/>
                    <a:pt x="531" y="1"/>
                    <a:pt x="4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8" name="Google Shape;1267;p48">
              <a:extLst>
                <a:ext uri="{FF2B5EF4-FFF2-40B4-BE49-F238E27FC236}">
                  <a16:creationId xmlns:a16="http://schemas.microsoft.com/office/drawing/2014/main" id="{D94BAFDE-C4DC-D5A2-5148-7B2A10ACE483}"/>
                </a:ext>
              </a:extLst>
            </p:cNvPr>
            <p:cNvSpPr/>
            <p:nvPr/>
          </p:nvSpPr>
          <p:spPr>
            <a:xfrm>
              <a:off x="1039913" y="3908500"/>
              <a:ext cx="40625" cy="30325"/>
            </a:xfrm>
            <a:custGeom>
              <a:avLst/>
              <a:gdLst/>
              <a:ahLst/>
              <a:cxnLst/>
              <a:rect l="l" t="t" r="r" b="b"/>
              <a:pathLst>
                <a:path w="1625" h="1213" extrusionOk="0">
                  <a:moveTo>
                    <a:pt x="1168" y="1"/>
                  </a:moveTo>
                  <a:cubicBezTo>
                    <a:pt x="1098" y="1"/>
                    <a:pt x="1026" y="19"/>
                    <a:pt x="960" y="58"/>
                  </a:cubicBezTo>
                  <a:lnTo>
                    <a:pt x="258" y="454"/>
                  </a:lnTo>
                  <a:cubicBezTo>
                    <a:pt x="70" y="572"/>
                    <a:pt x="0" y="816"/>
                    <a:pt x="118" y="1015"/>
                  </a:cubicBezTo>
                  <a:cubicBezTo>
                    <a:pt x="187" y="1140"/>
                    <a:pt x="320" y="1213"/>
                    <a:pt x="459" y="1213"/>
                  </a:cubicBezTo>
                  <a:cubicBezTo>
                    <a:pt x="529" y="1213"/>
                    <a:pt x="601" y="1195"/>
                    <a:pt x="668" y="1155"/>
                  </a:cubicBezTo>
                  <a:lnTo>
                    <a:pt x="1369" y="760"/>
                  </a:lnTo>
                  <a:cubicBezTo>
                    <a:pt x="1554" y="642"/>
                    <a:pt x="1624" y="395"/>
                    <a:pt x="1509" y="199"/>
                  </a:cubicBezTo>
                  <a:cubicBezTo>
                    <a:pt x="1438" y="73"/>
                    <a:pt x="1307" y="1"/>
                    <a:pt x="11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9" name="Google Shape;1457;p48">
            <a:extLst>
              <a:ext uri="{FF2B5EF4-FFF2-40B4-BE49-F238E27FC236}">
                <a16:creationId xmlns:a16="http://schemas.microsoft.com/office/drawing/2014/main" id="{FEDF639D-3DEE-593A-3E24-44DC1C67479F}"/>
              </a:ext>
            </a:extLst>
          </p:cNvPr>
          <p:cNvGrpSpPr/>
          <p:nvPr/>
        </p:nvGrpSpPr>
        <p:grpSpPr>
          <a:xfrm>
            <a:off x="5543951" y="1531822"/>
            <a:ext cx="317375" cy="345350"/>
            <a:chOff x="1011863" y="1545075"/>
            <a:chExt cx="317375" cy="345350"/>
          </a:xfrm>
        </p:grpSpPr>
        <p:sp>
          <p:nvSpPr>
            <p:cNvPr id="13" name="Google Shape;1458;p48">
              <a:extLst>
                <a:ext uri="{FF2B5EF4-FFF2-40B4-BE49-F238E27FC236}">
                  <a16:creationId xmlns:a16="http://schemas.microsoft.com/office/drawing/2014/main" id="{B098BF93-68BB-0320-0AE1-F159F91C1304}"/>
                </a:ext>
              </a:extLst>
            </p:cNvPr>
            <p:cNvSpPr/>
            <p:nvPr/>
          </p:nvSpPr>
          <p:spPr>
            <a:xfrm>
              <a:off x="1011863" y="1545075"/>
              <a:ext cx="317375" cy="345350"/>
            </a:xfrm>
            <a:custGeom>
              <a:avLst/>
              <a:gdLst/>
              <a:ahLst/>
              <a:cxnLst/>
              <a:rect l="l" t="t" r="r" b="b"/>
              <a:pathLst>
                <a:path w="12695" h="13814" extrusionOk="0">
                  <a:moveTo>
                    <a:pt x="5809" y="813"/>
                  </a:moveTo>
                  <a:cubicBezTo>
                    <a:pt x="5837" y="813"/>
                    <a:pt x="5864" y="813"/>
                    <a:pt x="5891" y="814"/>
                  </a:cubicBezTo>
                  <a:cubicBezTo>
                    <a:pt x="8593" y="862"/>
                    <a:pt x="10789" y="3154"/>
                    <a:pt x="10789" y="5841"/>
                  </a:cubicBezTo>
                  <a:lnTo>
                    <a:pt x="10789" y="6882"/>
                  </a:lnTo>
                  <a:cubicBezTo>
                    <a:pt x="10789" y="6963"/>
                    <a:pt x="10812" y="7033"/>
                    <a:pt x="10859" y="7103"/>
                  </a:cubicBezTo>
                  <a:lnTo>
                    <a:pt x="11679" y="8343"/>
                  </a:lnTo>
                  <a:lnTo>
                    <a:pt x="11011" y="8669"/>
                  </a:lnTo>
                  <a:cubicBezTo>
                    <a:pt x="10907" y="8728"/>
                    <a:pt x="10823" y="8834"/>
                    <a:pt x="10801" y="8963"/>
                  </a:cubicBezTo>
                  <a:lnTo>
                    <a:pt x="10649" y="9710"/>
                  </a:lnTo>
                  <a:lnTo>
                    <a:pt x="10122" y="9710"/>
                  </a:lnTo>
                  <a:cubicBezTo>
                    <a:pt x="9925" y="9710"/>
                    <a:pt x="9737" y="9861"/>
                    <a:pt x="9715" y="10071"/>
                  </a:cubicBezTo>
                  <a:cubicBezTo>
                    <a:pt x="9690" y="10318"/>
                    <a:pt x="9878" y="10517"/>
                    <a:pt x="10110" y="10517"/>
                  </a:cubicBezTo>
                  <a:lnTo>
                    <a:pt x="10498" y="10517"/>
                  </a:lnTo>
                  <a:lnTo>
                    <a:pt x="10402" y="11008"/>
                  </a:lnTo>
                  <a:cubicBezTo>
                    <a:pt x="10357" y="11194"/>
                    <a:pt x="10192" y="11323"/>
                    <a:pt x="10007" y="11323"/>
                  </a:cubicBezTo>
                  <a:lnTo>
                    <a:pt x="8183" y="11323"/>
                  </a:lnTo>
                  <a:cubicBezTo>
                    <a:pt x="7586" y="10492"/>
                    <a:pt x="6615" y="9979"/>
                    <a:pt x="5577" y="9979"/>
                  </a:cubicBezTo>
                  <a:lnTo>
                    <a:pt x="2702" y="9979"/>
                  </a:lnTo>
                  <a:cubicBezTo>
                    <a:pt x="1565" y="9067"/>
                    <a:pt x="819" y="7406"/>
                    <a:pt x="819" y="5807"/>
                  </a:cubicBezTo>
                  <a:cubicBezTo>
                    <a:pt x="819" y="3052"/>
                    <a:pt x="3053" y="813"/>
                    <a:pt x="5809" y="813"/>
                  </a:cubicBezTo>
                  <a:close/>
                  <a:moveTo>
                    <a:pt x="5577" y="10787"/>
                  </a:moveTo>
                  <a:cubicBezTo>
                    <a:pt x="6371" y="10787"/>
                    <a:pt x="7120" y="11194"/>
                    <a:pt x="7552" y="11850"/>
                  </a:cubicBezTo>
                  <a:lnTo>
                    <a:pt x="7552" y="12995"/>
                  </a:lnTo>
                  <a:lnTo>
                    <a:pt x="2968" y="12995"/>
                  </a:lnTo>
                  <a:lnTo>
                    <a:pt x="2968" y="10787"/>
                  </a:lnTo>
                  <a:close/>
                  <a:moveTo>
                    <a:pt x="5786" y="0"/>
                  </a:moveTo>
                  <a:cubicBezTo>
                    <a:pt x="5550" y="0"/>
                    <a:pt x="5312" y="14"/>
                    <a:pt x="5072" y="42"/>
                  </a:cubicBezTo>
                  <a:cubicBezTo>
                    <a:pt x="4045" y="171"/>
                    <a:pt x="3052" y="581"/>
                    <a:pt x="2233" y="1223"/>
                  </a:cubicBezTo>
                  <a:cubicBezTo>
                    <a:pt x="808" y="2357"/>
                    <a:pt x="0" y="4018"/>
                    <a:pt x="0" y="5807"/>
                  </a:cubicBezTo>
                  <a:cubicBezTo>
                    <a:pt x="0" y="6730"/>
                    <a:pt x="222" y="7676"/>
                    <a:pt x="631" y="8554"/>
                  </a:cubicBezTo>
                  <a:cubicBezTo>
                    <a:pt x="1018" y="9370"/>
                    <a:pt x="1543" y="10071"/>
                    <a:pt x="2163" y="10576"/>
                  </a:cubicBezTo>
                  <a:lnTo>
                    <a:pt x="2163" y="13404"/>
                  </a:lnTo>
                  <a:cubicBezTo>
                    <a:pt x="2163" y="13626"/>
                    <a:pt x="2337" y="13814"/>
                    <a:pt x="2573" y="13814"/>
                  </a:cubicBezTo>
                  <a:lnTo>
                    <a:pt x="7962" y="13814"/>
                  </a:lnTo>
                  <a:cubicBezTo>
                    <a:pt x="8183" y="13814"/>
                    <a:pt x="8357" y="13626"/>
                    <a:pt x="8357" y="13404"/>
                  </a:cubicBezTo>
                  <a:lnTo>
                    <a:pt x="8357" y="12142"/>
                  </a:lnTo>
                  <a:lnTo>
                    <a:pt x="9995" y="12142"/>
                  </a:lnTo>
                  <a:cubicBezTo>
                    <a:pt x="10568" y="12142"/>
                    <a:pt x="11070" y="11732"/>
                    <a:pt x="11188" y="11160"/>
                  </a:cubicBezTo>
                  <a:lnTo>
                    <a:pt x="11550" y="9314"/>
                  </a:lnTo>
                  <a:lnTo>
                    <a:pt x="12450" y="8857"/>
                  </a:lnTo>
                  <a:cubicBezTo>
                    <a:pt x="12554" y="8809"/>
                    <a:pt x="12635" y="8716"/>
                    <a:pt x="12660" y="8599"/>
                  </a:cubicBezTo>
                  <a:cubicBezTo>
                    <a:pt x="12694" y="8484"/>
                    <a:pt x="12672" y="8366"/>
                    <a:pt x="12613" y="8273"/>
                  </a:cubicBezTo>
                  <a:lnTo>
                    <a:pt x="11594" y="6753"/>
                  </a:lnTo>
                  <a:lnTo>
                    <a:pt x="11594" y="5841"/>
                  </a:lnTo>
                  <a:cubicBezTo>
                    <a:pt x="11594" y="4346"/>
                    <a:pt x="11033" y="2895"/>
                    <a:pt x="10007" y="1810"/>
                  </a:cubicBezTo>
                  <a:cubicBezTo>
                    <a:pt x="8896" y="648"/>
                    <a:pt x="7393" y="0"/>
                    <a:pt x="57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 name="Google Shape;1459;p48">
              <a:extLst>
                <a:ext uri="{FF2B5EF4-FFF2-40B4-BE49-F238E27FC236}">
                  <a16:creationId xmlns:a16="http://schemas.microsoft.com/office/drawing/2014/main" id="{9AEA479E-7056-F536-98A0-58526EDD173F}"/>
                </a:ext>
              </a:extLst>
            </p:cNvPr>
            <p:cNvSpPr/>
            <p:nvPr/>
          </p:nvSpPr>
          <p:spPr>
            <a:xfrm>
              <a:off x="1065363" y="1592275"/>
              <a:ext cx="183225" cy="182200"/>
            </a:xfrm>
            <a:custGeom>
              <a:avLst/>
              <a:gdLst/>
              <a:ahLst/>
              <a:cxnLst/>
              <a:rect l="l" t="t" r="r" b="b"/>
              <a:pathLst>
                <a:path w="7329" h="7288" extrusionOk="0">
                  <a:moveTo>
                    <a:pt x="5317" y="1616"/>
                  </a:moveTo>
                  <a:lnTo>
                    <a:pt x="5681" y="1989"/>
                  </a:lnTo>
                  <a:lnTo>
                    <a:pt x="5681" y="5297"/>
                  </a:lnTo>
                  <a:lnTo>
                    <a:pt x="5317" y="5659"/>
                  </a:lnTo>
                  <a:lnTo>
                    <a:pt x="2009" y="5659"/>
                  </a:lnTo>
                  <a:lnTo>
                    <a:pt x="1636" y="5297"/>
                  </a:lnTo>
                  <a:lnTo>
                    <a:pt x="1636" y="1989"/>
                  </a:lnTo>
                  <a:lnTo>
                    <a:pt x="2009" y="1616"/>
                  </a:lnTo>
                  <a:close/>
                  <a:moveTo>
                    <a:pt x="2047" y="1"/>
                  </a:moveTo>
                  <a:cubicBezTo>
                    <a:pt x="1822" y="1"/>
                    <a:pt x="1636" y="181"/>
                    <a:pt x="1636" y="413"/>
                  </a:cubicBezTo>
                  <a:lnTo>
                    <a:pt x="1636" y="867"/>
                  </a:lnTo>
                  <a:cubicBezTo>
                    <a:pt x="1614" y="878"/>
                    <a:pt x="1577" y="904"/>
                    <a:pt x="1555" y="926"/>
                  </a:cubicBezTo>
                  <a:lnTo>
                    <a:pt x="946" y="1535"/>
                  </a:lnTo>
                  <a:cubicBezTo>
                    <a:pt x="923" y="1557"/>
                    <a:pt x="898" y="1591"/>
                    <a:pt x="887" y="1616"/>
                  </a:cubicBezTo>
                  <a:lnTo>
                    <a:pt x="433" y="1616"/>
                  </a:lnTo>
                  <a:cubicBezTo>
                    <a:pt x="233" y="1616"/>
                    <a:pt x="45" y="1779"/>
                    <a:pt x="23" y="1978"/>
                  </a:cubicBezTo>
                  <a:cubicBezTo>
                    <a:pt x="1" y="2222"/>
                    <a:pt x="186" y="2433"/>
                    <a:pt x="433" y="2433"/>
                  </a:cubicBezTo>
                  <a:lnTo>
                    <a:pt x="828" y="2433"/>
                  </a:lnTo>
                  <a:lnTo>
                    <a:pt x="828" y="3240"/>
                  </a:lnTo>
                  <a:lnTo>
                    <a:pt x="433" y="3240"/>
                  </a:lnTo>
                  <a:cubicBezTo>
                    <a:pt x="233" y="3240"/>
                    <a:pt x="45" y="3392"/>
                    <a:pt x="23" y="3602"/>
                  </a:cubicBezTo>
                  <a:cubicBezTo>
                    <a:pt x="1" y="3835"/>
                    <a:pt x="186" y="4046"/>
                    <a:pt x="433" y="4046"/>
                  </a:cubicBezTo>
                  <a:lnTo>
                    <a:pt x="828" y="4046"/>
                  </a:lnTo>
                  <a:lnTo>
                    <a:pt x="828" y="4854"/>
                  </a:lnTo>
                  <a:lnTo>
                    <a:pt x="433" y="4854"/>
                  </a:lnTo>
                  <a:cubicBezTo>
                    <a:pt x="233" y="4854"/>
                    <a:pt x="45" y="5005"/>
                    <a:pt x="23" y="5215"/>
                  </a:cubicBezTo>
                  <a:cubicBezTo>
                    <a:pt x="1" y="5462"/>
                    <a:pt x="186" y="5659"/>
                    <a:pt x="433" y="5659"/>
                  </a:cubicBezTo>
                  <a:lnTo>
                    <a:pt x="887" y="5659"/>
                  </a:lnTo>
                  <a:cubicBezTo>
                    <a:pt x="898" y="5695"/>
                    <a:pt x="923" y="5718"/>
                    <a:pt x="946" y="5754"/>
                  </a:cubicBezTo>
                  <a:lnTo>
                    <a:pt x="1555" y="6360"/>
                  </a:lnTo>
                  <a:cubicBezTo>
                    <a:pt x="1577" y="6385"/>
                    <a:pt x="1614" y="6408"/>
                    <a:pt x="1636" y="6419"/>
                  </a:cubicBezTo>
                  <a:lnTo>
                    <a:pt x="1636" y="6865"/>
                  </a:lnTo>
                  <a:cubicBezTo>
                    <a:pt x="1636" y="7075"/>
                    <a:pt x="1788" y="7260"/>
                    <a:pt x="1998" y="7286"/>
                  </a:cubicBezTo>
                  <a:cubicBezTo>
                    <a:pt x="2011" y="7287"/>
                    <a:pt x="2025" y="7288"/>
                    <a:pt x="2038" y="7288"/>
                  </a:cubicBezTo>
                  <a:cubicBezTo>
                    <a:pt x="2267" y="7288"/>
                    <a:pt x="2455" y="7107"/>
                    <a:pt x="2455" y="6876"/>
                  </a:cubicBezTo>
                  <a:lnTo>
                    <a:pt x="2455" y="6478"/>
                  </a:lnTo>
                  <a:lnTo>
                    <a:pt x="3260" y="6478"/>
                  </a:lnTo>
                  <a:lnTo>
                    <a:pt x="3260" y="6865"/>
                  </a:lnTo>
                  <a:cubicBezTo>
                    <a:pt x="3260" y="7075"/>
                    <a:pt x="3412" y="7260"/>
                    <a:pt x="3611" y="7286"/>
                  </a:cubicBezTo>
                  <a:cubicBezTo>
                    <a:pt x="3624" y="7287"/>
                    <a:pt x="3638" y="7288"/>
                    <a:pt x="3651" y="7288"/>
                  </a:cubicBezTo>
                  <a:cubicBezTo>
                    <a:pt x="3880" y="7288"/>
                    <a:pt x="4068" y="7107"/>
                    <a:pt x="4068" y="6876"/>
                  </a:cubicBezTo>
                  <a:lnTo>
                    <a:pt x="4068" y="6478"/>
                  </a:lnTo>
                  <a:lnTo>
                    <a:pt x="4873" y="6478"/>
                  </a:lnTo>
                  <a:lnTo>
                    <a:pt x="4873" y="6865"/>
                  </a:lnTo>
                  <a:cubicBezTo>
                    <a:pt x="4873" y="7075"/>
                    <a:pt x="5025" y="7260"/>
                    <a:pt x="5235" y="7286"/>
                  </a:cubicBezTo>
                  <a:cubicBezTo>
                    <a:pt x="5249" y="7287"/>
                    <a:pt x="5262" y="7288"/>
                    <a:pt x="5275" y="7288"/>
                  </a:cubicBezTo>
                  <a:cubicBezTo>
                    <a:pt x="5503" y="7288"/>
                    <a:pt x="5681" y="7107"/>
                    <a:pt x="5681" y="6876"/>
                  </a:cubicBezTo>
                  <a:lnTo>
                    <a:pt x="5681" y="6419"/>
                  </a:lnTo>
                  <a:cubicBezTo>
                    <a:pt x="5715" y="6408"/>
                    <a:pt x="5737" y="6385"/>
                    <a:pt x="5774" y="6360"/>
                  </a:cubicBezTo>
                  <a:lnTo>
                    <a:pt x="6369" y="5754"/>
                  </a:lnTo>
                  <a:cubicBezTo>
                    <a:pt x="6405" y="5718"/>
                    <a:pt x="6416" y="5695"/>
                    <a:pt x="6439" y="5659"/>
                  </a:cubicBezTo>
                  <a:lnTo>
                    <a:pt x="6885" y="5659"/>
                  </a:lnTo>
                  <a:cubicBezTo>
                    <a:pt x="7095" y="5659"/>
                    <a:pt x="7280" y="5507"/>
                    <a:pt x="7306" y="5308"/>
                  </a:cubicBezTo>
                  <a:cubicBezTo>
                    <a:pt x="7328" y="5064"/>
                    <a:pt x="7140" y="4854"/>
                    <a:pt x="6896" y="4854"/>
                  </a:cubicBezTo>
                  <a:lnTo>
                    <a:pt x="6498" y="4854"/>
                  </a:lnTo>
                  <a:lnTo>
                    <a:pt x="6498" y="4046"/>
                  </a:lnTo>
                  <a:lnTo>
                    <a:pt x="6885" y="4046"/>
                  </a:lnTo>
                  <a:cubicBezTo>
                    <a:pt x="7095" y="4046"/>
                    <a:pt x="7280" y="3894"/>
                    <a:pt x="7306" y="3684"/>
                  </a:cubicBezTo>
                  <a:cubicBezTo>
                    <a:pt x="7328" y="3451"/>
                    <a:pt x="7140" y="3240"/>
                    <a:pt x="6896" y="3240"/>
                  </a:cubicBezTo>
                  <a:lnTo>
                    <a:pt x="6498" y="3240"/>
                  </a:lnTo>
                  <a:lnTo>
                    <a:pt x="6498" y="2433"/>
                  </a:lnTo>
                  <a:lnTo>
                    <a:pt x="6896" y="2433"/>
                  </a:lnTo>
                  <a:cubicBezTo>
                    <a:pt x="7140" y="2433"/>
                    <a:pt x="7328" y="2222"/>
                    <a:pt x="7306" y="1978"/>
                  </a:cubicBezTo>
                  <a:cubicBezTo>
                    <a:pt x="7280" y="1779"/>
                    <a:pt x="7095" y="1616"/>
                    <a:pt x="6885" y="1616"/>
                  </a:cubicBezTo>
                  <a:lnTo>
                    <a:pt x="6439" y="1616"/>
                  </a:lnTo>
                  <a:cubicBezTo>
                    <a:pt x="6416" y="1591"/>
                    <a:pt x="6405" y="1557"/>
                    <a:pt x="6369" y="1535"/>
                  </a:cubicBezTo>
                  <a:lnTo>
                    <a:pt x="5774" y="926"/>
                  </a:lnTo>
                  <a:cubicBezTo>
                    <a:pt x="5737" y="904"/>
                    <a:pt x="5715" y="878"/>
                    <a:pt x="5681" y="867"/>
                  </a:cubicBezTo>
                  <a:lnTo>
                    <a:pt x="5681" y="424"/>
                  </a:lnTo>
                  <a:cubicBezTo>
                    <a:pt x="5681" y="214"/>
                    <a:pt x="5527" y="26"/>
                    <a:pt x="5331" y="3"/>
                  </a:cubicBezTo>
                  <a:cubicBezTo>
                    <a:pt x="5316" y="2"/>
                    <a:pt x="5301" y="1"/>
                    <a:pt x="5286" y="1"/>
                  </a:cubicBezTo>
                  <a:cubicBezTo>
                    <a:pt x="5059" y="1"/>
                    <a:pt x="4873" y="181"/>
                    <a:pt x="4873" y="413"/>
                  </a:cubicBezTo>
                  <a:lnTo>
                    <a:pt x="4873" y="808"/>
                  </a:lnTo>
                  <a:lnTo>
                    <a:pt x="4068" y="808"/>
                  </a:lnTo>
                  <a:lnTo>
                    <a:pt x="4068" y="424"/>
                  </a:lnTo>
                  <a:cubicBezTo>
                    <a:pt x="4068" y="214"/>
                    <a:pt x="3914" y="26"/>
                    <a:pt x="3704" y="3"/>
                  </a:cubicBezTo>
                  <a:cubicBezTo>
                    <a:pt x="3689" y="2"/>
                    <a:pt x="3674" y="1"/>
                    <a:pt x="3660" y="1"/>
                  </a:cubicBezTo>
                  <a:cubicBezTo>
                    <a:pt x="3436" y="1"/>
                    <a:pt x="3260" y="181"/>
                    <a:pt x="3260" y="413"/>
                  </a:cubicBezTo>
                  <a:lnTo>
                    <a:pt x="3260" y="808"/>
                  </a:lnTo>
                  <a:lnTo>
                    <a:pt x="2455" y="808"/>
                  </a:lnTo>
                  <a:lnTo>
                    <a:pt x="2455" y="424"/>
                  </a:lnTo>
                  <a:cubicBezTo>
                    <a:pt x="2455" y="214"/>
                    <a:pt x="2301" y="26"/>
                    <a:pt x="2090" y="3"/>
                  </a:cubicBezTo>
                  <a:cubicBezTo>
                    <a:pt x="2076" y="2"/>
                    <a:pt x="2061" y="1"/>
                    <a:pt x="20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5" name="Google Shape;1460;p48">
              <a:extLst>
                <a:ext uri="{FF2B5EF4-FFF2-40B4-BE49-F238E27FC236}">
                  <a16:creationId xmlns:a16="http://schemas.microsoft.com/office/drawing/2014/main" id="{6CE3F46E-8BED-03B1-EAAE-50E23A12EF0D}"/>
                </a:ext>
              </a:extLst>
            </p:cNvPr>
            <p:cNvSpPr/>
            <p:nvPr/>
          </p:nvSpPr>
          <p:spPr>
            <a:xfrm>
              <a:off x="1126738" y="1653075"/>
              <a:ext cx="60750" cy="60825"/>
            </a:xfrm>
            <a:custGeom>
              <a:avLst/>
              <a:gdLst/>
              <a:ahLst/>
              <a:cxnLst/>
              <a:rect l="l" t="t" r="r" b="b"/>
              <a:pathLst>
                <a:path w="2430" h="2433" extrusionOk="0">
                  <a:moveTo>
                    <a:pt x="1215" y="820"/>
                  </a:moveTo>
                  <a:cubicBezTo>
                    <a:pt x="1437" y="820"/>
                    <a:pt x="1624" y="996"/>
                    <a:pt x="1624" y="1218"/>
                  </a:cubicBezTo>
                  <a:cubicBezTo>
                    <a:pt x="1624" y="1440"/>
                    <a:pt x="1437" y="1628"/>
                    <a:pt x="1215" y="1628"/>
                  </a:cubicBezTo>
                  <a:cubicBezTo>
                    <a:pt x="993" y="1628"/>
                    <a:pt x="817" y="1440"/>
                    <a:pt x="817" y="1218"/>
                  </a:cubicBezTo>
                  <a:cubicBezTo>
                    <a:pt x="817" y="996"/>
                    <a:pt x="993" y="820"/>
                    <a:pt x="1215" y="820"/>
                  </a:cubicBezTo>
                  <a:close/>
                  <a:moveTo>
                    <a:pt x="1215" y="1"/>
                  </a:moveTo>
                  <a:cubicBezTo>
                    <a:pt x="547" y="1"/>
                    <a:pt x="0" y="550"/>
                    <a:pt x="0" y="1218"/>
                  </a:cubicBezTo>
                  <a:cubicBezTo>
                    <a:pt x="0" y="1883"/>
                    <a:pt x="547" y="2433"/>
                    <a:pt x="1215" y="2433"/>
                  </a:cubicBezTo>
                  <a:cubicBezTo>
                    <a:pt x="1880" y="2433"/>
                    <a:pt x="2430" y="1883"/>
                    <a:pt x="2430" y="1218"/>
                  </a:cubicBezTo>
                  <a:cubicBezTo>
                    <a:pt x="2430" y="550"/>
                    <a:pt x="1880" y="1"/>
                    <a:pt x="12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16" name="Google Shape;1447;p48">
            <a:extLst>
              <a:ext uri="{FF2B5EF4-FFF2-40B4-BE49-F238E27FC236}">
                <a16:creationId xmlns:a16="http://schemas.microsoft.com/office/drawing/2014/main" id="{07BD328B-590A-A6E5-3F0B-28067C315D3C}"/>
              </a:ext>
            </a:extLst>
          </p:cNvPr>
          <p:cNvGrpSpPr/>
          <p:nvPr/>
        </p:nvGrpSpPr>
        <p:grpSpPr>
          <a:xfrm>
            <a:off x="982670" y="1533832"/>
            <a:ext cx="345150" cy="345075"/>
            <a:chOff x="3269563" y="2118050"/>
            <a:chExt cx="345150" cy="345075"/>
          </a:xfrm>
        </p:grpSpPr>
        <p:sp>
          <p:nvSpPr>
            <p:cNvPr id="17" name="Google Shape;1448;p48">
              <a:extLst>
                <a:ext uri="{FF2B5EF4-FFF2-40B4-BE49-F238E27FC236}">
                  <a16:creationId xmlns:a16="http://schemas.microsoft.com/office/drawing/2014/main" id="{D7BAF745-7EA5-F030-6A58-EFA81D742121}"/>
                </a:ext>
              </a:extLst>
            </p:cNvPr>
            <p:cNvSpPr/>
            <p:nvPr/>
          </p:nvSpPr>
          <p:spPr>
            <a:xfrm>
              <a:off x="3324213" y="2118050"/>
              <a:ext cx="235800" cy="345075"/>
            </a:xfrm>
            <a:custGeom>
              <a:avLst/>
              <a:gdLst/>
              <a:ahLst/>
              <a:cxnLst/>
              <a:rect l="l" t="t" r="r" b="b"/>
              <a:pathLst>
                <a:path w="9432" h="13803" extrusionOk="0">
                  <a:moveTo>
                    <a:pt x="4710" y="806"/>
                  </a:moveTo>
                  <a:cubicBezTo>
                    <a:pt x="6873" y="806"/>
                    <a:pt x="8627" y="2559"/>
                    <a:pt x="8627" y="4711"/>
                  </a:cubicBezTo>
                  <a:cubicBezTo>
                    <a:pt x="8627" y="5833"/>
                    <a:pt x="8147" y="6896"/>
                    <a:pt x="7305" y="7631"/>
                  </a:cubicBezTo>
                  <a:cubicBezTo>
                    <a:pt x="6697" y="8170"/>
                    <a:pt x="6324" y="8908"/>
                    <a:pt x="6220" y="9701"/>
                  </a:cubicBezTo>
                  <a:lnTo>
                    <a:pt x="3204" y="9701"/>
                  </a:lnTo>
                  <a:cubicBezTo>
                    <a:pt x="3109" y="8908"/>
                    <a:pt x="2724" y="8170"/>
                    <a:pt x="2127" y="7631"/>
                  </a:cubicBezTo>
                  <a:cubicBezTo>
                    <a:pt x="1285" y="6896"/>
                    <a:pt x="805" y="5833"/>
                    <a:pt x="805" y="4711"/>
                  </a:cubicBezTo>
                  <a:cubicBezTo>
                    <a:pt x="805" y="2559"/>
                    <a:pt x="2559" y="806"/>
                    <a:pt x="4710" y="806"/>
                  </a:cubicBezTo>
                  <a:close/>
                  <a:moveTo>
                    <a:pt x="6194" y="10507"/>
                  </a:moveTo>
                  <a:lnTo>
                    <a:pt x="6194" y="11244"/>
                  </a:lnTo>
                  <a:cubicBezTo>
                    <a:pt x="6194" y="11315"/>
                    <a:pt x="6136" y="11373"/>
                    <a:pt x="6065" y="11373"/>
                  </a:cubicBezTo>
                  <a:lnTo>
                    <a:pt x="3367" y="11373"/>
                  </a:lnTo>
                  <a:cubicBezTo>
                    <a:pt x="3297" y="11373"/>
                    <a:pt x="3226" y="11315"/>
                    <a:pt x="3226" y="11244"/>
                  </a:cubicBezTo>
                  <a:lnTo>
                    <a:pt x="3226" y="10507"/>
                  </a:lnTo>
                  <a:close/>
                  <a:moveTo>
                    <a:pt x="5659" y="12179"/>
                  </a:moveTo>
                  <a:lnTo>
                    <a:pt x="5659" y="12588"/>
                  </a:lnTo>
                  <a:cubicBezTo>
                    <a:pt x="5659" y="12810"/>
                    <a:pt x="5471" y="12987"/>
                    <a:pt x="5249" y="12987"/>
                  </a:cubicBezTo>
                  <a:lnTo>
                    <a:pt x="4172" y="12987"/>
                  </a:lnTo>
                  <a:cubicBezTo>
                    <a:pt x="3950" y="12987"/>
                    <a:pt x="3776" y="12810"/>
                    <a:pt x="3776" y="12588"/>
                  </a:cubicBezTo>
                  <a:lnTo>
                    <a:pt x="3776" y="12179"/>
                  </a:lnTo>
                  <a:close/>
                  <a:moveTo>
                    <a:pt x="4710" y="1"/>
                  </a:moveTo>
                  <a:cubicBezTo>
                    <a:pt x="2116" y="1"/>
                    <a:pt x="0" y="2116"/>
                    <a:pt x="0" y="4711"/>
                  </a:cubicBezTo>
                  <a:cubicBezTo>
                    <a:pt x="0" y="6066"/>
                    <a:pt x="573" y="7351"/>
                    <a:pt x="1591" y="8240"/>
                  </a:cubicBezTo>
                  <a:cubicBezTo>
                    <a:pt x="2116" y="8708"/>
                    <a:pt x="2418" y="9399"/>
                    <a:pt x="2418" y="10111"/>
                  </a:cubicBezTo>
                  <a:lnTo>
                    <a:pt x="2418" y="11244"/>
                  </a:lnTo>
                  <a:cubicBezTo>
                    <a:pt x="2418" y="11618"/>
                    <a:pt x="2643" y="11935"/>
                    <a:pt x="2957" y="12086"/>
                  </a:cubicBezTo>
                  <a:lnTo>
                    <a:pt x="2957" y="12588"/>
                  </a:lnTo>
                  <a:cubicBezTo>
                    <a:pt x="2957" y="13256"/>
                    <a:pt x="3507" y="13803"/>
                    <a:pt x="4172" y="13803"/>
                  </a:cubicBezTo>
                  <a:lnTo>
                    <a:pt x="5249" y="13803"/>
                  </a:lnTo>
                  <a:cubicBezTo>
                    <a:pt x="5925" y="13803"/>
                    <a:pt x="6464" y="13256"/>
                    <a:pt x="6464" y="12588"/>
                  </a:cubicBezTo>
                  <a:lnTo>
                    <a:pt x="6464" y="12086"/>
                  </a:lnTo>
                  <a:cubicBezTo>
                    <a:pt x="6781" y="11935"/>
                    <a:pt x="7002" y="11618"/>
                    <a:pt x="7002" y="11244"/>
                  </a:cubicBezTo>
                  <a:lnTo>
                    <a:pt x="7002" y="10111"/>
                  </a:lnTo>
                  <a:cubicBezTo>
                    <a:pt x="7002" y="9399"/>
                    <a:pt x="7305" y="8708"/>
                    <a:pt x="7844" y="8240"/>
                  </a:cubicBezTo>
                  <a:cubicBezTo>
                    <a:pt x="8848" y="7351"/>
                    <a:pt x="9432" y="6066"/>
                    <a:pt x="9432" y="4711"/>
                  </a:cubicBezTo>
                  <a:cubicBezTo>
                    <a:pt x="9432" y="2116"/>
                    <a:pt x="7317" y="1"/>
                    <a:pt x="47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8" name="Google Shape;1449;p48">
              <a:extLst>
                <a:ext uri="{FF2B5EF4-FFF2-40B4-BE49-F238E27FC236}">
                  <a16:creationId xmlns:a16="http://schemas.microsoft.com/office/drawing/2014/main" id="{3F1F2E00-9E66-0B9D-2B11-756A985CFCAC}"/>
                </a:ext>
              </a:extLst>
            </p:cNvPr>
            <p:cNvSpPr/>
            <p:nvPr/>
          </p:nvSpPr>
          <p:spPr>
            <a:xfrm>
              <a:off x="3574013" y="2225850"/>
              <a:ext cx="40700" cy="20225"/>
            </a:xfrm>
            <a:custGeom>
              <a:avLst/>
              <a:gdLst/>
              <a:ahLst/>
              <a:cxnLst/>
              <a:rect l="l" t="t" r="r" b="b"/>
              <a:pathLst>
                <a:path w="1628" h="809" extrusionOk="0">
                  <a:moveTo>
                    <a:pt x="410" y="0"/>
                  </a:moveTo>
                  <a:cubicBezTo>
                    <a:pt x="189" y="0"/>
                    <a:pt x="1" y="177"/>
                    <a:pt x="1" y="399"/>
                  </a:cubicBezTo>
                  <a:cubicBezTo>
                    <a:pt x="1" y="620"/>
                    <a:pt x="189" y="808"/>
                    <a:pt x="410" y="808"/>
                  </a:cubicBezTo>
                  <a:lnTo>
                    <a:pt x="1218" y="808"/>
                  </a:lnTo>
                  <a:cubicBezTo>
                    <a:pt x="1440" y="808"/>
                    <a:pt x="1628" y="620"/>
                    <a:pt x="1628" y="399"/>
                  </a:cubicBezTo>
                  <a:cubicBezTo>
                    <a:pt x="1628" y="177"/>
                    <a:pt x="1440" y="0"/>
                    <a:pt x="12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9" name="Google Shape;1450;p48">
              <a:extLst>
                <a:ext uri="{FF2B5EF4-FFF2-40B4-BE49-F238E27FC236}">
                  <a16:creationId xmlns:a16="http://schemas.microsoft.com/office/drawing/2014/main" id="{C1F95712-B9A0-4148-692F-75226342D9DC}"/>
                </a:ext>
              </a:extLst>
            </p:cNvPr>
            <p:cNvSpPr/>
            <p:nvPr/>
          </p:nvSpPr>
          <p:spPr>
            <a:xfrm>
              <a:off x="3565888" y="2158375"/>
              <a:ext cx="40625" cy="30375"/>
            </a:xfrm>
            <a:custGeom>
              <a:avLst/>
              <a:gdLst/>
              <a:ahLst/>
              <a:cxnLst/>
              <a:rect l="l" t="t" r="r" b="b"/>
              <a:pathLst>
                <a:path w="1625" h="1215" extrusionOk="0">
                  <a:moveTo>
                    <a:pt x="1168" y="1"/>
                  </a:moveTo>
                  <a:cubicBezTo>
                    <a:pt x="1101" y="1"/>
                    <a:pt x="1032" y="19"/>
                    <a:pt x="971" y="57"/>
                  </a:cubicBezTo>
                  <a:lnTo>
                    <a:pt x="270" y="455"/>
                  </a:lnTo>
                  <a:cubicBezTo>
                    <a:pt x="71" y="573"/>
                    <a:pt x="0" y="817"/>
                    <a:pt x="115" y="1016"/>
                  </a:cubicBezTo>
                  <a:cubicBezTo>
                    <a:pt x="186" y="1141"/>
                    <a:pt x="325" y="1214"/>
                    <a:pt x="464" y="1214"/>
                  </a:cubicBezTo>
                  <a:cubicBezTo>
                    <a:pt x="533" y="1214"/>
                    <a:pt x="603" y="1196"/>
                    <a:pt x="665" y="1157"/>
                  </a:cubicBezTo>
                  <a:lnTo>
                    <a:pt x="1367" y="758"/>
                  </a:lnTo>
                  <a:cubicBezTo>
                    <a:pt x="1566" y="643"/>
                    <a:pt x="1625" y="396"/>
                    <a:pt x="1518" y="197"/>
                  </a:cubicBezTo>
                  <a:cubicBezTo>
                    <a:pt x="1441" y="73"/>
                    <a:pt x="1305" y="1"/>
                    <a:pt x="11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0" name="Google Shape;1451;p48">
              <a:extLst>
                <a:ext uri="{FF2B5EF4-FFF2-40B4-BE49-F238E27FC236}">
                  <a16:creationId xmlns:a16="http://schemas.microsoft.com/office/drawing/2014/main" id="{5323C63B-191C-65A5-1BBA-031A180E6792}"/>
                </a:ext>
              </a:extLst>
            </p:cNvPr>
            <p:cNvSpPr/>
            <p:nvPr/>
          </p:nvSpPr>
          <p:spPr>
            <a:xfrm>
              <a:off x="3565888" y="2283075"/>
              <a:ext cx="40625" cy="30425"/>
            </a:xfrm>
            <a:custGeom>
              <a:avLst/>
              <a:gdLst/>
              <a:ahLst/>
              <a:cxnLst/>
              <a:rect l="l" t="t" r="r" b="b"/>
              <a:pathLst>
                <a:path w="1625" h="1217" extrusionOk="0">
                  <a:moveTo>
                    <a:pt x="476" y="0"/>
                  </a:moveTo>
                  <a:cubicBezTo>
                    <a:pt x="333" y="0"/>
                    <a:pt x="189" y="74"/>
                    <a:pt x="115" y="203"/>
                  </a:cubicBezTo>
                  <a:cubicBezTo>
                    <a:pt x="0" y="399"/>
                    <a:pt x="71" y="646"/>
                    <a:pt x="270" y="750"/>
                  </a:cubicBezTo>
                  <a:lnTo>
                    <a:pt x="971" y="1159"/>
                  </a:lnTo>
                  <a:cubicBezTo>
                    <a:pt x="1032" y="1198"/>
                    <a:pt x="1100" y="1217"/>
                    <a:pt x="1168" y="1217"/>
                  </a:cubicBezTo>
                  <a:cubicBezTo>
                    <a:pt x="1305" y="1217"/>
                    <a:pt x="1441" y="1141"/>
                    <a:pt x="1518" y="1008"/>
                  </a:cubicBezTo>
                  <a:cubicBezTo>
                    <a:pt x="1625" y="820"/>
                    <a:pt x="1566" y="576"/>
                    <a:pt x="1367" y="458"/>
                  </a:cubicBezTo>
                  <a:lnTo>
                    <a:pt x="665" y="48"/>
                  </a:lnTo>
                  <a:cubicBezTo>
                    <a:pt x="607" y="16"/>
                    <a:pt x="542" y="0"/>
                    <a:pt x="4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5" name="Google Shape;1452;p48">
              <a:extLst>
                <a:ext uri="{FF2B5EF4-FFF2-40B4-BE49-F238E27FC236}">
                  <a16:creationId xmlns:a16="http://schemas.microsoft.com/office/drawing/2014/main" id="{968A202D-F3E6-E599-7D80-D89B96FADB44}"/>
                </a:ext>
              </a:extLst>
            </p:cNvPr>
            <p:cNvSpPr/>
            <p:nvPr/>
          </p:nvSpPr>
          <p:spPr>
            <a:xfrm>
              <a:off x="3269563" y="2225850"/>
              <a:ext cx="40375" cy="20225"/>
            </a:xfrm>
            <a:custGeom>
              <a:avLst/>
              <a:gdLst/>
              <a:ahLst/>
              <a:cxnLst/>
              <a:rect l="l" t="t" r="r" b="b"/>
              <a:pathLst>
                <a:path w="1615" h="809" extrusionOk="0">
                  <a:moveTo>
                    <a:pt x="397" y="0"/>
                  </a:moveTo>
                  <a:cubicBezTo>
                    <a:pt x="175" y="0"/>
                    <a:pt x="1" y="177"/>
                    <a:pt x="1" y="399"/>
                  </a:cubicBezTo>
                  <a:cubicBezTo>
                    <a:pt x="1" y="620"/>
                    <a:pt x="175" y="808"/>
                    <a:pt x="397" y="808"/>
                  </a:cubicBezTo>
                  <a:lnTo>
                    <a:pt x="1216" y="808"/>
                  </a:lnTo>
                  <a:cubicBezTo>
                    <a:pt x="1437" y="808"/>
                    <a:pt x="1614" y="620"/>
                    <a:pt x="1614" y="399"/>
                  </a:cubicBezTo>
                  <a:cubicBezTo>
                    <a:pt x="1614" y="177"/>
                    <a:pt x="1437" y="0"/>
                    <a:pt x="12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6" name="Google Shape;1453;p48">
              <a:extLst>
                <a:ext uri="{FF2B5EF4-FFF2-40B4-BE49-F238E27FC236}">
                  <a16:creationId xmlns:a16="http://schemas.microsoft.com/office/drawing/2014/main" id="{3BF323CF-D77C-2DC2-EA3F-9FDD69D3F0A1}"/>
                </a:ext>
              </a:extLst>
            </p:cNvPr>
            <p:cNvSpPr/>
            <p:nvPr/>
          </p:nvSpPr>
          <p:spPr>
            <a:xfrm>
              <a:off x="3277438" y="2158375"/>
              <a:ext cx="40625" cy="30375"/>
            </a:xfrm>
            <a:custGeom>
              <a:avLst/>
              <a:gdLst/>
              <a:ahLst/>
              <a:cxnLst/>
              <a:rect l="l" t="t" r="r" b="b"/>
              <a:pathLst>
                <a:path w="1625" h="1215" extrusionOk="0">
                  <a:moveTo>
                    <a:pt x="461" y="1"/>
                  </a:moveTo>
                  <a:cubicBezTo>
                    <a:pt x="321" y="1"/>
                    <a:pt x="187" y="73"/>
                    <a:pt x="118" y="197"/>
                  </a:cubicBezTo>
                  <a:cubicBezTo>
                    <a:pt x="0" y="396"/>
                    <a:pt x="70" y="643"/>
                    <a:pt x="258" y="758"/>
                  </a:cubicBezTo>
                  <a:lnTo>
                    <a:pt x="960" y="1157"/>
                  </a:lnTo>
                  <a:cubicBezTo>
                    <a:pt x="1026" y="1196"/>
                    <a:pt x="1098" y="1214"/>
                    <a:pt x="1168" y="1214"/>
                  </a:cubicBezTo>
                  <a:cubicBezTo>
                    <a:pt x="1308" y="1214"/>
                    <a:pt x="1442" y="1141"/>
                    <a:pt x="1521" y="1016"/>
                  </a:cubicBezTo>
                  <a:cubicBezTo>
                    <a:pt x="1624" y="817"/>
                    <a:pt x="1554" y="573"/>
                    <a:pt x="1369" y="455"/>
                  </a:cubicBezTo>
                  <a:lnTo>
                    <a:pt x="668" y="57"/>
                  </a:lnTo>
                  <a:cubicBezTo>
                    <a:pt x="602" y="19"/>
                    <a:pt x="531" y="1"/>
                    <a:pt x="46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7" name="Google Shape;1454;p48">
              <a:extLst>
                <a:ext uri="{FF2B5EF4-FFF2-40B4-BE49-F238E27FC236}">
                  <a16:creationId xmlns:a16="http://schemas.microsoft.com/office/drawing/2014/main" id="{A997ACB2-F8D5-FF6A-9A45-D051C44C74A1}"/>
                </a:ext>
              </a:extLst>
            </p:cNvPr>
            <p:cNvSpPr/>
            <p:nvPr/>
          </p:nvSpPr>
          <p:spPr>
            <a:xfrm>
              <a:off x="3277438" y="2283075"/>
              <a:ext cx="40625" cy="30425"/>
            </a:xfrm>
            <a:custGeom>
              <a:avLst/>
              <a:gdLst/>
              <a:ahLst/>
              <a:cxnLst/>
              <a:rect l="l" t="t" r="r" b="b"/>
              <a:pathLst>
                <a:path w="1625" h="1217" extrusionOk="0">
                  <a:moveTo>
                    <a:pt x="1155" y="0"/>
                  </a:moveTo>
                  <a:cubicBezTo>
                    <a:pt x="1089" y="0"/>
                    <a:pt x="1022" y="16"/>
                    <a:pt x="960" y="48"/>
                  </a:cubicBezTo>
                  <a:lnTo>
                    <a:pt x="258" y="458"/>
                  </a:lnTo>
                  <a:cubicBezTo>
                    <a:pt x="70" y="576"/>
                    <a:pt x="0" y="820"/>
                    <a:pt x="118" y="1008"/>
                  </a:cubicBezTo>
                  <a:cubicBezTo>
                    <a:pt x="187" y="1141"/>
                    <a:pt x="321" y="1217"/>
                    <a:pt x="462" y="1217"/>
                  </a:cubicBezTo>
                  <a:cubicBezTo>
                    <a:pt x="531" y="1217"/>
                    <a:pt x="602" y="1198"/>
                    <a:pt x="668" y="1159"/>
                  </a:cubicBezTo>
                  <a:lnTo>
                    <a:pt x="1369" y="750"/>
                  </a:lnTo>
                  <a:cubicBezTo>
                    <a:pt x="1554" y="646"/>
                    <a:pt x="1624" y="399"/>
                    <a:pt x="1521" y="203"/>
                  </a:cubicBezTo>
                  <a:cubicBezTo>
                    <a:pt x="1440" y="74"/>
                    <a:pt x="1300" y="0"/>
                    <a:pt x="11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9" name="Google Shape;1455;p48">
              <a:extLst>
                <a:ext uri="{FF2B5EF4-FFF2-40B4-BE49-F238E27FC236}">
                  <a16:creationId xmlns:a16="http://schemas.microsoft.com/office/drawing/2014/main" id="{9D4BAA7F-9860-9A76-A91D-A6AC661B7A71}"/>
                </a:ext>
              </a:extLst>
            </p:cNvPr>
            <p:cNvSpPr/>
            <p:nvPr/>
          </p:nvSpPr>
          <p:spPr>
            <a:xfrm>
              <a:off x="3363613" y="2158375"/>
              <a:ext cx="156700" cy="155175"/>
            </a:xfrm>
            <a:custGeom>
              <a:avLst/>
              <a:gdLst/>
              <a:ahLst/>
              <a:cxnLst/>
              <a:rect l="l" t="t" r="r" b="b"/>
              <a:pathLst>
                <a:path w="6268" h="6207" extrusionOk="0">
                  <a:moveTo>
                    <a:pt x="3426" y="806"/>
                  </a:moveTo>
                  <a:lnTo>
                    <a:pt x="3437" y="1086"/>
                  </a:lnTo>
                  <a:cubicBezTo>
                    <a:pt x="3451" y="1249"/>
                    <a:pt x="3555" y="1389"/>
                    <a:pt x="3707" y="1448"/>
                  </a:cubicBezTo>
                  <a:cubicBezTo>
                    <a:pt x="3917" y="1518"/>
                    <a:pt x="4116" y="1636"/>
                    <a:pt x="4279" y="1777"/>
                  </a:cubicBezTo>
                  <a:cubicBezTo>
                    <a:pt x="4359" y="1841"/>
                    <a:pt x="4457" y="1875"/>
                    <a:pt x="4556" y="1875"/>
                  </a:cubicBezTo>
                  <a:cubicBezTo>
                    <a:pt x="4617" y="1875"/>
                    <a:pt x="4679" y="1862"/>
                    <a:pt x="4736" y="1835"/>
                  </a:cubicBezTo>
                  <a:lnTo>
                    <a:pt x="4980" y="1706"/>
                  </a:lnTo>
                  <a:lnTo>
                    <a:pt x="5261" y="2209"/>
                  </a:lnTo>
                  <a:lnTo>
                    <a:pt x="5039" y="2360"/>
                  </a:lnTo>
                  <a:cubicBezTo>
                    <a:pt x="4899" y="2441"/>
                    <a:pt x="4829" y="2607"/>
                    <a:pt x="4854" y="2770"/>
                  </a:cubicBezTo>
                  <a:cubicBezTo>
                    <a:pt x="4877" y="2887"/>
                    <a:pt x="4888" y="2991"/>
                    <a:pt x="4888" y="3098"/>
                  </a:cubicBezTo>
                  <a:cubicBezTo>
                    <a:pt x="4888" y="3202"/>
                    <a:pt x="4877" y="3319"/>
                    <a:pt x="4854" y="3437"/>
                  </a:cubicBezTo>
                  <a:cubicBezTo>
                    <a:pt x="4829" y="3589"/>
                    <a:pt x="4899" y="3763"/>
                    <a:pt x="5039" y="3844"/>
                  </a:cubicBezTo>
                  <a:lnTo>
                    <a:pt x="5261" y="3998"/>
                  </a:lnTo>
                  <a:lnTo>
                    <a:pt x="4980" y="4500"/>
                  </a:lnTo>
                  <a:lnTo>
                    <a:pt x="4736" y="4371"/>
                  </a:lnTo>
                  <a:cubicBezTo>
                    <a:pt x="4675" y="4343"/>
                    <a:pt x="4609" y="4328"/>
                    <a:pt x="4544" y="4328"/>
                  </a:cubicBezTo>
                  <a:cubicBezTo>
                    <a:pt x="4449" y="4328"/>
                    <a:pt x="4356" y="4360"/>
                    <a:pt x="4279" y="4430"/>
                  </a:cubicBezTo>
                  <a:cubicBezTo>
                    <a:pt x="4116" y="4571"/>
                    <a:pt x="3917" y="4686"/>
                    <a:pt x="3707" y="4756"/>
                  </a:cubicBezTo>
                  <a:cubicBezTo>
                    <a:pt x="3555" y="4803"/>
                    <a:pt x="3451" y="4955"/>
                    <a:pt x="3437" y="5120"/>
                  </a:cubicBezTo>
                  <a:lnTo>
                    <a:pt x="3426" y="5387"/>
                  </a:lnTo>
                  <a:lnTo>
                    <a:pt x="2854" y="5387"/>
                  </a:lnTo>
                  <a:lnTo>
                    <a:pt x="2831" y="5120"/>
                  </a:lnTo>
                  <a:cubicBezTo>
                    <a:pt x="2831" y="4955"/>
                    <a:pt x="2714" y="4803"/>
                    <a:pt x="2562" y="4756"/>
                  </a:cubicBezTo>
                  <a:cubicBezTo>
                    <a:pt x="2352" y="4686"/>
                    <a:pt x="2164" y="4571"/>
                    <a:pt x="1990" y="4430"/>
                  </a:cubicBezTo>
                  <a:cubicBezTo>
                    <a:pt x="1920" y="4360"/>
                    <a:pt x="1825" y="4328"/>
                    <a:pt x="1730" y="4328"/>
                  </a:cubicBezTo>
                  <a:cubicBezTo>
                    <a:pt x="1665" y="4328"/>
                    <a:pt x="1601" y="4343"/>
                    <a:pt x="1544" y="4371"/>
                  </a:cubicBezTo>
                  <a:lnTo>
                    <a:pt x="1300" y="4500"/>
                  </a:lnTo>
                  <a:lnTo>
                    <a:pt x="1008" y="3998"/>
                  </a:lnTo>
                  <a:lnTo>
                    <a:pt x="1241" y="3844"/>
                  </a:lnTo>
                  <a:cubicBezTo>
                    <a:pt x="1381" y="3763"/>
                    <a:pt x="1451" y="3589"/>
                    <a:pt x="1418" y="3437"/>
                  </a:cubicBezTo>
                  <a:cubicBezTo>
                    <a:pt x="1392" y="3319"/>
                    <a:pt x="1381" y="3202"/>
                    <a:pt x="1381" y="3098"/>
                  </a:cubicBezTo>
                  <a:cubicBezTo>
                    <a:pt x="1381" y="2991"/>
                    <a:pt x="1392" y="2887"/>
                    <a:pt x="1418" y="2770"/>
                  </a:cubicBezTo>
                  <a:cubicBezTo>
                    <a:pt x="1451" y="2607"/>
                    <a:pt x="1381" y="2441"/>
                    <a:pt x="1241" y="2360"/>
                  </a:cubicBezTo>
                  <a:lnTo>
                    <a:pt x="1008" y="2209"/>
                  </a:lnTo>
                  <a:lnTo>
                    <a:pt x="1300" y="1706"/>
                  </a:lnTo>
                  <a:lnTo>
                    <a:pt x="1544" y="1835"/>
                  </a:lnTo>
                  <a:cubicBezTo>
                    <a:pt x="1597" y="1862"/>
                    <a:pt x="1657" y="1875"/>
                    <a:pt x="1718" y="1875"/>
                  </a:cubicBezTo>
                  <a:cubicBezTo>
                    <a:pt x="1817" y="1875"/>
                    <a:pt x="1917" y="1841"/>
                    <a:pt x="1990" y="1777"/>
                  </a:cubicBezTo>
                  <a:cubicBezTo>
                    <a:pt x="2164" y="1636"/>
                    <a:pt x="2352" y="1518"/>
                    <a:pt x="2562" y="1448"/>
                  </a:cubicBezTo>
                  <a:cubicBezTo>
                    <a:pt x="2714" y="1389"/>
                    <a:pt x="2831" y="1249"/>
                    <a:pt x="2831" y="1086"/>
                  </a:cubicBezTo>
                  <a:lnTo>
                    <a:pt x="2854" y="806"/>
                  </a:lnTo>
                  <a:close/>
                  <a:moveTo>
                    <a:pt x="2470" y="1"/>
                  </a:moveTo>
                  <a:cubicBezTo>
                    <a:pt x="2245" y="1"/>
                    <a:pt x="2071" y="175"/>
                    <a:pt x="2060" y="385"/>
                  </a:cubicBezTo>
                  <a:lnTo>
                    <a:pt x="2035" y="795"/>
                  </a:lnTo>
                  <a:cubicBezTo>
                    <a:pt x="1920" y="854"/>
                    <a:pt x="1802" y="913"/>
                    <a:pt x="1684" y="994"/>
                  </a:cubicBezTo>
                  <a:lnTo>
                    <a:pt x="1322" y="806"/>
                  </a:lnTo>
                  <a:cubicBezTo>
                    <a:pt x="1267" y="778"/>
                    <a:pt x="1208" y="765"/>
                    <a:pt x="1148" y="765"/>
                  </a:cubicBezTo>
                  <a:cubicBezTo>
                    <a:pt x="1008" y="765"/>
                    <a:pt x="867" y="839"/>
                    <a:pt x="786" y="969"/>
                  </a:cubicBezTo>
                  <a:lnTo>
                    <a:pt x="119" y="2138"/>
                  </a:lnTo>
                  <a:cubicBezTo>
                    <a:pt x="1" y="2326"/>
                    <a:pt x="60" y="2559"/>
                    <a:pt x="248" y="2677"/>
                  </a:cubicBezTo>
                  <a:lnTo>
                    <a:pt x="587" y="2899"/>
                  </a:lnTo>
                  <a:cubicBezTo>
                    <a:pt x="576" y="2969"/>
                    <a:pt x="576" y="3039"/>
                    <a:pt x="576" y="3098"/>
                  </a:cubicBezTo>
                  <a:cubicBezTo>
                    <a:pt x="576" y="3168"/>
                    <a:pt x="576" y="3238"/>
                    <a:pt x="587" y="3308"/>
                  </a:cubicBezTo>
                  <a:lnTo>
                    <a:pt x="248" y="3530"/>
                  </a:lnTo>
                  <a:cubicBezTo>
                    <a:pt x="60" y="3648"/>
                    <a:pt x="1" y="3881"/>
                    <a:pt x="119" y="4068"/>
                  </a:cubicBezTo>
                  <a:lnTo>
                    <a:pt x="786" y="5235"/>
                  </a:lnTo>
                  <a:cubicBezTo>
                    <a:pt x="865" y="5364"/>
                    <a:pt x="999" y="5437"/>
                    <a:pt x="1135" y="5437"/>
                  </a:cubicBezTo>
                  <a:cubicBezTo>
                    <a:pt x="1199" y="5437"/>
                    <a:pt x="1263" y="5421"/>
                    <a:pt x="1322" y="5387"/>
                  </a:cubicBezTo>
                  <a:lnTo>
                    <a:pt x="1684" y="5213"/>
                  </a:lnTo>
                  <a:cubicBezTo>
                    <a:pt x="1802" y="5283"/>
                    <a:pt x="1920" y="5353"/>
                    <a:pt x="2035" y="5412"/>
                  </a:cubicBezTo>
                  <a:lnTo>
                    <a:pt x="2060" y="5822"/>
                  </a:lnTo>
                  <a:cubicBezTo>
                    <a:pt x="2071" y="6032"/>
                    <a:pt x="2245" y="6206"/>
                    <a:pt x="2470" y="6206"/>
                  </a:cubicBezTo>
                  <a:lnTo>
                    <a:pt x="3813" y="6206"/>
                  </a:lnTo>
                  <a:cubicBezTo>
                    <a:pt x="4024" y="6206"/>
                    <a:pt x="4209" y="6032"/>
                    <a:pt x="4209" y="5822"/>
                  </a:cubicBezTo>
                  <a:lnTo>
                    <a:pt x="4234" y="5412"/>
                  </a:lnTo>
                  <a:cubicBezTo>
                    <a:pt x="4363" y="5353"/>
                    <a:pt x="4478" y="5283"/>
                    <a:pt x="4596" y="5213"/>
                  </a:cubicBezTo>
                  <a:lnTo>
                    <a:pt x="4947" y="5387"/>
                  </a:lnTo>
                  <a:cubicBezTo>
                    <a:pt x="5010" y="5421"/>
                    <a:pt x="5077" y="5437"/>
                    <a:pt x="5142" y="5437"/>
                  </a:cubicBezTo>
                  <a:cubicBezTo>
                    <a:pt x="5281" y="5437"/>
                    <a:pt x="5413" y="5364"/>
                    <a:pt x="5485" y="5235"/>
                  </a:cubicBezTo>
                  <a:lnTo>
                    <a:pt x="6161" y="4068"/>
                  </a:lnTo>
                  <a:cubicBezTo>
                    <a:pt x="6268" y="3881"/>
                    <a:pt x="6209" y="3648"/>
                    <a:pt x="6032" y="3530"/>
                  </a:cubicBezTo>
                  <a:lnTo>
                    <a:pt x="5696" y="3308"/>
                  </a:lnTo>
                  <a:lnTo>
                    <a:pt x="5696" y="3098"/>
                  </a:lnTo>
                  <a:lnTo>
                    <a:pt x="5696" y="2899"/>
                  </a:lnTo>
                  <a:lnTo>
                    <a:pt x="6032" y="2677"/>
                  </a:lnTo>
                  <a:cubicBezTo>
                    <a:pt x="6209" y="2559"/>
                    <a:pt x="6268" y="2326"/>
                    <a:pt x="6161" y="2138"/>
                  </a:cubicBezTo>
                  <a:lnTo>
                    <a:pt x="5485" y="969"/>
                  </a:lnTo>
                  <a:cubicBezTo>
                    <a:pt x="5410" y="839"/>
                    <a:pt x="5273" y="765"/>
                    <a:pt x="5129" y="765"/>
                  </a:cubicBezTo>
                  <a:cubicBezTo>
                    <a:pt x="5068" y="765"/>
                    <a:pt x="5006" y="778"/>
                    <a:pt x="4947" y="806"/>
                  </a:cubicBezTo>
                  <a:lnTo>
                    <a:pt x="4596" y="994"/>
                  </a:lnTo>
                  <a:cubicBezTo>
                    <a:pt x="4478" y="913"/>
                    <a:pt x="4363" y="854"/>
                    <a:pt x="4234" y="795"/>
                  </a:cubicBezTo>
                  <a:lnTo>
                    <a:pt x="4209" y="385"/>
                  </a:lnTo>
                  <a:cubicBezTo>
                    <a:pt x="4209" y="175"/>
                    <a:pt x="4024" y="1"/>
                    <a:pt x="3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0" name="Google Shape;1456;p48">
              <a:extLst>
                <a:ext uri="{FF2B5EF4-FFF2-40B4-BE49-F238E27FC236}">
                  <a16:creationId xmlns:a16="http://schemas.microsoft.com/office/drawing/2014/main" id="{7705D8BD-6ECC-D8B6-884E-1D237A404F6D}"/>
                </a:ext>
              </a:extLst>
            </p:cNvPr>
            <p:cNvSpPr/>
            <p:nvPr/>
          </p:nvSpPr>
          <p:spPr>
            <a:xfrm>
              <a:off x="3411588" y="2205725"/>
              <a:ext cx="60775" cy="60475"/>
            </a:xfrm>
            <a:custGeom>
              <a:avLst/>
              <a:gdLst/>
              <a:ahLst/>
              <a:cxnLst/>
              <a:rect l="l" t="t" r="r" b="b"/>
              <a:pathLst>
                <a:path w="2431" h="2419" extrusionOk="0">
                  <a:moveTo>
                    <a:pt x="1215" y="805"/>
                  </a:moveTo>
                  <a:cubicBezTo>
                    <a:pt x="1437" y="805"/>
                    <a:pt x="1625" y="982"/>
                    <a:pt x="1625" y="1204"/>
                  </a:cubicBezTo>
                  <a:cubicBezTo>
                    <a:pt x="1625" y="1425"/>
                    <a:pt x="1437" y="1613"/>
                    <a:pt x="1215" y="1613"/>
                  </a:cubicBezTo>
                  <a:cubicBezTo>
                    <a:pt x="994" y="1613"/>
                    <a:pt x="817" y="1425"/>
                    <a:pt x="817" y="1204"/>
                  </a:cubicBezTo>
                  <a:cubicBezTo>
                    <a:pt x="817" y="982"/>
                    <a:pt x="994" y="805"/>
                    <a:pt x="1215" y="805"/>
                  </a:cubicBezTo>
                  <a:close/>
                  <a:moveTo>
                    <a:pt x="1215" y="0"/>
                  </a:moveTo>
                  <a:cubicBezTo>
                    <a:pt x="551" y="0"/>
                    <a:pt x="1" y="536"/>
                    <a:pt x="1" y="1204"/>
                  </a:cubicBezTo>
                  <a:cubicBezTo>
                    <a:pt x="1" y="1880"/>
                    <a:pt x="551" y="2419"/>
                    <a:pt x="1215" y="2419"/>
                  </a:cubicBezTo>
                  <a:cubicBezTo>
                    <a:pt x="1883" y="2419"/>
                    <a:pt x="2430" y="1880"/>
                    <a:pt x="2430" y="1204"/>
                  </a:cubicBezTo>
                  <a:cubicBezTo>
                    <a:pt x="2430" y="536"/>
                    <a:pt x="1883" y="0"/>
                    <a:pt x="1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Tree>
    <p:extLst>
      <p:ext uri="{BB962C8B-B14F-4D97-AF65-F5344CB8AC3E}">
        <p14:creationId xmlns:p14="http://schemas.microsoft.com/office/powerpoint/2010/main" val="3576346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012E4994-DF02-EC29-57FC-79BEBE9C2343}"/>
              </a:ext>
            </a:extLst>
          </p:cNvPr>
          <p:cNvPicPr>
            <a:picLocks noChangeAspect="1"/>
          </p:cNvPicPr>
          <p:nvPr/>
        </p:nvPicPr>
        <p:blipFill>
          <a:blip r:embed="rId2"/>
          <a:stretch>
            <a:fillRect/>
          </a:stretch>
        </p:blipFill>
        <p:spPr>
          <a:xfrm>
            <a:off x="478401" y="388517"/>
            <a:ext cx="5111238" cy="2183233"/>
          </a:xfrm>
          <a:prstGeom prst="rect">
            <a:avLst/>
          </a:prstGeom>
        </p:spPr>
      </p:pic>
      <p:pic>
        <p:nvPicPr>
          <p:cNvPr id="4" name="Imagem 3" descr="Seu primeiro código de Machine Learning com Python - Didática Tech">
            <a:extLst>
              <a:ext uri="{FF2B5EF4-FFF2-40B4-BE49-F238E27FC236}">
                <a16:creationId xmlns:a16="http://schemas.microsoft.com/office/drawing/2014/main" id="{5F64E9AE-2223-D641-093C-5EBF322E740F}"/>
              </a:ext>
            </a:extLst>
          </p:cNvPr>
          <p:cNvPicPr>
            <a:picLocks noChangeAspect="1"/>
          </p:cNvPicPr>
          <p:nvPr/>
        </p:nvPicPr>
        <p:blipFill>
          <a:blip r:embed="rId3"/>
          <a:stretch>
            <a:fillRect/>
          </a:stretch>
        </p:blipFill>
        <p:spPr>
          <a:xfrm>
            <a:off x="3893574" y="2697111"/>
            <a:ext cx="4779941" cy="2360296"/>
          </a:xfrm>
          <a:prstGeom prst="rect">
            <a:avLst/>
          </a:prstGeom>
        </p:spPr>
      </p:pic>
    </p:spTree>
    <p:extLst>
      <p:ext uri="{BB962C8B-B14F-4D97-AF65-F5344CB8AC3E}">
        <p14:creationId xmlns:p14="http://schemas.microsoft.com/office/powerpoint/2010/main" val="38490587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1" name="Google Shape;761;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r>
              <a:rPr lang="en" sz="2500" dirty="0">
                <a:solidFill>
                  <a:srgbClr val="FFFFFF"/>
                </a:solidFill>
              </a:rPr>
              <a:t>Processamento de Imagens</a:t>
            </a:r>
          </a:p>
        </p:txBody>
      </p:sp>
      <p:sp>
        <p:nvSpPr>
          <p:cNvPr id="22" name="CaixaDeTexto 21">
            <a:extLst>
              <a:ext uri="{FF2B5EF4-FFF2-40B4-BE49-F238E27FC236}">
                <a16:creationId xmlns:a16="http://schemas.microsoft.com/office/drawing/2014/main" id="{AFA06ABD-B53D-F75F-EB80-32EDC9C5530A}"/>
              </a:ext>
            </a:extLst>
          </p:cNvPr>
          <p:cNvSpPr txBox="1"/>
          <p:nvPr/>
        </p:nvSpPr>
        <p:spPr>
          <a:xfrm>
            <a:off x="1408470" y="1533832"/>
            <a:ext cx="2857359" cy="1200329"/>
          </a:xfrm>
          <a:prstGeom prst="rect">
            <a:avLst/>
          </a:prstGeom>
          <a:noFill/>
        </p:spPr>
        <p:txBody>
          <a:bodyPr wrap="square" rtlCol="0">
            <a:spAutoFit/>
          </a:bodyPr>
          <a:lstStyle/>
          <a:p>
            <a:r>
              <a:rPr lang="pt-BR" sz="1200" b="0" i="0" dirty="0">
                <a:solidFill>
                  <a:schemeClr val="tx1"/>
                </a:solidFill>
                <a:effectLst/>
                <a:latin typeface="Hanken Grotesk" pitchFamily="2" charset="0"/>
              </a:rPr>
              <a:t>Processamento de imagens é o campo da ciência da computação que se concentra na análise, manipulação e interpretação de imagens digitais por meio de algoritmos e técnicas computacionais</a:t>
            </a:r>
            <a:endParaRPr lang="pt-BR" sz="1050" dirty="0">
              <a:solidFill>
                <a:schemeClr val="tx1"/>
              </a:solidFill>
              <a:latin typeface="Hanken Grotesk" pitchFamily="2" charset="0"/>
            </a:endParaRPr>
          </a:p>
        </p:txBody>
      </p:sp>
      <p:sp>
        <p:nvSpPr>
          <p:cNvPr id="23" name="CaixaDeTexto 22">
            <a:extLst>
              <a:ext uri="{FF2B5EF4-FFF2-40B4-BE49-F238E27FC236}">
                <a16:creationId xmlns:a16="http://schemas.microsoft.com/office/drawing/2014/main" id="{53D3081A-FFDA-B93B-C677-B3CC06DA6C54}"/>
              </a:ext>
            </a:extLst>
          </p:cNvPr>
          <p:cNvSpPr txBox="1"/>
          <p:nvPr/>
        </p:nvSpPr>
        <p:spPr>
          <a:xfrm>
            <a:off x="6219116" y="1533557"/>
            <a:ext cx="2637290" cy="1384995"/>
          </a:xfrm>
          <a:prstGeom prst="rect">
            <a:avLst/>
          </a:prstGeom>
          <a:noFill/>
        </p:spPr>
        <p:txBody>
          <a:bodyPr wrap="square" rtlCol="0">
            <a:spAutoFit/>
          </a:bodyPr>
          <a:lstStyle/>
          <a:p>
            <a:r>
              <a:rPr lang="pt-BR" sz="1200" dirty="0">
                <a:solidFill>
                  <a:schemeClr val="tx1"/>
                </a:solidFill>
                <a:latin typeface="Hanken Grotesk" pitchFamily="2" charset="0"/>
              </a:rPr>
              <a:t>Principais frameworks e bibliotecas Python para processamento de imagens incluem </a:t>
            </a:r>
            <a:r>
              <a:rPr lang="pt-BR" sz="1200" dirty="0" err="1">
                <a:solidFill>
                  <a:schemeClr val="tx1"/>
                </a:solidFill>
                <a:latin typeface="Hanken Grotesk" pitchFamily="2" charset="0"/>
              </a:rPr>
              <a:t>OpenCV</a:t>
            </a:r>
            <a:r>
              <a:rPr lang="pt-BR" sz="1200" dirty="0">
                <a:solidFill>
                  <a:schemeClr val="tx1"/>
                </a:solidFill>
                <a:latin typeface="Hanken Grotesk" pitchFamily="2" charset="0"/>
              </a:rPr>
              <a:t>, </a:t>
            </a:r>
            <a:r>
              <a:rPr lang="pt-BR" sz="1200" dirty="0" err="1">
                <a:solidFill>
                  <a:schemeClr val="tx1"/>
                </a:solidFill>
                <a:latin typeface="Hanken Grotesk" pitchFamily="2" charset="0"/>
              </a:rPr>
              <a:t>scikit-image</a:t>
            </a:r>
            <a:r>
              <a:rPr lang="pt-BR" sz="1200" dirty="0">
                <a:solidFill>
                  <a:schemeClr val="tx1"/>
                </a:solidFill>
                <a:latin typeface="Hanken Grotesk" pitchFamily="2" charset="0"/>
              </a:rPr>
              <a:t> e </a:t>
            </a:r>
            <a:r>
              <a:rPr lang="pt-BR" sz="1200" dirty="0" err="1">
                <a:solidFill>
                  <a:schemeClr val="tx1"/>
                </a:solidFill>
                <a:latin typeface="Hanken Grotesk" pitchFamily="2" charset="0"/>
              </a:rPr>
              <a:t>Pillow</a:t>
            </a:r>
            <a:r>
              <a:rPr lang="pt-BR" sz="1200" dirty="0">
                <a:solidFill>
                  <a:schemeClr val="tx1"/>
                </a:solidFill>
                <a:latin typeface="Hanken Grotesk" pitchFamily="2" charset="0"/>
              </a:rPr>
              <a:t>, oferecendo ferramentas para manipulação, análise e processamento de imagens digitais.</a:t>
            </a:r>
          </a:p>
        </p:txBody>
      </p:sp>
      <p:sp>
        <p:nvSpPr>
          <p:cNvPr id="24" name="CaixaDeTexto 23">
            <a:extLst>
              <a:ext uri="{FF2B5EF4-FFF2-40B4-BE49-F238E27FC236}">
                <a16:creationId xmlns:a16="http://schemas.microsoft.com/office/drawing/2014/main" id="{6A9188C7-390D-982E-EE3F-54BD6194B490}"/>
              </a:ext>
            </a:extLst>
          </p:cNvPr>
          <p:cNvSpPr txBox="1"/>
          <p:nvPr/>
        </p:nvSpPr>
        <p:spPr>
          <a:xfrm>
            <a:off x="3328921" y="3162997"/>
            <a:ext cx="2643018" cy="1200329"/>
          </a:xfrm>
          <a:prstGeom prst="rect">
            <a:avLst/>
          </a:prstGeom>
          <a:noFill/>
        </p:spPr>
        <p:txBody>
          <a:bodyPr wrap="square" rtlCol="0">
            <a:spAutoFit/>
          </a:bodyPr>
          <a:lstStyle/>
          <a:p>
            <a:r>
              <a:rPr lang="pt-BR" sz="1200" dirty="0">
                <a:solidFill>
                  <a:schemeClr val="tx1"/>
                </a:solidFill>
                <a:latin typeface="Hanken Grotesk" pitchFamily="2" charset="0"/>
              </a:rPr>
              <a:t>Alguns exemplos de processamento de imagens incluem detecção de rostos em fotografias, segmentação de objetos em imagens médicas e reconhecimento de caracteres em documentos digitalizados</a:t>
            </a:r>
          </a:p>
        </p:txBody>
      </p:sp>
      <p:grpSp>
        <p:nvGrpSpPr>
          <p:cNvPr id="18" name="Google Shape;1262;p48">
            <a:extLst>
              <a:ext uri="{FF2B5EF4-FFF2-40B4-BE49-F238E27FC236}">
                <a16:creationId xmlns:a16="http://schemas.microsoft.com/office/drawing/2014/main" id="{0B54BEE5-E733-D244-573C-3397FB42033B}"/>
              </a:ext>
            </a:extLst>
          </p:cNvPr>
          <p:cNvGrpSpPr/>
          <p:nvPr/>
        </p:nvGrpSpPr>
        <p:grpSpPr>
          <a:xfrm>
            <a:off x="2837149" y="3128921"/>
            <a:ext cx="345125" cy="345150"/>
            <a:chOff x="997838" y="3797375"/>
            <a:chExt cx="345125" cy="345150"/>
          </a:xfrm>
        </p:grpSpPr>
        <p:sp>
          <p:nvSpPr>
            <p:cNvPr id="19" name="Google Shape;1263;p48">
              <a:extLst>
                <a:ext uri="{FF2B5EF4-FFF2-40B4-BE49-F238E27FC236}">
                  <a16:creationId xmlns:a16="http://schemas.microsoft.com/office/drawing/2014/main" id="{EF218871-1CDF-5B1E-3ABF-25AA05360A5A}"/>
                </a:ext>
              </a:extLst>
            </p:cNvPr>
            <p:cNvSpPr/>
            <p:nvPr/>
          </p:nvSpPr>
          <p:spPr>
            <a:xfrm>
              <a:off x="997838" y="3797375"/>
              <a:ext cx="345125" cy="345150"/>
            </a:xfrm>
            <a:custGeom>
              <a:avLst/>
              <a:gdLst/>
              <a:ahLst/>
              <a:cxnLst/>
              <a:rect l="l" t="t" r="r" b="b"/>
              <a:pathLst>
                <a:path w="13805" h="13806" extrusionOk="0">
                  <a:moveTo>
                    <a:pt x="6895" y="809"/>
                  </a:moveTo>
                  <a:cubicBezTo>
                    <a:pt x="8172" y="809"/>
                    <a:pt x="9199" y="1838"/>
                    <a:pt x="9199" y="3101"/>
                  </a:cubicBezTo>
                  <a:cubicBezTo>
                    <a:pt x="9199" y="3788"/>
                    <a:pt x="8896" y="4433"/>
                    <a:pt x="8357" y="4865"/>
                  </a:cubicBezTo>
                  <a:cubicBezTo>
                    <a:pt x="8018" y="5157"/>
                    <a:pt x="7785" y="5530"/>
                    <a:pt x="7715" y="5928"/>
                  </a:cubicBezTo>
                  <a:lnTo>
                    <a:pt x="7305" y="5928"/>
                  </a:lnTo>
                  <a:lnTo>
                    <a:pt x="7305" y="3813"/>
                  </a:lnTo>
                  <a:lnTo>
                    <a:pt x="7995" y="3123"/>
                  </a:lnTo>
                  <a:cubicBezTo>
                    <a:pt x="8158" y="2960"/>
                    <a:pt x="8158" y="2702"/>
                    <a:pt x="7995" y="2551"/>
                  </a:cubicBezTo>
                  <a:cubicBezTo>
                    <a:pt x="7919" y="2468"/>
                    <a:pt x="7817" y="2427"/>
                    <a:pt x="7713" y="2427"/>
                  </a:cubicBezTo>
                  <a:cubicBezTo>
                    <a:pt x="7609" y="2427"/>
                    <a:pt x="7504" y="2468"/>
                    <a:pt x="7423" y="2551"/>
                  </a:cubicBezTo>
                  <a:lnTo>
                    <a:pt x="6895" y="3064"/>
                  </a:lnTo>
                  <a:lnTo>
                    <a:pt x="6382" y="2551"/>
                  </a:lnTo>
                  <a:cubicBezTo>
                    <a:pt x="6304" y="2473"/>
                    <a:pt x="6197" y="2430"/>
                    <a:pt x="6089" y="2430"/>
                  </a:cubicBezTo>
                  <a:cubicBezTo>
                    <a:pt x="6003" y="2430"/>
                    <a:pt x="5917" y="2457"/>
                    <a:pt x="5843" y="2514"/>
                  </a:cubicBezTo>
                  <a:cubicBezTo>
                    <a:pt x="5647" y="2666"/>
                    <a:pt x="5633" y="2946"/>
                    <a:pt x="5810" y="3123"/>
                  </a:cubicBezTo>
                  <a:lnTo>
                    <a:pt x="6500" y="3813"/>
                  </a:lnTo>
                  <a:lnTo>
                    <a:pt x="6500" y="5928"/>
                  </a:lnTo>
                  <a:lnTo>
                    <a:pt x="6090" y="5928"/>
                  </a:lnTo>
                  <a:cubicBezTo>
                    <a:pt x="6020" y="5530"/>
                    <a:pt x="5787" y="5157"/>
                    <a:pt x="5448" y="4865"/>
                  </a:cubicBezTo>
                  <a:cubicBezTo>
                    <a:pt x="4909" y="4433"/>
                    <a:pt x="4606" y="3788"/>
                    <a:pt x="4606" y="3101"/>
                  </a:cubicBezTo>
                  <a:cubicBezTo>
                    <a:pt x="4606" y="1838"/>
                    <a:pt x="5633" y="809"/>
                    <a:pt x="6895" y="809"/>
                  </a:cubicBezTo>
                  <a:close/>
                  <a:moveTo>
                    <a:pt x="7681" y="6748"/>
                  </a:moveTo>
                  <a:lnTo>
                    <a:pt x="7681" y="7412"/>
                  </a:lnTo>
                  <a:cubicBezTo>
                    <a:pt x="7681" y="7494"/>
                    <a:pt x="7622" y="7553"/>
                    <a:pt x="7552" y="7553"/>
                  </a:cubicBezTo>
                  <a:lnTo>
                    <a:pt x="6253" y="7553"/>
                  </a:lnTo>
                  <a:cubicBezTo>
                    <a:pt x="6183" y="7553"/>
                    <a:pt x="6124" y="7494"/>
                    <a:pt x="6124" y="7412"/>
                  </a:cubicBezTo>
                  <a:lnTo>
                    <a:pt x="6124" y="6748"/>
                  </a:lnTo>
                  <a:close/>
                  <a:moveTo>
                    <a:pt x="12857" y="3507"/>
                  </a:moveTo>
                  <a:cubicBezTo>
                    <a:pt x="12941" y="3507"/>
                    <a:pt x="12997" y="3566"/>
                    <a:pt x="12997" y="3637"/>
                  </a:cubicBezTo>
                  <a:lnTo>
                    <a:pt x="12997" y="9166"/>
                  </a:lnTo>
                  <a:lnTo>
                    <a:pt x="808" y="9166"/>
                  </a:lnTo>
                  <a:lnTo>
                    <a:pt x="808" y="3637"/>
                  </a:lnTo>
                  <a:cubicBezTo>
                    <a:pt x="808" y="3566"/>
                    <a:pt x="864" y="3507"/>
                    <a:pt x="948" y="3507"/>
                  </a:cubicBezTo>
                  <a:lnTo>
                    <a:pt x="3824" y="3507"/>
                  </a:lnTo>
                  <a:cubicBezTo>
                    <a:pt x="3927" y="4279"/>
                    <a:pt x="4315" y="4994"/>
                    <a:pt x="4921" y="5496"/>
                  </a:cubicBezTo>
                  <a:cubicBezTo>
                    <a:pt x="5167" y="5696"/>
                    <a:pt x="5308" y="5976"/>
                    <a:pt x="5308" y="6257"/>
                  </a:cubicBezTo>
                  <a:lnTo>
                    <a:pt x="5308" y="7412"/>
                  </a:lnTo>
                  <a:cubicBezTo>
                    <a:pt x="5308" y="7940"/>
                    <a:pt x="5740" y="8361"/>
                    <a:pt x="6253" y="8361"/>
                  </a:cubicBezTo>
                  <a:lnTo>
                    <a:pt x="7527" y="8361"/>
                  </a:lnTo>
                  <a:cubicBezTo>
                    <a:pt x="8043" y="8361"/>
                    <a:pt x="8464" y="7940"/>
                    <a:pt x="8464" y="7412"/>
                  </a:cubicBezTo>
                  <a:lnTo>
                    <a:pt x="8464" y="6257"/>
                  </a:lnTo>
                  <a:cubicBezTo>
                    <a:pt x="8464" y="5976"/>
                    <a:pt x="8604" y="5696"/>
                    <a:pt x="8848" y="5496"/>
                  </a:cubicBezTo>
                  <a:cubicBezTo>
                    <a:pt x="9457" y="4994"/>
                    <a:pt x="9855" y="4279"/>
                    <a:pt x="9948" y="3507"/>
                  </a:cubicBezTo>
                  <a:close/>
                  <a:moveTo>
                    <a:pt x="12997" y="9974"/>
                  </a:moveTo>
                  <a:lnTo>
                    <a:pt x="12997" y="10650"/>
                  </a:lnTo>
                  <a:cubicBezTo>
                    <a:pt x="12997" y="10720"/>
                    <a:pt x="12941" y="10790"/>
                    <a:pt x="12857" y="10790"/>
                  </a:cubicBezTo>
                  <a:lnTo>
                    <a:pt x="948" y="10790"/>
                  </a:lnTo>
                  <a:cubicBezTo>
                    <a:pt x="864" y="10790"/>
                    <a:pt x="808" y="10720"/>
                    <a:pt x="808" y="10650"/>
                  </a:cubicBezTo>
                  <a:lnTo>
                    <a:pt x="808" y="9974"/>
                  </a:lnTo>
                  <a:close/>
                  <a:moveTo>
                    <a:pt x="8194" y="11598"/>
                  </a:moveTo>
                  <a:lnTo>
                    <a:pt x="8534" y="13001"/>
                  </a:lnTo>
                  <a:lnTo>
                    <a:pt x="5249" y="13001"/>
                  </a:lnTo>
                  <a:lnTo>
                    <a:pt x="5588" y="11598"/>
                  </a:lnTo>
                  <a:close/>
                  <a:moveTo>
                    <a:pt x="6895" y="1"/>
                  </a:moveTo>
                  <a:cubicBezTo>
                    <a:pt x="5330" y="1"/>
                    <a:pt x="4020" y="1182"/>
                    <a:pt x="3824" y="2702"/>
                  </a:cubicBezTo>
                  <a:lnTo>
                    <a:pt x="948" y="2702"/>
                  </a:lnTo>
                  <a:cubicBezTo>
                    <a:pt x="421" y="2702"/>
                    <a:pt x="0" y="3123"/>
                    <a:pt x="0" y="3637"/>
                  </a:cubicBezTo>
                  <a:lnTo>
                    <a:pt x="0" y="10650"/>
                  </a:lnTo>
                  <a:cubicBezTo>
                    <a:pt x="0" y="11177"/>
                    <a:pt x="421" y="11598"/>
                    <a:pt x="948" y="11598"/>
                  </a:cubicBezTo>
                  <a:lnTo>
                    <a:pt x="4769" y="11598"/>
                  </a:lnTo>
                  <a:lnTo>
                    <a:pt x="4430" y="13001"/>
                  </a:lnTo>
                  <a:lnTo>
                    <a:pt x="3669" y="13001"/>
                  </a:lnTo>
                  <a:cubicBezTo>
                    <a:pt x="3459" y="13001"/>
                    <a:pt x="3274" y="13152"/>
                    <a:pt x="3249" y="13351"/>
                  </a:cubicBezTo>
                  <a:cubicBezTo>
                    <a:pt x="3226" y="13595"/>
                    <a:pt x="3414" y="13806"/>
                    <a:pt x="3658" y="13806"/>
                  </a:cubicBezTo>
                  <a:lnTo>
                    <a:pt x="10110" y="13806"/>
                  </a:lnTo>
                  <a:cubicBezTo>
                    <a:pt x="10321" y="13806"/>
                    <a:pt x="10509" y="13654"/>
                    <a:pt x="10531" y="13444"/>
                  </a:cubicBezTo>
                  <a:cubicBezTo>
                    <a:pt x="10556" y="13200"/>
                    <a:pt x="10368" y="13001"/>
                    <a:pt x="10122" y="13001"/>
                  </a:cubicBezTo>
                  <a:lnTo>
                    <a:pt x="9364" y="13001"/>
                  </a:lnTo>
                  <a:lnTo>
                    <a:pt x="9025" y="11598"/>
                  </a:lnTo>
                  <a:lnTo>
                    <a:pt x="12857" y="11598"/>
                  </a:lnTo>
                  <a:cubicBezTo>
                    <a:pt x="13384" y="11598"/>
                    <a:pt x="13805" y="11177"/>
                    <a:pt x="13805" y="10650"/>
                  </a:cubicBezTo>
                  <a:lnTo>
                    <a:pt x="13805" y="3637"/>
                  </a:lnTo>
                  <a:cubicBezTo>
                    <a:pt x="13805" y="3123"/>
                    <a:pt x="13384" y="2702"/>
                    <a:pt x="12857" y="2702"/>
                  </a:cubicBezTo>
                  <a:lnTo>
                    <a:pt x="9970" y="2702"/>
                  </a:lnTo>
                  <a:cubicBezTo>
                    <a:pt x="9771" y="1182"/>
                    <a:pt x="8475" y="1"/>
                    <a:pt x="68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0" name="Google Shape;1264;p48">
              <a:extLst>
                <a:ext uri="{FF2B5EF4-FFF2-40B4-BE49-F238E27FC236}">
                  <a16:creationId xmlns:a16="http://schemas.microsoft.com/office/drawing/2014/main" id="{E3F92319-E712-FDF3-C4E5-F6C8EE4A26B2}"/>
                </a:ext>
              </a:extLst>
            </p:cNvPr>
            <p:cNvSpPr/>
            <p:nvPr/>
          </p:nvSpPr>
          <p:spPr>
            <a:xfrm>
              <a:off x="1259638" y="3810725"/>
              <a:ext cx="40700" cy="30375"/>
            </a:xfrm>
            <a:custGeom>
              <a:avLst/>
              <a:gdLst/>
              <a:ahLst/>
              <a:cxnLst/>
              <a:rect l="l" t="t" r="r" b="b"/>
              <a:pathLst>
                <a:path w="1628" h="1215" extrusionOk="0">
                  <a:moveTo>
                    <a:pt x="1165" y="1"/>
                  </a:moveTo>
                  <a:cubicBezTo>
                    <a:pt x="1096" y="1"/>
                    <a:pt x="1025" y="18"/>
                    <a:pt x="960" y="53"/>
                  </a:cubicBezTo>
                  <a:lnTo>
                    <a:pt x="258" y="463"/>
                  </a:lnTo>
                  <a:cubicBezTo>
                    <a:pt x="70" y="567"/>
                    <a:pt x="0" y="825"/>
                    <a:pt x="118" y="1010"/>
                  </a:cubicBezTo>
                  <a:cubicBezTo>
                    <a:pt x="190" y="1144"/>
                    <a:pt x="324" y="1214"/>
                    <a:pt x="465" y="1214"/>
                  </a:cubicBezTo>
                  <a:cubicBezTo>
                    <a:pt x="533" y="1214"/>
                    <a:pt x="603" y="1198"/>
                    <a:pt x="668" y="1164"/>
                  </a:cubicBezTo>
                  <a:lnTo>
                    <a:pt x="1369" y="754"/>
                  </a:lnTo>
                  <a:cubicBezTo>
                    <a:pt x="1557" y="648"/>
                    <a:pt x="1627" y="393"/>
                    <a:pt x="1510" y="205"/>
                  </a:cubicBezTo>
                  <a:cubicBezTo>
                    <a:pt x="1438" y="71"/>
                    <a:pt x="1305" y="1"/>
                    <a:pt x="11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5" name="Google Shape;1265;p48">
              <a:extLst>
                <a:ext uri="{FF2B5EF4-FFF2-40B4-BE49-F238E27FC236}">
                  <a16:creationId xmlns:a16="http://schemas.microsoft.com/office/drawing/2014/main" id="{0A75FC2F-75D4-0FE1-AFC2-3016BA3DD5F6}"/>
                </a:ext>
              </a:extLst>
            </p:cNvPr>
            <p:cNvSpPr/>
            <p:nvPr/>
          </p:nvSpPr>
          <p:spPr>
            <a:xfrm>
              <a:off x="1259638" y="3908500"/>
              <a:ext cx="40700" cy="30325"/>
            </a:xfrm>
            <a:custGeom>
              <a:avLst/>
              <a:gdLst/>
              <a:ahLst/>
              <a:cxnLst/>
              <a:rect l="l" t="t" r="r" b="b"/>
              <a:pathLst>
                <a:path w="1628" h="1213" extrusionOk="0">
                  <a:moveTo>
                    <a:pt x="460" y="1"/>
                  </a:moveTo>
                  <a:cubicBezTo>
                    <a:pt x="321" y="1"/>
                    <a:pt x="189" y="73"/>
                    <a:pt x="118" y="199"/>
                  </a:cubicBezTo>
                  <a:cubicBezTo>
                    <a:pt x="0" y="395"/>
                    <a:pt x="70" y="642"/>
                    <a:pt x="258" y="760"/>
                  </a:cubicBezTo>
                  <a:lnTo>
                    <a:pt x="960" y="1155"/>
                  </a:lnTo>
                  <a:cubicBezTo>
                    <a:pt x="1026" y="1195"/>
                    <a:pt x="1098" y="1213"/>
                    <a:pt x="1168" y="1213"/>
                  </a:cubicBezTo>
                  <a:cubicBezTo>
                    <a:pt x="1307" y="1213"/>
                    <a:pt x="1439" y="1140"/>
                    <a:pt x="1510" y="1015"/>
                  </a:cubicBezTo>
                  <a:cubicBezTo>
                    <a:pt x="1627" y="816"/>
                    <a:pt x="1557" y="572"/>
                    <a:pt x="1369" y="454"/>
                  </a:cubicBezTo>
                  <a:lnTo>
                    <a:pt x="668" y="58"/>
                  </a:lnTo>
                  <a:cubicBezTo>
                    <a:pt x="601" y="19"/>
                    <a:pt x="530" y="1"/>
                    <a:pt x="4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6" name="Google Shape;1266;p48">
              <a:extLst>
                <a:ext uri="{FF2B5EF4-FFF2-40B4-BE49-F238E27FC236}">
                  <a16:creationId xmlns:a16="http://schemas.microsoft.com/office/drawing/2014/main" id="{AD3C469A-ABA2-B4C2-2BED-6CFA528DFEEF}"/>
                </a:ext>
              </a:extLst>
            </p:cNvPr>
            <p:cNvSpPr/>
            <p:nvPr/>
          </p:nvSpPr>
          <p:spPr>
            <a:xfrm>
              <a:off x="1039913" y="3810725"/>
              <a:ext cx="40625" cy="30375"/>
            </a:xfrm>
            <a:custGeom>
              <a:avLst/>
              <a:gdLst/>
              <a:ahLst/>
              <a:cxnLst/>
              <a:rect l="l" t="t" r="r" b="b"/>
              <a:pathLst>
                <a:path w="1625" h="1215" extrusionOk="0">
                  <a:moveTo>
                    <a:pt x="462" y="1"/>
                  </a:moveTo>
                  <a:cubicBezTo>
                    <a:pt x="321" y="1"/>
                    <a:pt x="188" y="71"/>
                    <a:pt x="118" y="205"/>
                  </a:cubicBezTo>
                  <a:cubicBezTo>
                    <a:pt x="0" y="393"/>
                    <a:pt x="70" y="648"/>
                    <a:pt x="258" y="754"/>
                  </a:cubicBezTo>
                  <a:lnTo>
                    <a:pt x="960" y="1164"/>
                  </a:lnTo>
                  <a:cubicBezTo>
                    <a:pt x="1025" y="1198"/>
                    <a:pt x="1094" y="1214"/>
                    <a:pt x="1163" y="1214"/>
                  </a:cubicBezTo>
                  <a:cubicBezTo>
                    <a:pt x="1303" y="1214"/>
                    <a:pt x="1438" y="1144"/>
                    <a:pt x="1509" y="1010"/>
                  </a:cubicBezTo>
                  <a:cubicBezTo>
                    <a:pt x="1624" y="825"/>
                    <a:pt x="1554" y="567"/>
                    <a:pt x="1369" y="463"/>
                  </a:cubicBezTo>
                  <a:lnTo>
                    <a:pt x="668" y="53"/>
                  </a:lnTo>
                  <a:cubicBezTo>
                    <a:pt x="602" y="18"/>
                    <a:pt x="531" y="1"/>
                    <a:pt x="4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7" name="Google Shape;1267;p48">
              <a:extLst>
                <a:ext uri="{FF2B5EF4-FFF2-40B4-BE49-F238E27FC236}">
                  <a16:creationId xmlns:a16="http://schemas.microsoft.com/office/drawing/2014/main" id="{920B11F5-667A-0841-4418-3972740DA3C1}"/>
                </a:ext>
              </a:extLst>
            </p:cNvPr>
            <p:cNvSpPr/>
            <p:nvPr/>
          </p:nvSpPr>
          <p:spPr>
            <a:xfrm>
              <a:off x="1039913" y="3908500"/>
              <a:ext cx="40625" cy="30325"/>
            </a:xfrm>
            <a:custGeom>
              <a:avLst/>
              <a:gdLst/>
              <a:ahLst/>
              <a:cxnLst/>
              <a:rect l="l" t="t" r="r" b="b"/>
              <a:pathLst>
                <a:path w="1625" h="1213" extrusionOk="0">
                  <a:moveTo>
                    <a:pt x="1168" y="1"/>
                  </a:moveTo>
                  <a:cubicBezTo>
                    <a:pt x="1098" y="1"/>
                    <a:pt x="1026" y="19"/>
                    <a:pt x="960" y="58"/>
                  </a:cubicBezTo>
                  <a:lnTo>
                    <a:pt x="258" y="454"/>
                  </a:lnTo>
                  <a:cubicBezTo>
                    <a:pt x="70" y="572"/>
                    <a:pt x="0" y="816"/>
                    <a:pt x="118" y="1015"/>
                  </a:cubicBezTo>
                  <a:cubicBezTo>
                    <a:pt x="187" y="1140"/>
                    <a:pt x="320" y="1213"/>
                    <a:pt x="459" y="1213"/>
                  </a:cubicBezTo>
                  <a:cubicBezTo>
                    <a:pt x="529" y="1213"/>
                    <a:pt x="601" y="1195"/>
                    <a:pt x="668" y="1155"/>
                  </a:cubicBezTo>
                  <a:lnTo>
                    <a:pt x="1369" y="760"/>
                  </a:lnTo>
                  <a:cubicBezTo>
                    <a:pt x="1554" y="642"/>
                    <a:pt x="1624" y="395"/>
                    <a:pt x="1509" y="199"/>
                  </a:cubicBezTo>
                  <a:cubicBezTo>
                    <a:pt x="1438" y="73"/>
                    <a:pt x="1307" y="1"/>
                    <a:pt x="11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29" name="Google Shape;1457;p48">
            <a:extLst>
              <a:ext uri="{FF2B5EF4-FFF2-40B4-BE49-F238E27FC236}">
                <a16:creationId xmlns:a16="http://schemas.microsoft.com/office/drawing/2014/main" id="{823D0FA4-FEC2-CBB5-9A6F-69680D96A988}"/>
              </a:ext>
            </a:extLst>
          </p:cNvPr>
          <p:cNvGrpSpPr/>
          <p:nvPr/>
        </p:nvGrpSpPr>
        <p:grpSpPr>
          <a:xfrm>
            <a:off x="5654564" y="1533557"/>
            <a:ext cx="317375" cy="345350"/>
            <a:chOff x="1011863" y="1545075"/>
            <a:chExt cx="317375" cy="345350"/>
          </a:xfrm>
        </p:grpSpPr>
        <p:sp>
          <p:nvSpPr>
            <p:cNvPr id="30" name="Google Shape;1458;p48">
              <a:extLst>
                <a:ext uri="{FF2B5EF4-FFF2-40B4-BE49-F238E27FC236}">
                  <a16:creationId xmlns:a16="http://schemas.microsoft.com/office/drawing/2014/main" id="{00B7C576-D452-3B5D-89AA-1C944A220CC9}"/>
                </a:ext>
              </a:extLst>
            </p:cNvPr>
            <p:cNvSpPr/>
            <p:nvPr/>
          </p:nvSpPr>
          <p:spPr>
            <a:xfrm>
              <a:off x="1011863" y="1545075"/>
              <a:ext cx="317375" cy="345350"/>
            </a:xfrm>
            <a:custGeom>
              <a:avLst/>
              <a:gdLst/>
              <a:ahLst/>
              <a:cxnLst/>
              <a:rect l="l" t="t" r="r" b="b"/>
              <a:pathLst>
                <a:path w="12695" h="13814" extrusionOk="0">
                  <a:moveTo>
                    <a:pt x="5809" y="813"/>
                  </a:moveTo>
                  <a:cubicBezTo>
                    <a:pt x="5837" y="813"/>
                    <a:pt x="5864" y="813"/>
                    <a:pt x="5891" y="814"/>
                  </a:cubicBezTo>
                  <a:cubicBezTo>
                    <a:pt x="8593" y="862"/>
                    <a:pt x="10789" y="3154"/>
                    <a:pt x="10789" y="5841"/>
                  </a:cubicBezTo>
                  <a:lnTo>
                    <a:pt x="10789" y="6882"/>
                  </a:lnTo>
                  <a:cubicBezTo>
                    <a:pt x="10789" y="6963"/>
                    <a:pt x="10812" y="7033"/>
                    <a:pt x="10859" y="7103"/>
                  </a:cubicBezTo>
                  <a:lnTo>
                    <a:pt x="11679" y="8343"/>
                  </a:lnTo>
                  <a:lnTo>
                    <a:pt x="11011" y="8669"/>
                  </a:lnTo>
                  <a:cubicBezTo>
                    <a:pt x="10907" y="8728"/>
                    <a:pt x="10823" y="8834"/>
                    <a:pt x="10801" y="8963"/>
                  </a:cubicBezTo>
                  <a:lnTo>
                    <a:pt x="10649" y="9710"/>
                  </a:lnTo>
                  <a:lnTo>
                    <a:pt x="10122" y="9710"/>
                  </a:lnTo>
                  <a:cubicBezTo>
                    <a:pt x="9925" y="9710"/>
                    <a:pt x="9737" y="9861"/>
                    <a:pt x="9715" y="10071"/>
                  </a:cubicBezTo>
                  <a:cubicBezTo>
                    <a:pt x="9690" y="10318"/>
                    <a:pt x="9878" y="10517"/>
                    <a:pt x="10110" y="10517"/>
                  </a:cubicBezTo>
                  <a:lnTo>
                    <a:pt x="10498" y="10517"/>
                  </a:lnTo>
                  <a:lnTo>
                    <a:pt x="10402" y="11008"/>
                  </a:lnTo>
                  <a:cubicBezTo>
                    <a:pt x="10357" y="11194"/>
                    <a:pt x="10192" y="11323"/>
                    <a:pt x="10007" y="11323"/>
                  </a:cubicBezTo>
                  <a:lnTo>
                    <a:pt x="8183" y="11323"/>
                  </a:lnTo>
                  <a:cubicBezTo>
                    <a:pt x="7586" y="10492"/>
                    <a:pt x="6615" y="9979"/>
                    <a:pt x="5577" y="9979"/>
                  </a:cubicBezTo>
                  <a:lnTo>
                    <a:pt x="2702" y="9979"/>
                  </a:lnTo>
                  <a:cubicBezTo>
                    <a:pt x="1565" y="9067"/>
                    <a:pt x="819" y="7406"/>
                    <a:pt x="819" y="5807"/>
                  </a:cubicBezTo>
                  <a:cubicBezTo>
                    <a:pt x="819" y="3052"/>
                    <a:pt x="3053" y="813"/>
                    <a:pt x="5809" y="813"/>
                  </a:cubicBezTo>
                  <a:close/>
                  <a:moveTo>
                    <a:pt x="5577" y="10787"/>
                  </a:moveTo>
                  <a:cubicBezTo>
                    <a:pt x="6371" y="10787"/>
                    <a:pt x="7120" y="11194"/>
                    <a:pt x="7552" y="11850"/>
                  </a:cubicBezTo>
                  <a:lnTo>
                    <a:pt x="7552" y="12995"/>
                  </a:lnTo>
                  <a:lnTo>
                    <a:pt x="2968" y="12995"/>
                  </a:lnTo>
                  <a:lnTo>
                    <a:pt x="2968" y="10787"/>
                  </a:lnTo>
                  <a:close/>
                  <a:moveTo>
                    <a:pt x="5786" y="0"/>
                  </a:moveTo>
                  <a:cubicBezTo>
                    <a:pt x="5550" y="0"/>
                    <a:pt x="5312" y="14"/>
                    <a:pt x="5072" y="42"/>
                  </a:cubicBezTo>
                  <a:cubicBezTo>
                    <a:pt x="4045" y="171"/>
                    <a:pt x="3052" y="581"/>
                    <a:pt x="2233" y="1223"/>
                  </a:cubicBezTo>
                  <a:cubicBezTo>
                    <a:pt x="808" y="2357"/>
                    <a:pt x="0" y="4018"/>
                    <a:pt x="0" y="5807"/>
                  </a:cubicBezTo>
                  <a:cubicBezTo>
                    <a:pt x="0" y="6730"/>
                    <a:pt x="222" y="7676"/>
                    <a:pt x="631" y="8554"/>
                  </a:cubicBezTo>
                  <a:cubicBezTo>
                    <a:pt x="1018" y="9370"/>
                    <a:pt x="1543" y="10071"/>
                    <a:pt x="2163" y="10576"/>
                  </a:cubicBezTo>
                  <a:lnTo>
                    <a:pt x="2163" y="13404"/>
                  </a:lnTo>
                  <a:cubicBezTo>
                    <a:pt x="2163" y="13626"/>
                    <a:pt x="2337" y="13814"/>
                    <a:pt x="2573" y="13814"/>
                  </a:cubicBezTo>
                  <a:lnTo>
                    <a:pt x="7962" y="13814"/>
                  </a:lnTo>
                  <a:cubicBezTo>
                    <a:pt x="8183" y="13814"/>
                    <a:pt x="8357" y="13626"/>
                    <a:pt x="8357" y="13404"/>
                  </a:cubicBezTo>
                  <a:lnTo>
                    <a:pt x="8357" y="12142"/>
                  </a:lnTo>
                  <a:lnTo>
                    <a:pt x="9995" y="12142"/>
                  </a:lnTo>
                  <a:cubicBezTo>
                    <a:pt x="10568" y="12142"/>
                    <a:pt x="11070" y="11732"/>
                    <a:pt x="11188" y="11160"/>
                  </a:cubicBezTo>
                  <a:lnTo>
                    <a:pt x="11550" y="9314"/>
                  </a:lnTo>
                  <a:lnTo>
                    <a:pt x="12450" y="8857"/>
                  </a:lnTo>
                  <a:cubicBezTo>
                    <a:pt x="12554" y="8809"/>
                    <a:pt x="12635" y="8716"/>
                    <a:pt x="12660" y="8599"/>
                  </a:cubicBezTo>
                  <a:cubicBezTo>
                    <a:pt x="12694" y="8484"/>
                    <a:pt x="12672" y="8366"/>
                    <a:pt x="12613" y="8273"/>
                  </a:cubicBezTo>
                  <a:lnTo>
                    <a:pt x="11594" y="6753"/>
                  </a:lnTo>
                  <a:lnTo>
                    <a:pt x="11594" y="5841"/>
                  </a:lnTo>
                  <a:cubicBezTo>
                    <a:pt x="11594" y="4346"/>
                    <a:pt x="11033" y="2895"/>
                    <a:pt x="10007" y="1810"/>
                  </a:cubicBezTo>
                  <a:cubicBezTo>
                    <a:pt x="8896" y="648"/>
                    <a:pt x="7393" y="0"/>
                    <a:pt x="57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1" name="Google Shape;1459;p48">
              <a:extLst>
                <a:ext uri="{FF2B5EF4-FFF2-40B4-BE49-F238E27FC236}">
                  <a16:creationId xmlns:a16="http://schemas.microsoft.com/office/drawing/2014/main" id="{36F992B1-B909-011F-5456-C1EFD69E47D0}"/>
                </a:ext>
              </a:extLst>
            </p:cNvPr>
            <p:cNvSpPr/>
            <p:nvPr/>
          </p:nvSpPr>
          <p:spPr>
            <a:xfrm>
              <a:off x="1065363" y="1592275"/>
              <a:ext cx="183225" cy="182200"/>
            </a:xfrm>
            <a:custGeom>
              <a:avLst/>
              <a:gdLst/>
              <a:ahLst/>
              <a:cxnLst/>
              <a:rect l="l" t="t" r="r" b="b"/>
              <a:pathLst>
                <a:path w="7329" h="7288" extrusionOk="0">
                  <a:moveTo>
                    <a:pt x="5317" y="1616"/>
                  </a:moveTo>
                  <a:lnTo>
                    <a:pt x="5681" y="1989"/>
                  </a:lnTo>
                  <a:lnTo>
                    <a:pt x="5681" y="5297"/>
                  </a:lnTo>
                  <a:lnTo>
                    <a:pt x="5317" y="5659"/>
                  </a:lnTo>
                  <a:lnTo>
                    <a:pt x="2009" y="5659"/>
                  </a:lnTo>
                  <a:lnTo>
                    <a:pt x="1636" y="5297"/>
                  </a:lnTo>
                  <a:lnTo>
                    <a:pt x="1636" y="1989"/>
                  </a:lnTo>
                  <a:lnTo>
                    <a:pt x="2009" y="1616"/>
                  </a:lnTo>
                  <a:close/>
                  <a:moveTo>
                    <a:pt x="2047" y="1"/>
                  </a:moveTo>
                  <a:cubicBezTo>
                    <a:pt x="1822" y="1"/>
                    <a:pt x="1636" y="181"/>
                    <a:pt x="1636" y="413"/>
                  </a:cubicBezTo>
                  <a:lnTo>
                    <a:pt x="1636" y="867"/>
                  </a:lnTo>
                  <a:cubicBezTo>
                    <a:pt x="1614" y="878"/>
                    <a:pt x="1577" y="904"/>
                    <a:pt x="1555" y="926"/>
                  </a:cubicBezTo>
                  <a:lnTo>
                    <a:pt x="946" y="1535"/>
                  </a:lnTo>
                  <a:cubicBezTo>
                    <a:pt x="923" y="1557"/>
                    <a:pt x="898" y="1591"/>
                    <a:pt x="887" y="1616"/>
                  </a:cubicBezTo>
                  <a:lnTo>
                    <a:pt x="433" y="1616"/>
                  </a:lnTo>
                  <a:cubicBezTo>
                    <a:pt x="233" y="1616"/>
                    <a:pt x="45" y="1779"/>
                    <a:pt x="23" y="1978"/>
                  </a:cubicBezTo>
                  <a:cubicBezTo>
                    <a:pt x="1" y="2222"/>
                    <a:pt x="186" y="2433"/>
                    <a:pt x="433" y="2433"/>
                  </a:cubicBezTo>
                  <a:lnTo>
                    <a:pt x="828" y="2433"/>
                  </a:lnTo>
                  <a:lnTo>
                    <a:pt x="828" y="3240"/>
                  </a:lnTo>
                  <a:lnTo>
                    <a:pt x="433" y="3240"/>
                  </a:lnTo>
                  <a:cubicBezTo>
                    <a:pt x="233" y="3240"/>
                    <a:pt x="45" y="3392"/>
                    <a:pt x="23" y="3602"/>
                  </a:cubicBezTo>
                  <a:cubicBezTo>
                    <a:pt x="1" y="3835"/>
                    <a:pt x="186" y="4046"/>
                    <a:pt x="433" y="4046"/>
                  </a:cubicBezTo>
                  <a:lnTo>
                    <a:pt x="828" y="4046"/>
                  </a:lnTo>
                  <a:lnTo>
                    <a:pt x="828" y="4854"/>
                  </a:lnTo>
                  <a:lnTo>
                    <a:pt x="433" y="4854"/>
                  </a:lnTo>
                  <a:cubicBezTo>
                    <a:pt x="233" y="4854"/>
                    <a:pt x="45" y="5005"/>
                    <a:pt x="23" y="5215"/>
                  </a:cubicBezTo>
                  <a:cubicBezTo>
                    <a:pt x="1" y="5462"/>
                    <a:pt x="186" y="5659"/>
                    <a:pt x="433" y="5659"/>
                  </a:cubicBezTo>
                  <a:lnTo>
                    <a:pt x="887" y="5659"/>
                  </a:lnTo>
                  <a:cubicBezTo>
                    <a:pt x="898" y="5695"/>
                    <a:pt x="923" y="5718"/>
                    <a:pt x="946" y="5754"/>
                  </a:cubicBezTo>
                  <a:lnTo>
                    <a:pt x="1555" y="6360"/>
                  </a:lnTo>
                  <a:cubicBezTo>
                    <a:pt x="1577" y="6385"/>
                    <a:pt x="1614" y="6408"/>
                    <a:pt x="1636" y="6419"/>
                  </a:cubicBezTo>
                  <a:lnTo>
                    <a:pt x="1636" y="6865"/>
                  </a:lnTo>
                  <a:cubicBezTo>
                    <a:pt x="1636" y="7075"/>
                    <a:pt x="1788" y="7260"/>
                    <a:pt x="1998" y="7286"/>
                  </a:cubicBezTo>
                  <a:cubicBezTo>
                    <a:pt x="2011" y="7287"/>
                    <a:pt x="2025" y="7288"/>
                    <a:pt x="2038" y="7288"/>
                  </a:cubicBezTo>
                  <a:cubicBezTo>
                    <a:pt x="2267" y="7288"/>
                    <a:pt x="2455" y="7107"/>
                    <a:pt x="2455" y="6876"/>
                  </a:cubicBezTo>
                  <a:lnTo>
                    <a:pt x="2455" y="6478"/>
                  </a:lnTo>
                  <a:lnTo>
                    <a:pt x="3260" y="6478"/>
                  </a:lnTo>
                  <a:lnTo>
                    <a:pt x="3260" y="6865"/>
                  </a:lnTo>
                  <a:cubicBezTo>
                    <a:pt x="3260" y="7075"/>
                    <a:pt x="3412" y="7260"/>
                    <a:pt x="3611" y="7286"/>
                  </a:cubicBezTo>
                  <a:cubicBezTo>
                    <a:pt x="3624" y="7287"/>
                    <a:pt x="3638" y="7288"/>
                    <a:pt x="3651" y="7288"/>
                  </a:cubicBezTo>
                  <a:cubicBezTo>
                    <a:pt x="3880" y="7288"/>
                    <a:pt x="4068" y="7107"/>
                    <a:pt x="4068" y="6876"/>
                  </a:cubicBezTo>
                  <a:lnTo>
                    <a:pt x="4068" y="6478"/>
                  </a:lnTo>
                  <a:lnTo>
                    <a:pt x="4873" y="6478"/>
                  </a:lnTo>
                  <a:lnTo>
                    <a:pt x="4873" y="6865"/>
                  </a:lnTo>
                  <a:cubicBezTo>
                    <a:pt x="4873" y="7075"/>
                    <a:pt x="5025" y="7260"/>
                    <a:pt x="5235" y="7286"/>
                  </a:cubicBezTo>
                  <a:cubicBezTo>
                    <a:pt x="5249" y="7287"/>
                    <a:pt x="5262" y="7288"/>
                    <a:pt x="5275" y="7288"/>
                  </a:cubicBezTo>
                  <a:cubicBezTo>
                    <a:pt x="5503" y="7288"/>
                    <a:pt x="5681" y="7107"/>
                    <a:pt x="5681" y="6876"/>
                  </a:cubicBezTo>
                  <a:lnTo>
                    <a:pt x="5681" y="6419"/>
                  </a:lnTo>
                  <a:cubicBezTo>
                    <a:pt x="5715" y="6408"/>
                    <a:pt x="5737" y="6385"/>
                    <a:pt x="5774" y="6360"/>
                  </a:cubicBezTo>
                  <a:lnTo>
                    <a:pt x="6369" y="5754"/>
                  </a:lnTo>
                  <a:cubicBezTo>
                    <a:pt x="6405" y="5718"/>
                    <a:pt x="6416" y="5695"/>
                    <a:pt x="6439" y="5659"/>
                  </a:cubicBezTo>
                  <a:lnTo>
                    <a:pt x="6885" y="5659"/>
                  </a:lnTo>
                  <a:cubicBezTo>
                    <a:pt x="7095" y="5659"/>
                    <a:pt x="7280" y="5507"/>
                    <a:pt x="7306" y="5308"/>
                  </a:cubicBezTo>
                  <a:cubicBezTo>
                    <a:pt x="7328" y="5064"/>
                    <a:pt x="7140" y="4854"/>
                    <a:pt x="6896" y="4854"/>
                  </a:cubicBezTo>
                  <a:lnTo>
                    <a:pt x="6498" y="4854"/>
                  </a:lnTo>
                  <a:lnTo>
                    <a:pt x="6498" y="4046"/>
                  </a:lnTo>
                  <a:lnTo>
                    <a:pt x="6885" y="4046"/>
                  </a:lnTo>
                  <a:cubicBezTo>
                    <a:pt x="7095" y="4046"/>
                    <a:pt x="7280" y="3894"/>
                    <a:pt x="7306" y="3684"/>
                  </a:cubicBezTo>
                  <a:cubicBezTo>
                    <a:pt x="7328" y="3451"/>
                    <a:pt x="7140" y="3240"/>
                    <a:pt x="6896" y="3240"/>
                  </a:cubicBezTo>
                  <a:lnTo>
                    <a:pt x="6498" y="3240"/>
                  </a:lnTo>
                  <a:lnTo>
                    <a:pt x="6498" y="2433"/>
                  </a:lnTo>
                  <a:lnTo>
                    <a:pt x="6896" y="2433"/>
                  </a:lnTo>
                  <a:cubicBezTo>
                    <a:pt x="7140" y="2433"/>
                    <a:pt x="7328" y="2222"/>
                    <a:pt x="7306" y="1978"/>
                  </a:cubicBezTo>
                  <a:cubicBezTo>
                    <a:pt x="7280" y="1779"/>
                    <a:pt x="7095" y="1616"/>
                    <a:pt x="6885" y="1616"/>
                  </a:cubicBezTo>
                  <a:lnTo>
                    <a:pt x="6439" y="1616"/>
                  </a:lnTo>
                  <a:cubicBezTo>
                    <a:pt x="6416" y="1591"/>
                    <a:pt x="6405" y="1557"/>
                    <a:pt x="6369" y="1535"/>
                  </a:cubicBezTo>
                  <a:lnTo>
                    <a:pt x="5774" y="926"/>
                  </a:lnTo>
                  <a:cubicBezTo>
                    <a:pt x="5737" y="904"/>
                    <a:pt x="5715" y="878"/>
                    <a:pt x="5681" y="867"/>
                  </a:cubicBezTo>
                  <a:lnTo>
                    <a:pt x="5681" y="424"/>
                  </a:lnTo>
                  <a:cubicBezTo>
                    <a:pt x="5681" y="214"/>
                    <a:pt x="5527" y="26"/>
                    <a:pt x="5331" y="3"/>
                  </a:cubicBezTo>
                  <a:cubicBezTo>
                    <a:pt x="5316" y="2"/>
                    <a:pt x="5301" y="1"/>
                    <a:pt x="5286" y="1"/>
                  </a:cubicBezTo>
                  <a:cubicBezTo>
                    <a:pt x="5059" y="1"/>
                    <a:pt x="4873" y="181"/>
                    <a:pt x="4873" y="413"/>
                  </a:cubicBezTo>
                  <a:lnTo>
                    <a:pt x="4873" y="808"/>
                  </a:lnTo>
                  <a:lnTo>
                    <a:pt x="4068" y="808"/>
                  </a:lnTo>
                  <a:lnTo>
                    <a:pt x="4068" y="424"/>
                  </a:lnTo>
                  <a:cubicBezTo>
                    <a:pt x="4068" y="214"/>
                    <a:pt x="3914" y="26"/>
                    <a:pt x="3704" y="3"/>
                  </a:cubicBezTo>
                  <a:cubicBezTo>
                    <a:pt x="3689" y="2"/>
                    <a:pt x="3674" y="1"/>
                    <a:pt x="3660" y="1"/>
                  </a:cubicBezTo>
                  <a:cubicBezTo>
                    <a:pt x="3436" y="1"/>
                    <a:pt x="3260" y="181"/>
                    <a:pt x="3260" y="413"/>
                  </a:cubicBezTo>
                  <a:lnTo>
                    <a:pt x="3260" y="808"/>
                  </a:lnTo>
                  <a:lnTo>
                    <a:pt x="2455" y="808"/>
                  </a:lnTo>
                  <a:lnTo>
                    <a:pt x="2455" y="424"/>
                  </a:lnTo>
                  <a:cubicBezTo>
                    <a:pt x="2455" y="214"/>
                    <a:pt x="2301" y="26"/>
                    <a:pt x="2090" y="3"/>
                  </a:cubicBezTo>
                  <a:cubicBezTo>
                    <a:pt x="2076" y="2"/>
                    <a:pt x="2061" y="1"/>
                    <a:pt x="20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2" name="Google Shape;1460;p48">
              <a:extLst>
                <a:ext uri="{FF2B5EF4-FFF2-40B4-BE49-F238E27FC236}">
                  <a16:creationId xmlns:a16="http://schemas.microsoft.com/office/drawing/2014/main" id="{17C5F36C-AF0E-E6CB-5E25-5A50FBDD2755}"/>
                </a:ext>
              </a:extLst>
            </p:cNvPr>
            <p:cNvSpPr/>
            <p:nvPr/>
          </p:nvSpPr>
          <p:spPr>
            <a:xfrm>
              <a:off x="1126738" y="1653075"/>
              <a:ext cx="60750" cy="60825"/>
            </a:xfrm>
            <a:custGeom>
              <a:avLst/>
              <a:gdLst/>
              <a:ahLst/>
              <a:cxnLst/>
              <a:rect l="l" t="t" r="r" b="b"/>
              <a:pathLst>
                <a:path w="2430" h="2433" extrusionOk="0">
                  <a:moveTo>
                    <a:pt x="1215" y="820"/>
                  </a:moveTo>
                  <a:cubicBezTo>
                    <a:pt x="1437" y="820"/>
                    <a:pt x="1624" y="996"/>
                    <a:pt x="1624" y="1218"/>
                  </a:cubicBezTo>
                  <a:cubicBezTo>
                    <a:pt x="1624" y="1440"/>
                    <a:pt x="1437" y="1628"/>
                    <a:pt x="1215" y="1628"/>
                  </a:cubicBezTo>
                  <a:cubicBezTo>
                    <a:pt x="993" y="1628"/>
                    <a:pt x="817" y="1440"/>
                    <a:pt x="817" y="1218"/>
                  </a:cubicBezTo>
                  <a:cubicBezTo>
                    <a:pt x="817" y="996"/>
                    <a:pt x="993" y="820"/>
                    <a:pt x="1215" y="820"/>
                  </a:cubicBezTo>
                  <a:close/>
                  <a:moveTo>
                    <a:pt x="1215" y="1"/>
                  </a:moveTo>
                  <a:cubicBezTo>
                    <a:pt x="547" y="1"/>
                    <a:pt x="0" y="550"/>
                    <a:pt x="0" y="1218"/>
                  </a:cubicBezTo>
                  <a:cubicBezTo>
                    <a:pt x="0" y="1883"/>
                    <a:pt x="547" y="2433"/>
                    <a:pt x="1215" y="2433"/>
                  </a:cubicBezTo>
                  <a:cubicBezTo>
                    <a:pt x="1880" y="2433"/>
                    <a:pt x="2430" y="1883"/>
                    <a:pt x="2430" y="1218"/>
                  </a:cubicBezTo>
                  <a:cubicBezTo>
                    <a:pt x="2430" y="550"/>
                    <a:pt x="1880" y="1"/>
                    <a:pt x="12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33" name="Google Shape;1447;p48">
            <a:extLst>
              <a:ext uri="{FF2B5EF4-FFF2-40B4-BE49-F238E27FC236}">
                <a16:creationId xmlns:a16="http://schemas.microsoft.com/office/drawing/2014/main" id="{66914834-23F9-90D8-2711-D863266DBE9E}"/>
              </a:ext>
            </a:extLst>
          </p:cNvPr>
          <p:cNvGrpSpPr/>
          <p:nvPr/>
        </p:nvGrpSpPr>
        <p:grpSpPr>
          <a:xfrm>
            <a:off x="982670" y="1533832"/>
            <a:ext cx="345150" cy="345075"/>
            <a:chOff x="3269563" y="2118050"/>
            <a:chExt cx="345150" cy="345075"/>
          </a:xfrm>
        </p:grpSpPr>
        <p:sp>
          <p:nvSpPr>
            <p:cNvPr id="34" name="Google Shape;1448;p48">
              <a:extLst>
                <a:ext uri="{FF2B5EF4-FFF2-40B4-BE49-F238E27FC236}">
                  <a16:creationId xmlns:a16="http://schemas.microsoft.com/office/drawing/2014/main" id="{65BB2F0C-A3E6-7425-507F-D79FFB562955}"/>
                </a:ext>
              </a:extLst>
            </p:cNvPr>
            <p:cNvSpPr/>
            <p:nvPr/>
          </p:nvSpPr>
          <p:spPr>
            <a:xfrm>
              <a:off x="3324213" y="2118050"/>
              <a:ext cx="235800" cy="345075"/>
            </a:xfrm>
            <a:custGeom>
              <a:avLst/>
              <a:gdLst/>
              <a:ahLst/>
              <a:cxnLst/>
              <a:rect l="l" t="t" r="r" b="b"/>
              <a:pathLst>
                <a:path w="9432" h="13803" extrusionOk="0">
                  <a:moveTo>
                    <a:pt x="4710" y="806"/>
                  </a:moveTo>
                  <a:cubicBezTo>
                    <a:pt x="6873" y="806"/>
                    <a:pt x="8627" y="2559"/>
                    <a:pt x="8627" y="4711"/>
                  </a:cubicBezTo>
                  <a:cubicBezTo>
                    <a:pt x="8627" y="5833"/>
                    <a:pt x="8147" y="6896"/>
                    <a:pt x="7305" y="7631"/>
                  </a:cubicBezTo>
                  <a:cubicBezTo>
                    <a:pt x="6697" y="8170"/>
                    <a:pt x="6324" y="8908"/>
                    <a:pt x="6220" y="9701"/>
                  </a:cubicBezTo>
                  <a:lnTo>
                    <a:pt x="3204" y="9701"/>
                  </a:lnTo>
                  <a:cubicBezTo>
                    <a:pt x="3109" y="8908"/>
                    <a:pt x="2724" y="8170"/>
                    <a:pt x="2127" y="7631"/>
                  </a:cubicBezTo>
                  <a:cubicBezTo>
                    <a:pt x="1285" y="6896"/>
                    <a:pt x="805" y="5833"/>
                    <a:pt x="805" y="4711"/>
                  </a:cubicBezTo>
                  <a:cubicBezTo>
                    <a:pt x="805" y="2559"/>
                    <a:pt x="2559" y="806"/>
                    <a:pt x="4710" y="806"/>
                  </a:cubicBezTo>
                  <a:close/>
                  <a:moveTo>
                    <a:pt x="6194" y="10507"/>
                  </a:moveTo>
                  <a:lnTo>
                    <a:pt x="6194" y="11244"/>
                  </a:lnTo>
                  <a:cubicBezTo>
                    <a:pt x="6194" y="11315"/>
                    <a:pt x="6136" y="11373"/>
                    <a:pt x="6065" y="11373"/>
                  </a:cubicBezTo>
                  <a:lnTo>
                    <a:pt x="3367" y="11373"/>
                  </a:lnTo>
                  <a:cubicBezTo>
                    <a:pt x="3297" y="11373"/>
                    <a:pt x="3226" y="11315"/>
                    <a:pt x="3226" y="11244"/>
                  </a:cubicBezTo>
                  <a:lnTo>
                    <a:pt x="3226" y="10507"/>
                  </a:lnTo>
                  <a:close/>
                  <a:moveTo>
                    <a:pt x="5659" y="12179"/>
                  </a:moveTo>
                  <a:lnTo>
                    <a:pt x="5659" y="12588"/>
                  </a:lnTo>
                  <a:cubicBezTo>
                    <a:pt x="5659" y="12810"/>
                    <a:pt x="5471" y="12987"/>
                    <a:pt x="5249" y="12987"/>
                  </a:cubicBezTo>
                  <a:lnTo>
                    <a:pt x="4172" y="12987"/>
                  </a:lnTo>
                  <a:cubicBezTo>
                    <a:pt x="3950" y="12987"/>
                    <a:pt x="3776" y="12810"/>
                    <a:pt x="3776" y="12588"/>
                  </a:cubicBezTo>
                  <a:lnTo>
                    <a:pt x="3776" y="12179"/>
                  </a:lnTo>
                  <a:close/>
                  <a:moveTo>
                    <a:pt x="4710" y="1"/>
                  </a:moveTo>
                  <a:cubicBezTo>
                    <a:pt x="2116" y="1"/>
                    <a:pt x="0" y="2116"/>
                    <a:pt x="0" y="4711"/>
                  </a:cubicBezTo>
                  <a:cubicBezTo>
                    <a:pt x="0" y="6066"/>
                    <a:pt x="573" y="7351"/>
                    <a:pt x="1591" y="8240"/>
                  </a:cubicBezTo>
                  <a:cubicBezTo>
                    <a:pt x="2116" y="8708"/>
                    <a:pt x="2418" y="9399"/>
                    <a:pt x="2418" y="10111"/>
                  </a:cubicBezTo>
                  <a:lnTo>
                    <a:pt x="2418" y="11244"/>
                  </a:lnTo>
                  <a:cubicBezTo>
                    <a:pt x="2418" y="11618"/>
                    <a:pt x="2643" y="11935"/>
                    <a:pt x="2957" y="12086"/>
                  </a:cubicBezTo>
                  <a:lnTo>
                    <a:pt x="2957" y="12588"/>
                  </a:lnTo>
                  <a:cubicBezTo>
                    <a:pt x="2957" y="13256"/>
                    <a:pt x="3507" y="13803"/>
                    <a:pt x="4172" y="13803"/>
                  </a:cubicBezTo>
                  <a:lnTo>
                    <a:pt x="5249" y="13803"/>
                  </a:lnTo>
                  <a:cubicBezTo>
                    <a:pt x="5925" y="13803"/>
                    <a:pt x="6464" y="13256"/>
                    <a:pt x="6464" y="12588"/>
                  </a:cubicBezTo>
                  <a:lnTo>
                    <a:pt x="6464" y="12086"/>
                  </a:lnTo>
                  <a:cubicBezTo>
                    <a:pt x="6781" y="11935"/>
                    <a:pt x="7002" y="11618"/>
                    <a:pt x="7002" y="11244"/>
                  </a:cubicBezTo>
                  <a:lnTo>
                    <a:pt x="7002" y="10111"/>
                  </a:lnTo>
                  <a:cubicBezTo>
                    <a:pt x="7002" y="9399"/>
                    <a:pt x="7305" y="8708"/>
                    <a:pt x="7844" y="8240"/>
                  </a:cubicBezTo>
                  <a:cubicBezTo>
                    <a:pt x="8848" y="7351"/>
                    <a:pt x="9432" y="6066"/>
                    <a:pt x="9432" y="4711"/>
                  </a:cubicBezTo>
                  <a:cubicBezTo>
                    <a:pt x="9432" y="2116"/>
                    <a:pt x="7317" y="1"/>
                    <a:pt x="47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5" name="Google Shape;1449;p48">
              <a:extLst>
                <a:ext uri="{FF2B5EF4-FFF2-40B4-BE49-F238E27FC236}">
                  <a16:creationId xmlns:a16="http://schemas.microsoft.com/office/drawing/2014/main" id="{65AC63AB-DC47-76CF-CD49-58E3062E1442}"/>
                </a:ext>
              </a:extLst>
            </p:cNvPr>
            <p:cNvSpPr/>
            <p:nvPr/>
          </p:nvSpPr>
          <p:spPr>
            <a:xfrm>
              <a:off x="3574013" y="2225850"/>
              <a:ext cx="40700" cy="20225"/>
            </a:xfrm>
            <a:custGeom>
              <a:avLst/>
              <a:gdLst/>
              <a:ahLst/>
              <a:cxnLst/>
              <a:rect l="l" t="t" r="r" b="b"/>
              <a:pathLst>
                <a:path w="1628" h="809" extrusionOk="0">
                  <a:moveTo>
                    <a:pt x="410" y="0"/>
                  </a:moveTo>
                  <a:cubicBezTo>
                    <a:pt x="189" y="0"/>
                    <a:pt x="1" y="177"/>
                    <a:pt x="1" y="399"/>
                  </a:cubicBezTo>
                  <a:cubicBezTo>
                    <a:pt x="1" y="620"/>
                    <a:pt x="189" y="808"/>
                    <a:pt x="410" y="808"/>
                  </a:cubicBezTo>
                  <a:lnTo>
                    <a:pt x="1218" y="808"/>
                  </a:lnTo>
                  <a:cubicBezTo>
                    <a:pt x="1440" y="808"/>
                    <a:pt x="1628" y="620"/>
                    <a:pt x="1628" y="399"/>
                  </a:cubicBezTo>
                  <a:cubicBezTo>
                    <a:pt x="1628" y="177"/>
                    <a:pt x="1440" y="0"/>
                    <a:pt x="12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6" name="Google Shape;1450;p48">
              <a:extLst>
                <a:ext uri="{FF2B5EF4-FFF2-40B4-BE49-F238E27FC236}">
                  <a16:creationId xmlns:a16="http://schemas.microsoft.com/office/drawing/2014/main" id="{9FA8B836-C5E4-75FF-191F-9F52128677C0}"/>
                </a:ext>
              </a:extLst>
            </p:cNvPr>
            <p:cNvSpPr/>
            <p:nvPr/>
          </p:nvSpPr>
          <p:spPr>
            <a:xfrm>
              <a:off x="3565888" y="2158375"/>
              <a:ext cx="40625" cy="30375"/>
            </a:xfrm>
            <a:custGeom>
              <a:avLst/>
              <a:gdLst/>
              <a:ahLst/>
              <a:cxnLst/>
              <a:rect l="l" t="t" r="r" b="b"/>
              <a:pathLst>
                <a:path w="1625" h="1215" extrusionOk="0">
                  <a:moveTo>
                    <a:pt x="1168" y="1"/>
                  </a:moveTo>
                  <a:cubicBezTo>
                    <a:pt x="1101" y="1"/>
                    <a:pt x="1032" y="19"/>
                    <a:pt x="971" y="57"/>
                  </a:cubicBezTo>
                  <a:lnTo>
                    <a:pt x="270" y="455"/>
                  </a:lnTo>
                  <a:cubicBezTo>
                    <a:pt x="71" y="573"/>
                    <a:pt x="0" y="817"/>
                    <a:pt x="115" y="1016"/>
                  </a:cubicBezTo>
                  <a:cubicBezTo>
                    <a:pt x="186" y="1141"/>
                    <a:pt x="325" y="1214"/>
                    <a:pt x="464" y="1214"/>
                  </a:cubicBezTo>
                  <a:cubicBezTo>
                    <a:pt x="533" y="1214"/>
                    <a:pt x="603" y="1196"/>
                    <a:pt x="665" y="1157"/>
                  </a:cubicBezTo>
                  <a:lnTo>
                    <a:pt x="1367" y="758"/>
                  </a:lnTo>
                  <a:cubicBezTo>
                    <a:pt x="1566" y="643"/>
                    <a:pt x="1625" y="396"/>
                    <a:pt x="1518" y="197"/>
                  </a:cubicBezTo>
                  <a:cubicBezTo>
                    <a:pt x="1441" y="73"/>
                    <a:pt x="1305" y="1"/>
                    <a:pt x="11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7" name="Google Shape;1451;p48">
              <a:extLst>
                <a:ext uri="{FF2B5EF4-FFF2-40B4-BE49-F238E27FC236}">
                  <a16:creationId xmlns:a16="http://schemas.microsoft.com/office/drawing/2014/main" id="{EB4DAE1F-543E-C089-7734-6F848857D993}"/>
                </a:ext>
              </a:extLst>
            </p:cNvPr>
            <p:cNvSpPr/>
            <p:nvPr/>
          </p:nvSpPr>
          <p:spPr>
            <a:xfrm>
              <a:off x="3565888" y="2283075"/>
              <a:ext cx="40625" cy="30425"/>
            </a:xfrm>
            <a:custGeom>
              <a:avLst/>
              <a:gdLst/>
              <a:ahLst/>
              <a:cxnLst/>
              <a:rect l="l" t="t" r="r" b="b"/>
              <a:pathLst>
                <a:path w="1625" h="1217" extrusionOk="0">
                  <a:moveTo>
                    <a:pt x="476" y="0"/>
                  </a:moveTo>
                  <a:cubicBezTo>
                    <a:pt x="333" y="0"/>
                    <a:pt x="189" y="74"/>
                    <a:pt x="115" y="203"/>
                  </a:cubicBezTo>
                  <a:cubicBezTo>
                    <a:pt x="0" y="399"/>
                    <a:pt x="71" y="646"/>
                    <a:pt x="270" y="750"/>
                  </a:cubicBezTo>
                  <a:lnTo>
                    <a:pt x="971" y="1159"/>
                  </a:lnTo>
                  <a:cubicBezTo>
                    <a:pt x="1032" y="1198"/>
                    <a:pt x="1100" y="1217"/>
                    <a:pt x="1168" y="1217"/>
                  </a:cubicBezTo>
                  <a:cubicBezTo>
                    <a:pt x="1305" y="1217"/>
                    <a:pt x="1441" y="1141"/>
                    <a:pt x="1518" y="1008"/>
                  </a:cubicBezTo>
                  <a:cubicBezTo>
                    <a:pt x="1625" y="820"/>
                    <a:pt x="1566" y="576"/>
                    <a:pt x="1367" y="458"/>
                  </a:cubicBezTo>
                  <a:lnTo>
                    <a:pt x="665" y="48"/>
                  </a:lnTo>
                  <a:cubicBezTo>
                    <a:pt x="607" y="16"/>
                    <a:pt x="542" y="0"/>
                    <a:pt x="4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8" name="Google Shape;1452;p48">
              <a:extLst>
                <a:ext uri="{FF2B5EF4-FFF2-40B4-BE49-F238E27FC236}">
                  <a16:creationId xmlns:a16="http://schemas.microsoft.com/office/drawing/2014/main" id="{62DE5D6A-0310-8F0A-5502-215EDF344188}"/>
                </a:ext>
              </a:extLst>
            </p:cNvPr>
            <p:cNvSpPr/>
            <p:nvPr/>
          </p:nvSpPr>
          <p:spPr>
            <a:xfrm>
              <a:off x="3269563" y="2225850"/>
              <a:ext cx="40375" cy="20225"/>
            </a:xfrm>
            <a:custGeom>
              <a:avLst/>
              <a:gdLst/>
              <a:ahLst/>
              <a:cxnLst/>
              <a:rect l="l" t="t" r="r" b="b"/>
              <a:pathLst>
                <a:path w="1615" h="809" extrusionOk="0">
                  <a:moveTo>
                    <a:pt x="397" y="0"/>
                  </a:moveTo>
                  <a:cubicBezTo>
                    <a:pt x="175" y="0"/>
                    <a:pt x="1" y="177"/>
                    <a:pt x="1" y="399"/>
                  </a:cubicBezTo>
                  <a:cubicBezTo>
                    <a:pt x="1" y="620"/>
                    <a:pt x="175" y="808"/>
                    <a:pt x="397" y="808"/>
                  </a:cubicBezTo>
                  <a:lnTo>
                    <a:pt x="1216" y="808"/>
                  </a:lnTo>
                  <a:cubicBezTo>
                    <a:pt x="1437" y="808"/>
                    <a:pt x="1614" y="620"/>
                    <a:pt x="1614" y="399"/>
                  </a:cubicBezTo>
                  <a:cubicBezTo>
                    <a:pt x="1614" y="177"/>
                    <a:pt x="1437" y="0"/>
                    <a:pt x="12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9" name="Google Shape;1453;p48">
              <a:extLst>
                <a:ext uri="{FF2B5EF4-FFF2-40B4-BE49-F238E27FC236}">
                  <a16:creationId xmlns:a16="http://schemas.microsoft.com/office/drawing/2014/main" id="{55C2190F-2A3A-E599-B7BA-11E273116FE6}"/>
                </a:ext>
              </a:extLst>
            </p:cNvPr>
            <p:cNvSpPr/>
            <p:nvPr/>
          </p:nvSpPr>
          <p:spPr>
            <a:xfrm>
              <a:off x="3277438" y="2158375"/>
              <a:ext cx="40625" cy="30375"/>
            </a:xfrm>
            <a:custGeom>
              <a:avLst/>
              <a:gdLst/>
              <a:ahLst/>
              <a:cxnLst/>
              <a:rect l="l" t="t" r="r" b="b"/>
              <a:pathLst>
                <a:path w="1625" h="1215" extrusionOk="0">
                  <a:moveTo>
                    <a:pt x="461" y="1"/>
                  </a:moveTo>
                  <a:cubicBezTo>
                    <a:pt x="321" y="1"/>
                    <a:pt x="187" y="73"/>
                    <a:pt x="118" y="197"/>
                  </a:cubicBezTo>
                  <a:cubicBezTo>
                    <a:pt x="0" y="396"/>
                    <a:pt x="70" y="643"/>
                    <a:pt x="258" y="758"/>
                  </a:cubicBezTo>
                  <a:lnTo>
                    <a:pt x="960" y="1157"/>
                  </a:lnTo>
                  <a:cubicBezTo>
                    <a:pt x="1026" y="1196"/>
                    <a:pt x="1098" y="1214"/>
                    <a:pt x="1168" y="1214"/>
                  </a:cubicBezTo>
                  <a:cubicBezTo>
                    <a:pt x="1308" y="1214"/>
                    <a:pt x="1442" y="1141"/>
                    <a:pt x="1521" y="1016"/>
                  </a:cubicBezTo>
                  <a:cubicBezTo>
                    <a:pt x="1624" y="817"/>
                    <a:pt x="1554" y="573"/>
                    <a:pt x="1369" y="455"/>
                  </a:cubicBezTo>
                  <a:lnTo>
                    <a:pt x="668" y="57"/>
                  </a:lnTo>
                  <a:cubicBezTo>
                    <a:pt x="602" y="19"/>
                    <a:pt x="531" y="1"/>
                    <a:pt x="46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0" name="Google Shape;1454;p48">
              <a:extLst>
                <a:ext uri="{FF2B5EF4-FFF2-40B4-BE49-F238E27FC236}">
                  <a16:creationId xmlns:a16="http://schemas.microsoft.com/office/drawing/2014/main" id="{08A0F062-D9EA-BF80-D4A8-C4BF212DFD56}"/>
                </a:ext>
              </a:extLst>
            </p:cNvPr>
            <p:cNvSpPr/>
            <p:nvPr/>
          </p:nvSpPr>
          <p:spPr>
            <a:xfrm>
              <a:off x="3277438" y="2283075"/>
              <a:ext cx="40625" cy="30425"/>
            </a:xfrm>
            <a:custGeom>
              <a:avLst/>
              <a:gdLst/>
              <a:ahLst/>
              <a:cxnLst/>
              <a:rect l="l" t="t" r="r" b="b"/>
              <a:pathLst>
                <a:path w="1625" h="1217" extrusionOk="0">
                  <a:moveTo>
                    <a:pt x="1155" y="0"/>
                  </a:moveTo>
                  <a:cubicBezTo>
                    <a:pt x="1089" y="0"/>
                    <a:pt x="1022" y="16"/>
                    <a:pt x="960" y="48"/>
                  </a:cubicBezTo>
                  <a:lnTo>
                    <a:pt x="258" y="458"/>
                  </a:lnTo>
                  <a:cubicBezTo>
                    <a:pt x="70" y="576"/>
                    <a:pt x="0" y="820"/>
                    <a:pt x="118" y="1008"/>
                  </a:cubicBezTo>
                  <a:cubicBezTo>
                    <a:pt x="187" y="1141"/>
                    <a:pt x="321" y="1217"/>
                    <a:pt x="462" y="1217"/>
                  </a:cubicBezTo>
                  <a:cubicBezTo>
                    <a:pt x="531" y="1217"/>
                    <a:pt x="602" y="1198"/>
                    <a:pt x="668" y="1159"/>
                  </a:cubicBezTo>
                  <a:lnTo>
                    <a:pt x="1369" y="750"/>
                  </a:lnTo>
                  <a:cubicBezTo>
                    <a:pt x="1554" y="646"/>
                    <a:pt x="1624" y="399"/>
                    <a:pt x="1521" y="203"/>
                  </a:cubicBezTo>
                  <a:cubicBezTo>
                    <a:pt x="1440" y="74"/>
                    <a:pt x="1300" y="0"/>
                    <a:pt x="11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1" name="Google Shape;1455;p48">
              <a:extLst>
                <a:ext uri="{FF2B5EF4-FFF2-40B4-BE49-F238E27FC236}">
                  <a16:creationId xmlns:a16="http://schemas.microsoft.com/office/drawing/2014/main" id="{881C8F49-EE53-0C41-48B7-72D3F185BC4E}"/>
                </a:ext>
              </a:extLst>
            </p:cNvPr>
            <p:cNvSpPr/>
            <p:nvPr/>
          </p:nvSpPr>
          <p:spPr>
            <a:xfrm>
              <a:off x="3363613" y="2158375"/>
              <a:ext cx="156700" cy="155175"/>
            </a:xfrm>
            <a:custGeom>
              <a:avLst/>
              <a:gdLst/>
              <a:ahLst/>
              <a:cxnLst/>
              <a:rect l="l" t="t" r="r" b="b"/>
              <a:pathLst>
                <a:path w="6268" h="6207" extrusionOk="0">
                  <a:moveTo>
                    <a:pt x="3426" y="806"/>
                  </a:moveTo>
                  <a:lnTo>
                    <a:pt x="3437" y="1086"/>
                  </a:lnTo>
                  <a:cubicBezTo>
                    <a:pt x="3451" y="1249"/>
                    <a:pt x="3555" y="1389"/>
                    <a:pt x="3707" y="1448"/>
                  </a:cubicBezTo>
                  <a:cubicBezTo>
                    <a:pt x="3917" y="1518"/>
                    <a:pt x="4116" y="1636"/>
                    <a:pt x="4279" y="1777"/>
                  </a:cubicBezTo>
                  <a:cubicBezTo>
                    <a:pt x="4359" y="1841"/>
                    <a:pt x="4457" y="1875"/>
                    <a:pt x="4556" y="1875"/>
                  </a:cubicBezTo>
                  <a:cubicBezTo>
                    <a:pt x="4617" y="1875"/>
                    <a:pt x="4679" y="1862"/>
                    <a:pt x="4736" y="1835"/>
                  </a:cubicBezTo>
                  <a:lnTo>
                    <a:pt x="4980" y="1706"/>
                  </a:lnTo>
                  <a:lnTo>
                    <a:pt x="5261" y="2209"/>
                  </a:lnTo>
                  <a:lnTo>
                    <a:pt x="5039" y="2360"/>
                  </a:lnTo>
                  <a:cubicBezTo>
                    <a:pt x="4899" y="2441"/>
                    <a:pt x="4829" y="2607"/>
                    <a:pt x="4854" y="2770"/>
                  </a:cubicBezTo>
                  <a:cubicBezTo>
                    <a:pt x="4877" y="2887"/>
                    <a:pt x="4888" y="2991"/>
                    <a:pt x="4888" y="3098"/>
                  </a:cubicBezTo>
                  <a:cubicBezTo>
                    <a:pt x="4888" y="3202"/>
                    <a:pt x="4877" y="3319"/>
                    <a:pt x="4854" y="3437"/>
                  </a:cubicBezTo>
                  <a:cubicBezTo>
                    <a:pt x="4829" y="3589"/>
                    <a:pt x="4899" y="3763"/>
                    <a:pt x="5039" y="3844"/>
                  </a:cubicBezTo>
                  <a:lnTo>
                    <a:pt x="5261" y="3998"/>
                  </a:lnTo>
                  <a:lnTo>
                    <a:pt x="4980" y="4500"/>
                  </a:lnTo>
                  <a:lnTo>
                    <a:pt x="4736" y="4371"/>
                  </a:lnTo>
                  <a:cubicBezTo>
                    <a:pt x="4675" y="4343"/>
                    <a:pt x="4609" y="4328"/>
                    <a:pt x="4544" y="4328"/>
                  </a:cubicBezTo>
                  <a:cubicBezTo>
                    <a:pt x="4449" y="4328"/>
                    <a:pt x="4356" y="4360"/>
                    <a:pt x="4279" y="4430"/>
                  </a:cubicBezTo>
                  <a:cubicBezTo>
                    <a:pt x="4116" y="4571"/>
                    <a:pt x="3917" y="4686"/>
                    <a:pt x="3707" y="4756"/>
                  </a:cubicBezTo>
                  <a:cubicBezTo>
                    <a:pt x="3555" y="4803"/>
                    <a:pt x="3451" y="4955"/>
                    <a:pt x="3437" y="5120"/>
                  </a:cubicBezTo>
                  <a:lnTo>
                    <a:pt x="3426" y="5387"/>
                  </a:lnTo>
                  <a:lnTo>
                    <a:pt x="2854" y="5387"/>
                  </a:lnTo>
                  <a:lnTo>
                    <a:pt x="2831" y="5120"/>
                  </a:lnTo>
                  <a:cubicBezTo>
                    <a:pt x="2831" y="4955"/>
                    <a:pt x="2714" y="4803"/>
                    <a:pt x="2562" y="4756"/>
                  </a:cubicBezTo>
                  <a:cubicBezTo>
                    <a:pt x="2352" y="4686"/>
                    <a:pt x="2164" y="4571"/>
                    <a:pt x="1990" y="4430"/>
                  </a:cubicBezTo>
                  <a:cubicBezTo>
                    <a:pt x="1920" y="4360"/>
                    <a:pt x="1825" y="4328"/>
                    <a:pt x="1730" y="4328"/>
                  </a:cubicBezTo>
                  <a:cubicBezTo>
                    <a:pt x="1665" y="4328"/>
                    <a:pt x="1601" y="4343"/>
                    <a:pt x="1544" y="4371"/>
                  </a:cubicBezTo>
                  <a:lnTo>
                    <a:pt x="1300" y="4500"/>
                  </a:lnTo>
                  <a:lnTo>
                    <a:pt x="1008" y="3998"/>
                  </a:lnTo>
                  <a:lnTo>
                    <a:pt x="1241" y="3844"/>
                  </a:lnTo>
                  <a:cubicBezTo>
                    <a:pt x="1381" y="3763"/>
                    <a:pt x="1451" y="3589"/>
                    <a:pt x="1418" y="3437"/>
                  </a:cubicBezTo>
                  <a:cubicBezTo>
                    <a:pt x="1392" y="3319"/>
                    <a:pt x="1381" y="3202"/>
                    <a:pt x="1381" y="3098"/>
                  </a:cubicBezTo>
                  <a:cubicBezTo>
                    <a:pt x="1381" y="2991"/>
                    <a:pt x="1392" y="2887"/>
                    <a:pt x="1418" y="2770"/>
                  </a:cubicBezTo>
                  <a:cubicBezTo>
                    <a:pt x="1451" y="2607"/>
                    <a:pt x="1381" y="2441"/>
                    <a:pt x="1241" y="2360"/>
                  </a:cubicBezTo>
                  <a:lnTo>
                    <a:pt x="1008" y="2209"/>
                  </a:lnTo>
                  <a:lnTo>
                    <a:pt x="1300" y="1706"/>
                  </a:lnTo>
                  <a:lnTo>
                    <a:pt x="1544" y="1835"/>
                  </a:lnTo>
                  <a:cubicBezTo>
                    <a:pt x="1597" y="1862"/>
                    <a:pt x="1657" y="1875"/>
                    <a:pt x="1718" y="1875"/>
                  </a:cubicBezTo>
                  <a:cubicBezTo>
                    <a:pt x="1817" y="1875"/>
                    <a:pt x="1917" y="1841"/>
                    <a:pt x="1990" y="1777"/>
                  </a:cubicBezTo>
                  <a:cubicBezTo>
                    <a:pt x="2164" y="1636"/>
                    <a:pt x="2352" y="1518"/>
                    <a:pt x="2562" y="1448"/>
                  </a:cubicBezTo>
                  <a:cubicBezTo>
                    <a:pt x="2714" y="1389"/>
                    <a:pt x="2831" y="1249"/>
                    <a:pt x="2831" y="1086"/>
                  </a:cubicBezTo>
                  <a:lnTo>
                    <a:pt x="2854" y="806"/>
                  </a:lnTo>
                  <a:close/>
                  <a:moveTo>
                    <a:pt x="2470" y="1"/>
                  </a:moveTo>
                  <a:cubicBezTo>
                    <a:pt x="2245" y="1"/>
                    <a:pt x="2071" y="175"/>
                    <a:pt x="2060" y="385"/>
                  </a:cubicBezTo>
                  <a:lnTo>
                    <a:pt x="2035" y="795"/>
                  </a:lnTo>
                  <a:cubicBezTo>
                    <a:pt x="1920" y="854"/>
                    <a:pt x="1802" y="913"/>
                    <a:pt x="1684" y="994"/>
                  </a:cubicBezTo>
                  <a:lnTo>
                    <a:pt x="1322" y="806"/>
                  </a:lnTo>
                  <a:cubicBezTo>
                    <a:pt x="1267" y="778"/>
                    <a:pt x="1208" y="765"/>
                    <a:pt x="1148" y="765"/>
                  </a:cubicBezTo>
                  <a:cubicBezTo>
                    <a:pt x="1008" y="765"/>
                    <a:pt x="867" y="839"/>
                    <a:pt x="786" y="969"/>
                  </a:cubicBezTo>
                  <a:lnTo>
                    <a:pt x="119" y="2138"/>
                  </a:lnTo>
                  <a:cubicBezTo>
                    <a:pt x="1" y="2326"/>
                    <a:pt x="60" y="2559"/>
                    <a:pt x="248" y="2677"/>
                  </a:cubicBezTo>
                  <a:lnTo>
                    <a:pt x="587" y="2899"/>
                  </a:lnTo>
                  <a:cubicBezTo>
                    <a:pt x="576" y="2969"/>
                    <a:pt x="576" y="3039"/>
                    <a:pt x="576" y="3098"/>
                  </a:cubicBezTo>
                  <a:cubicBezTo>
                    <a:pt x="576" y="3168"/>
                    <a:pt x="576" y="3238"/>
                    <a:pt x="587" y="3308"/>
                  </a:cubicBezTo>
                  <a:lnTo>
                    <a:pt x="248" y="3530"/>
                  </a:lnTo>
                  <a:cubicBezTo>
                    <a:pt x="60" y="3648"/>
                    <a:pt x="1" y="3881"/>
                    <a:pt x="119" y="4068"/>
                  </a:cubicBezTo>
                  <a:lnTo>
                    <a:pt x="786" y="5235"/>
                  </a:lnTo>
                  <a:cubicBezTo>
                    <a:pt x="865" y="5364"/>
                    <a:pt x="999" y="5437"/>
                    <a:pt x="1135" y="5437"/>
                  </a:cubicBezTo>
                  <a:cubicBezTo>
                    <a:pt x="1199" y="5437"/>
                    <a:pt x="1263" y="5421"/>
                    <a:pt x="1322" y="5387"/>
                  </a:cubicBezTo>
                  <a:lnTo>
                    <a:pt x="1684" y="5213"/>
                  </a:lnTo>
                  <a:cubicBezTo>
                    <a:pt x="1802" y="5283"/>
                    <a:pt x="1920" y="5353"/>
                    <a:pt x="2035" y="5412"/>
                  </a:cubicBezTo>
                  <a:lnTo>
                    <a:pt x="2060" y="5822"/>
                  </a:lnTo>
                  <a:cubicBezTo>
                    <a:pt x="2071" y="6032"/>
                    <a:pt x="2245" y="6206"/>
                    <a:pt x="2470" y="6206"/>
                  </a:cubicBezTo>
                  <a:lnTo>
                    <a:pt x="3813" y="6206"/>
                  </a:lnTo>
                  <a:cubicBezTo>
                    <a:pt x="4024" y="6206"/>
                    <a:pt x="4209" y="6032"/>
                    <a:pt x="4209" y="5822"/>
                  </a:cubicBezTo>
                  <a:lnTo>
                    <a:pt x="4234" y="5412"/>
                  </a:lnTo>
                  <a:cubicBezTo>
                    <a:pt x="4363" y="5353"/>
                    <a:pt x="4478" y="5283"/>
                    <a:pt x="4596" y="5213"/>
                  </a:cubicBezTo>
                  <a:lnTo>
                    <a:pt x="4947" y="5387"/>
                  </a:lnTo>
                  <a:cubicBezTo>
                    <a:pt x="5010" y="5421"/>
                    <a:pt x="5077" y="5437"/>
                    <a:pt x="5142" y="5437"/>
                  </a:cubicBezTo>
                  <a:cubicBezTo>
                    <a:pt x="5281" y="5437"/>
                    <a:pt x="5413" y="5364"/>
                    <a:pt x="5485" y="5235"/>
                  </a:cubicBezTo>
                  <a:lnTo>
                    <a:pt x="6161" y="4068"/>
                  </a:lnTo>
                  <a:cubicBezTo>
                    <a:pt x="6268" y="3881"/>
                    <a:pt x="6209" y="3648"/>
                    <a:pt x="6032" y="3530"/>
                  </a:cubicBezTo>
                  <a:lnTo>
                    <a:pt x="5696" y="3308"/>
                  </a:lnTo>
                  <a:lnTo>
                    <a:pt x="5696" y="3098"/>
                  </a:lnTo>
                  <a:lnTo>
                    <a:pt x="5696" y="2899"/>
                  </a:lnTo>
                  <a:lnTo>
                    <a:pt x="6032" y="2677"/>
                  </a:lnTo>
                  <a:cubicBezTo>
                    <a:pt x="6209" y="2559"/>
                    <a:pt x="6268" y="2326"/>
                    <a:pt x="6161" y="2138"/>
                  </a:cubicBezTo>
                  <a:lnTo>
                    <a:pt x="5485" y="969"/>
                  </a:lnTo>
                  <a:cubicBezTo>
                    <a:pt x="5410" y="839"/>
                    <a:pt x="5273" y="765"/>
                    <a:pt x="5129" y="765"/>
                  </a:cubicBezTo>
                  <a:cubicBezTo>
                    <a:pt x="5068" y="765"/>
                    <a:pt x="5006" y="778"/>
                    <a:pt x="4947" y="806"/>
                  </a:cubicBezTo>
                  <a:lnTo>
                    <a:pt x="4596" y="994"/>
                  </a:lnTo>
                  <a:cubicBezTo>
                    <a:pt x="4478" y="913"/>
                    <a:pt x="4363" y="854"/>
                    <a:pt x="4234" y="795"/>
                  </a:cubicBezTo>
                  <a:lnTo>
                    <a:pt x="4209" y="385"/>
                  </a:lnTo>
                  <a:cubicBezTo>
                    <a:pt x="4209" y="175"/>
                    <a:pt x="4024" y="1"/>
                    <a:pt x="3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2" name="Google Shape;1456;p48">
              <a:extLst>
                <a:ext uri="{FF2B5EF4-FFF2-40B4-BE49-F238E27FC236}">
                  <a16:creationId xmlns:a16="http://schemas.microsoft.com/office/drawing/2014/main" id="{65710633-26BF-6E9C-99F0-3903551FFFE2}"/>
                </a:ext>
              </a:extLst>
            </p:cNvPr>
            <p:cNvSpPr/>
            <p:nvPr/>
          </p:nvSpPr>
          <p:spPr>
            <a:xfrm>
              <a:off x="3411588" y="2205725"/>
              <a:ext cx="60775" cy="60475"/>
            </a:xfrm>
            <a:custGeom>
              <a:avLst/>
              <a:gdLst/>
              <a:ahLst/>
              <a:cxnLst/>
              <a:rect l="l" t="t" r="r" b="b"/>
              <a:pathLst>
                <a:path w="2431" h="2419" extrusionOk="0">
                  <a:moveTo>
                    <a:pt x="1215" y="805"/>
                  </a:moveTo>
                  <a:cubicBezTo>
                    <a:pt x="1437" y="805"/>
                    <a:pt x="1625" y="982"/>
                    <a:pt x="1625" y="1204"/>
                  </a:cubicBezTo>
                  <a:cubicBezTo>
                    <a:pt x="1625" y="1425"/>
                    <a:pt x="1437" y="1613"/>
                    <a:pt x="1215" y="1613"/>
                  </a:cubicBezTo>
                  <a:cubicBezTo>
                    <a:pt x="994" y="1613"/>
                    <a:pt x="817" y="1425"/>
                    <a:pt x="817" y="1204"/>
                  </a:cubicBezTo>
                  <a:cubicBezTo>
                    <a:pt x="817" y="982"/>
                    <a:pt x="994" y="805"/>
                    <a:pt x="1215" y="805"/>
                  </a:cubicBezTo>
                  <a:close/>
                  <a:moveTo>
                    <a:pt x="1215" y="0"/>
                  </a:moveTo>
                  <a:cubicBezTo>
                    <a:pt x="551" y="0"/>
                    <a:pt x="1" y="536"/>
                    <a:pt x="1" y="1204"/>
                  </a:cubicBezTo>
                  <a:cubicBezTo>
                    <a:pt x="1" y="1880"/>
                    <a:pt x="551" y="2419"/>
                    <a:pt x="1215" y="2419"/>
                  </a:cubicBezTo>
                  <a:cubicBezTo>
                    <a:pt x="1883" y="2419"/>
                    <a:pt x="2430" y="1880"/>
                    <a:pt x="2430" y="1204"/>
                  </a:cubicBezTo>
                  <a:cubicBezTo>
                    <a:pt x="2430" y="536"/>
                    <a:pt x="1883" y="0"/>
                    <a:pt x="1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Tree>
    <p:extLst>
      <p:ext uri="{BB962C8B-B14F-4D97-AF65-F5344CB8AC3E}">
        <p14:creationId xmlns:p14="http://schemas.microsoft.com/office/powerpoint/2010/main" val="14238249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descr="Imagem difusa e filtros de intensidade (convolução bidimensional)">
            <a:extLst>
              <a:ext uri="{FF2B5EF4-FFF2-40B4-BE49-F238E27FC236}">
                <a16:creationId xmlns:a16="http://schemas.microsoft.com/office/drawing/2014/main" id="{F5F29079-1F10-D28A-97DE-1402012494F7}"/>
              </a:ext>
            </a:extLst>
          </p:cNvPr>
          <p:cNvPicPr>
            <a:picLocks noChangeAspect="1"/>
          </p:cNvPicPr>
          <p:nvPr/>
        </p:nvPicPr>
        <p:blipFill>
          <a:blip r:embed="rId2"/>
          <a:stretch>
            <a:fillRect/>
          </a:stretch>
        </p:blipFill>
        <p:spPr>
          <a:xfrm>
            <a:off x="300808" y="364469"/>
            <a:ext cx="4000590" cy="2007256"/>
          </a:xfrm>
          <a:prstGeom prst="rect">
            <a:avLst/>
          </a:prstGeom>
        </p:spPr>
      </p:pic>
      <p:pic>
        <p:nvPicPr>
          <p:cNvPr id="4" name="Imagem 3">
            <a:extLst>
              <a:ext uri="{FF2B5EF4-FFF2-40B4-BE49-F238E27FC236}">
                <a16:creationId xmlns:a16="http://schemas.microsoft.com/office/drawing/2014/main" id="{A3D77798-84C6-6379-1282-DE52ABE8705A}"/>
              </a:ext>
            </a:extLst>
          </p:cNvPr>
          <p:cNvPicPr>
            <a:picLocks noChangeAspect="1"/>
          </p:cNvPicPr>
          <p:nvPr/>
        </p:nvPicPr>
        <p:blipFill>
          <a:blip r:embed="rId3"/>
          <a:stretch>
            <a:fillRect/>
          </a:stretch>
        </p:blipFill>
        <p:spPr>
          <a:xfrm>
            <a:off x="1638159" y="2571750"/>
            <a:ext cx="5867682" cy="2463820"/>
          </a:xfrm>
          <a:prstGeom prst="rect">
            <a:avLst/>
          </a:prstGeom>
        </p:spPr>
      </p:pic>
      <p:pic>
        <p:nvPicPr>
          <p:cNvPr id="6" name="Imagem 5">
            <a:extLst>
              <a:ext uri="{FF2B5EF4-FFF2-40B4-BE49-F238E27FC236}">
                <a16:creationId xmlns:a16="http://schemas.microsoft.com/office/drawing/2014/main" id="{DC5C14F7-2B07-7202-1F12-F5999422C948}"/>
              </a:ext>
            </a:extLst>
          </p:cNvPr>
          <p:cNvPicPr>
            <a:picLocks noChangeAspect="1"/>
          </p:cNvPicPr>
          <p:nvPr/>
        </p:nvPicPr>
        <p:blipFill>
          <a:blip r:embed="rId4"/>
          <a:stretch>
            <a:fillRect/>
          </a:stretch>
        </p:blipFill>
        <p:spPr>
          <a:xfrm>
            <a:off x="4606090" y="364469"/>
            <a:ext cx="4237102" cy="2007256"/>
          </a:xfrm>
          <a:prstGeom prst="rect">
            <a:avLst/>
          </a:prstGeom>
        </p:spPr>
      </p:pic>
    </p:spTree>
    <p:extLst>
      <p:ext uri="{BB962C8B-B14F-4D97-AF65-F5344CB8AC3E}">
        <p14:creationId xmlns:p14="http://schemas.microsoft.com/office/powerpoint/2010/main" val="11441331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32"/>
          <p:cNvSpPr txBox="1">
            <a:spLocks noGrp="1"/>
          </p:cNvSpPr>
          <p:nvPr>
            <p:ph type="title"/>
          </p:nvPr>
        </p:nvSpPr>
        <p:spPr>
          <a:xfrm>
            <a:off x="1136800" y="2292595"/>
            <a:ext cx="5507840" cy="1022530"/>
          </a:xfrm>
          <a:prstGeom prst="rect">
            <a:avLst/>
          </a:prstGeom>
        </p:spPr>
        <p:txBody>
          <a:bodyPr spcFirstLastPara="1" wrap="square" lIns="91425" tIns="91425" rIns="91425" bIns="91425" anchor="ctr" anchorCtr="0">
            <a:noAutofit/>
          </a:bodyPr>
          <a:lstStyle/>
          <a:p>
            <a:r>
              <a:rPr lang="en" dirty="0"/>
              <a:t>Implementações Java</a:t>
            </a:r>
          </a:p>
        </p:txBody>
      </p:sp>
      <p:sp>
        <p:nvSpPr>
          <p:cNvPr id="741" name="Google Shape;741;p32"/>
          <p:cNvSpPr/>
          <p:nvPr/>
        </p:nvSpPr>
        <p:spPr>
          <a:xfrm rot="-5400000">
            <a:off x="689075" y="2684117"/>
            <a:ext cx="357300" cy="309016"/>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2"/>
          <p:cNvSpPr/>
          <p:nvPr/>
        </p:nvSpPr>
        <p:spPr>
          <a:xfrm>
            <a:off x="7016375" y="-1615175"/>
            <a:ext cx="1633483" cy="5920031"/>
          </a:xfrm>
          <a:custGeom>
            <a:avLst/>
            <a:gdLst/>
            <a:ahLst/>
            <a:cxnLst/>
            <a:rect l="l" t="t" r="r" b="b"/>
            <a:pathLst>
              <a:path w="18075" h="65507" extrusionOk="0">
                <a:moveTo>
                  <a:pt x="0" y="65507"/>
                </a:moveTo>
                <a:lnTo>
                  <a:pt x="18075" y="47432"/>
                </a:lnTo>
                <a:lnTo>
                  <a:pt x="18075" y="0"/>
                </a:lnTo>
              </a:path>
            </a:pathLst>
          </a:custGeom>
          <a:noFill/>
          <a:ln w="9525" cap="flat" cmpd="sng">
            <a:solidFill>
              <a:schemeClr val="accent1"/>
            </a:solidFill>
            <a:prstDash val="solid"/>
            <a:round/>
            <a:headEnd type="none" w="med" len="med"/>
            <a:tailEnd type="none" w="med" len="med"/>
          </a:ln>
        </p:spPr>
        <p:txBody>
          <a:bodyPr/>
          <a:lstStyle/>
          <a:p>
            <a:endParaRPr lang="pt-BR"/>
          </a:p>
        </p:txBody>
      </p:sp>
      <p:grpSp>
        <p:nvGrpSpPr>
          <p:cNvPr id="743" name="Google Shape;743;p32"/>
          <p:cNvGrpSpPr/>
          <p:nvPr/>
        </p:nvGrpSpPr>
        <p:grpSpPr>
          <a:xfrm rot="10800000" flipH="1">
            <a:off x="7968643" y="3562070"/>
            <a:ext cx="681217" cy="3360485"/>
            <a:chOff x="1337800" y="-2525590"/>
            <a:chExt cx="1498167" cy="7390555"/>
          </a:xfrm>
        </p:grpSpPr>
        <p:cxnSp>
          <p:nvCxnSpPr>
            <p:cNvPr id="744" name="Google Shape;744;p32"/>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745" name="Google Shape;745;p32"/>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746" name="Google Shape;746;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7" name="Google Shape;747;p32"/>
          <p:cNvGrpSpPr/>
          <p:nvPr/>
        </p:nvGrpSpPr>
        <p:grpSpPr>
          <a:xfrm rot="-5400000" flipH="1">
            <a:off x="70043" y="-592705"/>
            <a:ext cx="681217" cy="3360485"/>
            <a:chOff x="1337800" y="-2525590"/>
            <a:chExt cx="1498167" cy="7390555"/>
          </a:xfrm>
        </p:grpSpPr>
        <p:cxnSp>
          <p:nvCxnSpPr>
            <p:cNvPr id="748" name="Google Shape;748;p32"/>
            <p:cNvCxnSpPr/>
            <p:nvPr/>
          </p:nvCxnSpPr>
          <p:spPr>
            <a:xfrm rot="10800000">
              <a:off x="1337800" y="-2525590"/>
              <a:ext cx="0" cy="5870700"/>
            </a:xfrm>
            <a:prstGeom prst="straightConnector1">
              <a:avLst/>
            </a:prstGeom>
            <a:noFill/>
            <a:ln w="9525" cap="flat" cmpd="sng">
              <a:solidFill>
                <a:schemeClr val="lt1"/>
              </a:solidFill>
              <a:prstDash val="solid"/>
              <a:round/>
              <a:headEnd type="none" w="med" len="med"/>
              <a:tailEnd type="none" w="med" len="med"/>
            </a:ln>
          </p:spPr>
        </p:cxnSp>
        <p:cxnSp>
          <p:nvCxnSpPr>
            <p:cNvPr id="749" name="Google Shape;749;p32"/>
            <p:cNvCxnSpPr/>
            <p:nvPr/>
          </p:nvCxnSpPr>
          <p:spPr>
            <a:xfrm>
              <a:off x="1337800" y="3347125"/>
              <a:ext cx="1158600" cy="1141200"/>
            </a:xfrm>
            <a:prstGeom prst="straightConnector1">
              <a:avLst/>
            </a:prstGeom>
            <a:noFill/>
            <a:ln w="9525" cap="flat" cmpd="sng">
              <a:solidFill>
                <a:schemeClr val="lt1"/>
              </a:solidFill>
              <a:prstDash val="solid"/>
              <a:round/>
              <a:headEnd type="none" w="med" len="med"/>
              <a:tailEnd type="none" w="med" len="med"/>
            </a:ln>
          </p:spPr>
        </p:cxnSp>
        <p:sp>
          <p:nvSpPr>
            <p:cNvPr id="750" name="Google Shape;750;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1" name="Google Shape;751;p32"/>
          <p:cNvSpPr/>
          <p:nvPr/>
        </p:nvSpPr>
        <p:spPr>
          <a:xfrm rot="-5400000">
            <a:off x="5572485" y="-2452153"/>
            <a:ext cx="1971347" cy="6005438"/>
          </a:xfrm>
          <a:custGeom>
            <a:avLst/>
            <a:gdLst/>
            <a:ahLst/>
            <a:cxnLst/>
            <a:rect l="l" t="t" r="r" b="b"/>
            <a:pathLst>
              <a:path w="62917" h="191668" extrusionOk="0">
                <a:moveTo>
                  <a:pt x="0" y="0"/>
                </a:moveTo>
                <a:lnTo>
                  <a:pt x="0" y="21836"/>
                </a:lnTo>
                <a:lnTo>
                  <a:pt x="38334" y="60169"/>
                </a:lnTo>
                <a:lnTo>
                  <a:pt x="38334" y="81762"/>
                </a:lnTo>
                <a:lnTo>
                  <a:pt x="22442" y="97654"/>
                </a:lnTo>
                <a:lnTo>
                  <a:pt x="22442" y="116457"/>
                </a:lnTo>
                <a:lnTo>
                  <a:pt x="62917" y="139825"/>
                </a:lnTo>
                <a:lnTo>
                  <a:pt x="62917" y="191668"/>
                </a:lnTo>
              </a:path>
            </a:pathLst>
          </a:custGeom>
          <a:noFill/>
          <a:ln w="9525" cap="flat" cmpd="sng">
            <a:solidFill>
              <a:schemeClr val="accent1"/>
            </a:solidFill>
            <a:prstDash val="solid"/>
            <a:round/>
            <a:headEnd type="none" w="med" len="med"/>
            <a:tailEnd type="none" w="med" len="med"/>
          </a:ln>
        </p:spPr>
        <p:txBody>
          <a:bodyPr/>
          <a:lstStyle/>
          <a:p>
            <a:endParaRPr lang="pt-BR"/>
          </a:p>
        </p:txBody>
      </p:sp>
      <p:grpSp>
        <p:nvGrpSpPr>
          <p:cNvPr id="752" name="Google Shape;752;p32"/>
          <p:cNvGrpSpPr/>
          <p:nvPr/>
        </p:nvGrpSpPr>
        <p:grpSpPr>
          <a:xfrm>
            <a:off x="7221623" y="1260360"/>
            <a:ext cx="1160062" cy="523162"/>
            <a:chOff x="7221623" y="1260360"/>
            <a:chExt cx="1160062" cy="523162"/>
          </a:xfrm>
        </p:grpSpPr>
        <p:sp>
          <p:nvSpPr>
            <p:cNvPr id="753" name="Google Shape;753;p32"/>
            <p:cNvSpPr/>
            <p:nvPr/>
          </p:nvSpPr>
          <p:spPr>
            <a:xfrm rot="-5400000">
              <a:off x="8141200" y="1059948"/>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2"/>
            <p:cNvSpPr/>
            <p:nvPr/>
          </p:nvSpPr>
          <p:spPr>
            <a:xfrm rot="5400000">
              <a:off x="7437562" y="1320304"/>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2"/>
            <p:cNvSpPr/>
            <p:nvPr/>
          </p:nvSpPr>
          <p:spPr>
            <a:xfrm rot="-5400000">
              <a:off x="7930383" y="13322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8235921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1" name="Google Shape;761;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r>
              <a:rPr lang="en" sz="2500" dirty="0">
                <a:solidFill>
                  <a:srgbClr val="FFFFFF"/>
                </a:solidFill>
              </a:rPr>
              <a:t>Internet das Coisas (IoT)</a:t>
            </a:r>
          </a:p>
        </p:txBody>
      </p:sp>
      <p:sp>
        <p:nvSpPr>
          <p:cNvPr id="22" name="CaixaDeTexto 21">
            <a:extLst>
              <a:ext uri="{FF2B5EF4-FFF2-40B4-BE49-F238E27FC236}">
                <a16:creationId xmlns:a16="http://schemas.microsoft.com/office/drawing/2014/main" id="{AFA06ABD-B53D-F75F-EB80-32EDC9C5530A}"/>
              </a:ext>
            </a:extLst>
          </p:cNvPr>
          <p:cNvSpPr txBox="1"/>
          <p:nvPr/>
        </p:nvSpPr>
        <p:spPr>
          <a:xfrm>
            <a:off x="1405774" y="1493275"/>
            <a:ext cx="2706329" cy="1384995"/>
          </a:xfrm>
          <a:prstGeom prst="rect">
            <a:avLst/>
          </a:prstGeom>
          <a:noFill/>
        </p:spPr>
        <p:txBody>
          <a:bodyPr wrap="square" rtlCol="0">
            <a:spAutoFit/>
          </a:bodyPr>
          <a:lstStyle/>
          <a:p>
            <a:r>
              <a:rPr lang="pt-BR" sz="1200" b="0" i="0" dirty="0">
                <a:solidFill>
                  <a:schemeClr val="tx1"/>
                </a:solidFill>
                <a:effectLst/>
                <a:latin typeface="Hanken Grotesk" pitchFamily="2" charset="0"/>
              </a:rPr>
              <a:t>Internet das Coisas (IoT) é a interconexão de dispositivos físicos, como eletrodomésticos, veículos e sensores, que são capazes de coletar e trocar dados entre si pela internet, facilitando automação e controle remoto.</a:t>
            </a:r>
            <a:endParaRPr lang="pt-BR" sz="1050" dirty="0">
              <a:solidFill>
                <a:schemeClr val="tx1"/>
              </a:solidFill>
              <a:latin typeface="Hanken Grotesk" pitchFamily="2" charset="0"/>
            </a:endParaRPr>
          </a:p>
        </p:txBody>
      </p:sp>
      <p:sp>
        <p:nvSpPr>
          <p:cNvPr id="23" name="CaixaDeTexto 22">
            <a:extLst>
              <a:ext uri="{FF2B5EF4-FFF2-40B4-BE49-F238E27FC236}">
                <a16:creationId xmlns:a16="http://schemas.microsoft.com/office/drawing/2014/main" id="{53D3081A-FFDA-B93B-C677-B3CC06DA6C54}"/>
              </a:ext>
            </a:extLst>
          </p:cNvPr>
          <p:cNvSpPr txBox="1"/>
          <p:nvPr/>
        </p:nvSpPr>
        <p:spPr>
          <a:xfrm>
            <a:off x="5995217" y="1438769"/>
            <a:ext cx="2706329" cy="1754326"/>
          </a:xfrm>
          <a:prstGeom prst="rect">
            <a:avLst/>
          </a:prstGeom>
          <a:noFill/>
        </p:spPr>
        <p:txBody>
          <a:bodyPr wrap="square" rtlCol="0">
            <a:spAutoFit/>
          </a:bodyPr>
          <a:lstStyle/>
          <a:p>
            <a:r>
              <a:rPr lang="pt-BR" sz="1200" dirty="0">
                <a:solidFill>
                  <a:schemeClr val="tx1"/>
                </a:solidFill>
                <a:latin typeface="Hanken Grotesk" pitchFamily="2" charset="0"/>
              </a:rPr>
              <a:t>As APIs de Java para IoT, como Eclipse IoT, Java ME </a:t>
            </a:r>
            <a:r>
              <a:rPr lang="pt-BR" sz="1200" dirty="0" err="1">
                <a:solidFill>
                  <a:schemeClr val="tx1"/>
                </a:solidFill>
                <a:latin typeface="Hanken Grotesk" pitchFamily="2" charset="0"/>
              </a:rPr>
              <a:t>Embedded</a:t>
            </a:r>
            <a:r>
              <a:rPr lang="pt-BR" sz="1200" dirty="0">
                <a:solidFill>
                  <a:schemeClr val="tx1"/>
                </a:solidFill>
                <a:latin typeface="Hanken Grotesk" pitchFamily="2" charset="0"/>
              </a:rPr>
              <a:t>, e Oracle IoT, permitem o desenvolvimento de aplicativos que facilitam a comunicação e integração de dispositivos IoT, oferecendo suporte para protocolos de comunicação e gerenciamento de dados. </a:t>
            </a:r>
          </a:p>
        </p:txBody>
      </p:sp>
      <p:sp>
        <p:nvSpPr>
          <p:cNvPr id="24" name="CaixaDeTexto 23">
            <a:extLst>
              <a:ext uri="{FF2B5EF4-FFF2-40B4-BE49-F238E27FC236}">
                <a16:creationId xmlns:a16="http://schemas.microsoft.com/office/drawing/2014/main" id="{6A9188C7-390D-982E-EE3F-54BD6194B490}"/>
              </a:ext>
            </a:extLst>
          </p:cNvPr>
          <p:cNvSpPr txBox="1"/>
          <p:nvPr/>
        </p:nvSpPr>
        <p:spPr>
          <a:xfrm>
            <a:off x="3283163" y="3258602"/>
            <a:ext cx="2756776" cy="1569660"/>
          </a:xfrm>
          <a:prstGeom prst="rect">
            <a:avLst/>
          </a:prstGeom>
          <a:noFill/>
        </p:spPr>
        <p:txBody>
          <a:bodyPr wrap="square" rtlCol="0">
            <a:spAutoFit/>
          </a:bodyPr>
          <a:lstStyle/>
          <a:p>
            <a:r>
              <a:rPr lang="pt-BR" sz="1200" dirty="0">
                <a:solidFill>
                  <a:schemeClr val="tx1"/>
                </a:solidFill>
                <a:latin typeface="Hanken Grotesk" pitchFamily="2" charset="0"/>
              </a:rPr>
              <a:t>Exemplos de IoT incluem termostatos inteligentes que ajustam a temperatura automaticamente, sistemas de monitoramento de saúde que enviam dados vitais para profissionais médicos em tempo real e dispositivos de rastreamento de frota que otimizam rotas de entrega.</a:t>
            </a:r>
          </a:p>
        </p:txBody>
      </p:sp>
      <p:grpSp>
        <p:nvGrpSpPr>
          <p:cNvPr id="2" name="Google Shape;1262;p48">
            <a:extLst>
              <a:ext uri="{FF2B5EF4-FFF2-40B4-BE49-F238E27FC236}">
                <a16:creationId xmlns:a16="http://schemas.microsoft.com/office/drawing/2014/main" id="{5374FED8-6889-C490-F0B1-3B64C9248017}"/>
              </a:ext>
            </a:extLst>
          </p:cNvPr>
          <p:cNvGrpSpPr/>
          <p:nvPr/>
        </p:nvGrpSpPr>
        <p:grpSpPr>
          <a:xfrm>
            <a:off x="2758938" y="3322222"/>
            <a:ext cx="345125" cy="345150"/>
            <a:chOff x="997838" y="3797375"/>
            <a:chExt cx="345125" cy="345150"/>
          </a:xfrm>
        </p:grpSpPr>
        <p:sp>
          <p:nvSpPr>
            <p:cNvPr id="3" name="Google Shape;1263;p48">
              <a:extLst>
                <a:ext uri="{FF2B5EF4-FFF2-40B4-BE49-F238E27FC236}">
                  <a16:creationId xmlns:a16="http://schemas.microsoft.com/office/drawing/2014/main" id="{711A71CC-0C15-67B2-B1A1-4463EBE3F9CD}"/>
                </a:ext>
              </a:extLst>
            </p:cNvPr>
            <p:cNvSpPr/>
            <p:nvPr/>
          </p:nvSpPr>
          <p:spPr>
            <a:xfrm>
              <a:off x="997838" y="3797375"/>
              <a:ext cx="345125" cy="345150"/>
            </a:xfrm>
            <a:custGeom>
              <a:avLst/>
              <a:gdLst/>
              <a:ahLst/>
              <a:cxnLst/>
              <a:rect l="l" t="t" r="r" b="b"/>
              <a:pathLst>
                <a:path w="13805" h="13806" extrusionOk="0">
                  <a:moveTo>
                    <a:pt x="6895" y="809"/>
                  </a:moveTo>
                  <a:cubicBezTo>
                    <a:pt x="8172" y="809"/>
                    <a:pt x="9199" y="1838"/>
                    <a:pt x="9199" y="3101"/>
                  </a:cubicBezTo>
                  <a:cubicBezTo>
                    <a:pt x="9199" y="3788"/>
                    <a:pt x="8896" y="4433"/>
                    <a:pt x="8357" y="4865"/>
                  </a:cubicBezTo>
                  <a:cubicBezTo>
                    <a:pt x="8018" y="5157"/>
                    <a:pt x="7785" y="5530"/>
                    <a:pt x="7715" y="5928"/>
                  </a:cubicBezTo>
                  <a:lnTo>
                    <a:pt x="7305" y="5928"/>
                  </a:lnTo>
                  <a:lnTo>
                    <a:pt x="7305" y="3813"/>
                  </a:lnTo>
                  <a:lnTo>
                    <a:pt x="7995" y="3123"/>
                  </a:lnTo>
                  <a:cubicBezTo>
                    <a:pt x="8158" y="2960"/>
                    <a:pt x="8158" y="2702"/>
                    <a:pt x="7995" y="2551"/>
                  </a:cubicBezTo>
                  <a:cubicBezTo>
                    <a:pt x="7919" y="2468"/>
                    <a:pt x="7817" y="2427"/>
                    <a:pt x="7713" y="2427"/>
                  </a:cubicBezTo>
                  <a:cubicBezTo>
                    <a:pt x="7609" y="2427"/>
                    <a:pt x="7504" y="2468"/>
                    <a:pt x="7423" y="2551"/>
                  </a:cubicBezTo>
                  <a:lnTo>
                    <a:pt x="6895" y="3064"/>
                  </a:lnTo>
                  <a:lnTo>
                    <a:pt x="6382" y="2551"/>
                  </a:lnTo>
                  <a:cubicBezTo>
                    <a:pt x="6304" y="2473"/>
                    <a:pt x="6197" y="2430"/>
                    <a:pt x="6089" y="2430"/>
                  </a:cubicBezTo>
                  <a:cubicBezTo>
                    <a:pt x="6003" y="2430"/>
                    <a:pt x="5917" y="2457"/>
                    <a:pt x="5843" y="2514"/>
                  </a:cubicBezTo>
                  <a:cubicBezTo>
                    <a:pt x="5647" y="2666"/>
                    <a:pt x="5633" y="2946"/>
                    <a:pt x="5810" y="3123"/>
                  </a:cubicBezTo>
                  <a:lnTo>
                    <a:pt x="6500" y="3813"/>
                  </a:lnTo>
                  <a:lnTo>
                    <a:pt x="6500" y="5928"/>
                  </a:lnTo>
                  <a:lnTo>
                    <a:pt x="6090" y="5928"/>
                  </a:lnTo>
                  <a:cubicBezTo>
                    <a:pt x="6020" y="5530"/>
                    <a:pt x="5787" y="5157"/>
                    <a:pt x="5448" y="4865"/>
                  </a:cubicBezTo>
                  <a:cubicBezTo>
                    <a:pt x="4909" y="4433"/>
                    <a:pt x="4606" y="3788"/>
                    <a:pt x="4606" y="3101"/>
                  </a:cubicBezTo>
                  <a:cubicBezTo>
                    <a:pt x="4606" y="1838"/>
                    <a:pt x="5633" y="809"/>
                    <a:pt x="6895" y="809"/>
                  </a:cubicBezTo>
                  <a:close/>
                  <a:moveTo>
                    <a:pt x="7681" y="6748"/>
                  </a:moveTo>
                  <a:lnTo>
                    <a:pt x="7681" y="7412"/>
                  </a:lnTo>
                  <a:cubicBezTo>
                    <a:pt x="7681" y="7494"/>
                    <a:pt x="7622" y="7553"/>
                    <a:pt x="7552" y="7553"/>
                  </a:cubicBezTo>
                  <a:lnTo>
                    <a:pt x="6253" y="7553"/>
                  </a:lnTo>
                  <a:cubicBezTo>
                    <a:pt x="6183" y="7553"/>
                    <a:pt x="6124" y="7494"/>
                    <a:pt x="6124" y="7412"/>
                  </a:cubicBezTo>
                  <a:lnTo>
                    <a:pt x="6124" y="6748"/>
                  </a:lnTo>
                  <a:close/>
                  <a:moveTo>
                    <a:pt x="12857" y="3507"/>
                  </a:moveTo>
                  <a:cubicBezTo>
                    <a:pt x="12941" y="3507"/>
                    <a:pt x="12997" y="3566"/>
                    <a:pt x="12997" y="3637"/>
                  </a:cubicBezTo>
                  <a:lnTo>
                    <a:pt x="12997" y="9166"/>
                  </a:lnTo>
                  <a:lnTo>
                    <a:pt x="808" y="9166"/>
                  </a:lnTo>
                  <a:lnTo>
                    <a:pt x="808" y="3637"/>
                  </a:lnTo>
                  <a:cubicBezTo>
                    <a:pt x="808" y="3566"/>
                    <a:pt x="864" y="3507"/>
                    <a:pt x="948" y="3507"/>
                  </a:cubicBezTo>
                  <a:lnTo>
                    <a:pt x="3824" y="3507"/>
                  </a:lnTo>
                  <a:cubicBezTo>
                    <a:pt x="3927" y="4279"/>
                    <a:pt x="4315" y="4994"/>
                    <a:pt x="4921" y="5496"/>
                  </a:cubicBezTo>
                  <a:cubicBezTo>
                    <a:pt x="5167" y="5696"/>
                    <a:pt x="5308" y="5976"/>
                    <a:pt x="5308" y="6257"/>
                  </a:cubicBezTo>
                  <a:lnTo>
                    <a:pt x="5308" y="7412"/>
                  </a:lnTo>
                  <a:cubicBezTo>
                    <a:pt x="5308" y="7940"/>
                    <a:pt x="5740" y="8361"/>
                    <a:pt x="6253" y="8361"/>
                  </a:cubicBezTo>
                  <a:lnTo>
                    <a:pt x="7527" y="8361"/>
                  </a:lnTo>
                  <a:cubicBezTo>
                    <a:pt x="8043" y="8361"/>
                    <a:pt x="8464" y="7940"/>
                    <a:pt x="8464" y="7412"/>
                  </a:cubicBezTo>
                  <a:lnTo>
                    <a:pt x="8464" y="6257"/>
                  </a:lnTo>
                  <a:cubicBezTo>
                    <a:pt x="8464" y="5976"/>
                    <a:pt x="8604" y="5696"/>
                    <a:pt x="8848" y="5496"/>
                  </a:cubicBezTo>
                  <a:cubicBezTo>
                    <a:pt x="9457" y="4994"/>
                    <a:pt x="9855" y="4279"/>
                    <a:pt x="9948" y="3507"/>
                  </a:cubicBezTo>
                  <a:close/>
                  <a:moveTo>
                    <a:pt x="12997" y="9974"/>
                  </a:moveTo>
                  <a:lnTo>
                    <a:pt x="12997" y="10650"/>
                  </a:lnTo>
                  <a:cubicBezTo>
                    <a:pt x="12997" y="10720"/>
                    <a:pt x="12941" y="10790"/>
                    <a:pt x="12857" y="10790"/>
                  </a:cubicBezTo>
                  <a:lnTo>
                    <a:pt x="948" y="10790"/>
                  </a:lnTo>
                  <a:cubicBezTo>
                    <a:pt x="864" y="10790"/>
                    <a:pt x="808" y="10720"/>
                    <a:pt x="808" y="10650"/>
                  </a:cubicBezTo>
                  <a:lnTo>
                    <a:pt x="808" y="9974"/>
                  </a:lnTo>
                  <a:close/>
                  <a:moveTo>
                    <a:pt x="8194" y="11598"/>
                  </a:moveTo>
                  <a:lnTo>
                    <a:pt x="8534" y="13001"/>
                  </a:lnTo>
                  <a:lnTo>
                    <a:pt x="5249" y="13001"/>
                  </a:lnTo>
                  <a:lnTo>
                    <a:pt x="5588" y="11598"/>
                  </a:lnTo>
                  <a:close/>
                  <a:moveTo>
                    <a:pt x="6895" y="1"/>
                  </a:moveTo>
                  <a:cubicBezTo>
                    <a:pt x="5330" y="1"/>
                    <a:pt x="4020" y="1182"/>
                    <a:pt x="3824" y="2702"/>
                  </a:cubicBezTo>
                  <a:lnTo>
                    <a:pt x="948" y="2702"/>
                  </a:lnTo>
                  <a:cubicBezTo>
                    <a:pt x="421" y="2702"/>
                    <a:pt x="0" y="3123"/>
                    <a:pt x="0" y="3637"/>
                  </a:cubicBezTo>
                  <a:lnTo>
                    <a:pt x="0" y="10650"/>
                  </a:lnTo>
                  <a:cubicBezTo>
                    <a:pt x="0" y="11177"/>
                    <a:pt x="421" y="11598"/>
                    <a:pt x="948" y="11598"/>
                  </a:cubicBezTo>
                  <a:lnTo>
                    <a:pt x="4769" y="11598"/>
                  </a:lnTo>
                  <a:lnTo>
                    <a:pt x="4430" y="13001"/>
                  </a:lnTo>
                  <a:lnTo>
                    <a:pt x="3669" y="13001"/>
                  </a:lnTo>
                  <a:cubicBezTo>
                    <a:pt x="3459" y="13001"/>
                    <a:pt x="3274" y="13152"/>
                    <a:pt x="3249" y="13351"/>
                  </a:cubicBezTo>
                  <a:cubicBezTo>
                    <a:pt x="3226" y="13595"/>
                    <a:pt x="3414" y="13806"/>
                    <a:pt x="3658" y="13806"/>
                  </a:cubicBezTo>
                  <a:lnTo>
                    <a:pt x="10110" y="13806"/>
                  </a:lnTo>
                  <a:cubicBezTo>
                    <a:pt x="10321" y="13806"/>
                    <a:pt x="10509" y="13654"/>
                    <a:pt x="10531" y="13444"/>
                  </a:cubicBezTo>
                  <a:cubicBezTo>
                    <a:pt x="10556" y="13200"/>
                    <a:pt x="10368" y="13001"/>
                    <a:pt x="10122" y="13001"/>
                  </a:cubicBezTo>
                  <a:lnTo>
                    <a:pt x="9364" y="13001"/>
                  </a:lnTo>
                  <a:lnTo>
                    <a:pt x="9025" y="11598"/>
                  </a:lnTo>
                  <a:lnTo>
                    <a:pt x="12857" y="11598"/>
                  </a:lnTo>
                  <a:cubicBezTo>
                    <a:pt x="13384" y="11598"/>
                    <a:pt x="13805" y="11177"/>
                    <a:pt x="13805" y="10650"/>
                  </a:cubicBezTo>
                  <a:lnTo>
                    <a:pt x="13805" y="3637"/>
                  </a:lnTo>
                  <a:cubicBezTo>
                    <a:pt x="13805" y="3123"/>
                    <a:pt x="13384" y="2702"/>
                    <a:pt x="12857" y="2702"/>
                  </a:cubicBezTo>
                  <a:lnTo>
                    <a:pt x="9970" y="2702"/>
                  </a:lnTo>
                  <a:cubicBezTo>
                    <a:pt x="9771" y="1182"/>
                    <a:pt x="8475" y="1"/>
                    <a:pt x="68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 name="Google Shape;1264;p48">
              <a:extLst>
                <a:ext uri="{FF2B5EF4-FFF2-40B4-BE49-F238E27FC236}">
                  <a16:creationId xmlns:a16="http://schemas.microsoft.com/office/drawing/2014/main" id="{6EE38BD2-938C-7FE3-21FF-05C35B79F4E6}"/>
                </a:ext>
              </a:extLst>
            </p:cNvPr>
            <p:cNvSpPr/>
            <p:nvPr/>
          </p:nvSpPr>
          <p:spPr>
            <a:xfrm>
              <a:off x="1259638" y="3810725"/>
              <a:ext cx="40700" cy="30375"/>
            </a:xfrm>
            <a:custGeom>
              <a:avLst/>
              <a:gdLst/>
              <a:ahLst/>
              <a:cxnLst/>
              <a:rect l="l" t="t" r="r" b="b"/>
              <a:pathLst>
                <a:path w="1628" h="1215" extrusionOk="0">
                  <a:moveTo>
                    <a:pt x="1165" y="1"/>
                  </a:moveTo>
                  <a:cubicBezTo>
                    <a:pt x="1096" y="1"/>
                    <a:pt x="1025" y="18"/>
                    <a:pt x="960" y="53"/>
                  </a:cubicBezTo>
                  <a:lnTo>
                    <a:pt x="258" y="463"/>
                  </a:lnTo>
                  <a:cubicBezTo>
                    <a:pt x="70" y="567"/>
                    <a:pt x="0" y="825"/>
                    <a:pt x="118" y="1010"/>
                  </a:cubicBezTo>
                  <a:cubicBezTo>
                    <a:pt x="190" y="1144"/>
                    <a:pt x="324" y="1214"/>
                    <a:pt x="465" y="1214"/>
                  </a:cubicBezTo>
                  <a:cubicBezTo>
                    <a:pt x="533" y="1214"/>
                    <a:pt x="603" y="1198"/>
                    <a:pt x="668" y="1164"/>
                  </a:cubicBezTo>
                  <a:lnTo>
                    <a:pt x="1369" y="754"/>
                  </a:lnTo>
                  <a:cubicBezTo>
                    <a:pt x="1557" y="648"/>
                    <a:pt x="1627" y="393"/>
                    <a:pt x="1510" y="205"/>
                  </a:cubicBezTo>
                  <a:cubicBezTo>
                    <a:pt x="1438" y="71"/>
                    <a:pt x="1305" y="1"/>
                    <a:pt x="11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5" name="Google Shape;1265;p48">
              <a:extLst>
                <a:ext uri="{FF2B5EF4-FFF2-40B4-BE49-F238E27FC236}">
                  <a16:creationId xmlns:a16="http://schemas.microsoft.com/office/drawing/2014/main" id="{9A2B3DB4-97B4-580B-DA9B-AB9E2C0173B3}"/>
                </a:ext>
              </a:extLst>
            </p:cNvPr>
            <p:cNvSpPr/>
            <p:nvPr/>
          </p:nvSpPr>
          <p:spPr>
            <a:xfrm>
              <a:off x="1259638" y="3908500"/>
              <a:ext cx="40700" cy="30325"/>
            </a:xfrm>
            <a:custGeom>
              <a:avLst/>
              <a:gdLst/>
              <a:ahLst/>
              <a:cxnLst/>
              <a:rect l="l" t="t" r="r" b="b"/>
              <a:pathLst>
                <a:path w="1628" h="1213" extrusionOk="0">
                  <a:moveTo>
                    <a:pt x="460" y="1"/>
                  </a:moveTo>
                  <a:cubicBezTo>
                    <a:pt x="321" y="1"/>
                    <a:pt x="189" y="73"/>
                    <a:pt x="118" y="199"/>
                  </a:cubicBezTo>
                  <a:cubicBezTo>
                    <a:pt x="0" y="395"/>
                    <a:pt x="70" y="642"/>
                    <a:pt x="258" y="760"/>
                  </a:cubicBezTo>
                  <a:lnTo>
                    <a:pt x="960" y="1155"/>
                  </a:lnTo>
                  <a:cubicBezTo>
                    <a:pt x="1026" y="1195"/>
                    <a:pt x="1098" y="1213"/>
                    <a:pt x="1168" y="1213"/>
                  </a:cubicBezTo>
                  <a:cubicBezTo>
                    <a:pt x="1307" y="1213"/>
                    <a:pt x="1439" y="1140"/>
                    <a:pt x="1510" y="1015"/>
                  </a:cubicBezTo>
                  <a:cubicBezTo>
                    <a:pt x="1627" y="816"/>
                    <a:pt x="1557" y="572"/>
                    <a:pt x="1369" y="454"/>
                  </a:cubicBezTo>
                  <a:lnTo>
                    <a:pt x="668" y="58"/>
                  </a:lnTo>
                  <a:cubicBezTo>
                    <a:pt x="601" y="19"/>
                    <a:pt x="530" y="1"/>
                    <a:pt x="4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 name="Google Shape;1266;p48">
              <a:extLst>
                <a:ext uri="{FF2B5EF4-FFF2-40B4-BE49-F238E27FC236}">
                  <a16:creationId xmlns:a16="http://schemas.microsoft.com/office/drawing/2014/main" id="{7B297107-6C8C-9EA2-F6C6-F6AB8FCC5540}"/>
                </a:ext>
              </a:extLst>
            </p:cNvPr>
            <p:cNvSpPr/>
            <p:nvPr/>
          </p:nvSpPr>
          <p:spPr>
            <a:xfrm>
              <a:off x="1039913" y="3810725"/>
              <a:ext cx="40625" cy="30375"/>
            </a:xfrm>
            <a:custGeom>
              <a:avLst/>
              <a:gdLst/>
              <a:ahLst/>
              <a:cxnLst/>
              <a:rect l="l" t="t" r="r" b="b"/>
              <a:pathLst>
                <a:path w="1625" h="1215" extrusionOk="0">
                  <a:moveTo>
                    <a:pt x="462" y="1"/>
                  </a:moveTo>
                  <a:cubicBezTo>
                    <a:pt x="321" y="1"/>
                    <a:pt x="188" y="71"/>
                    <a:pt x="118" y="205"/>
                  </a:cubicBezTo>
                  <a:cubicBezTo>
                    <a:pt x="0" y="393"/>
                    <a:pt x="70" y="648"/>
                    <a:pt x="258" y="754"/>
                  </a:cubicBezTo>
                  <a:lnTo>
                    <a:pt x="960" y="1164"/>
                  </a:lnTo>
                  <a:cubicBezTo>
                    <a:pt x="1025" y="1198"/>
                    <a:pt x="1094" y="1214"/>
                    <a:pt x="1163" y="1214"/>
                  </a:cubicBezTo>
                  <a:cubicBezTo>
                    <a:pt x="1303" y="1214"/>
                    <a:pt x="1438" y="1144"/>
                    <a:pt x="1509" y="1010"/>
                  </a:cubicBezTo>
                  <a:cubicBezTo>
                    <a:pt x="1624" y="825"/>
                    <a:pt x="1554" y="567"/>
                    <a:pt x="1369" y="463"/>
                  </a:cubicBezTo>
                  <a:lnTo>
                    <a:pt x="668" y="53"/>
                  </a:lnTo>
                  <a:cubicBezTo>
                    <a:pt x="602" y="18"/>
                    <a:pt x="531" y="1"/>
                    <a:pt x="4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 name="Google Shape;1267;p48">
              <a:extLst>
                <a:ext uri="{FF2B5EF4-FFF2-40B4-BE49-F238E27FC236}">
                  <a16:creationId xmlns:a16="http://schemas.microsoft.com/office/drawing/2014/main" id="{CB344B23-AA0F-EA03-9D46-AC243B267990}"/>
                </a:ext>
              </a:extLst>
            </p:cNvPr>
            <p:cNvSpPr/>
            <p:nvPr/>
          </p:nvSpPr>
          <p:spPr>
            <a:xfrm>
              <a:off x="1039913" y="3908500"/>
              <a:ext cx="40625" cy="30325"/>
            </a:xfrm>
            <a:custGeom>
              <a:avLst/>
              <a:gdLst/>
              <a:ahLst/>
              <a:cxnLst/>
              <a:rect l="l" t="t" r="r" b="b"/>
              <a:pathLst>
                <a:path w="1625" h="1213" extrusionOk="0">
                  <a:moveTo>
                    <a:pt x="1168" y="1"/>
                  </a:moveTo>
                  <a:cubicBezTo>
                    <a:pt x="1098" y="1"/>
                    <a:pt x="1026" y="19"/>
                    <a:pt x="960" y="58"/>
                  </a:cubicBezTo>
                  <a:lnTo>
                    <a:pt x="258" y="454"/>
                  </a:lnTo>
                  <a:cubicBezTo>
                    <a:pt x="70" y="572"/>
                    <a:pt x="0" y="816"/>
                    <a:pt x="118" y="1015"/>
                  </a:cubicBezTo>
                  <a:cubicBezTo>
                    <a:pt x="187" y="1140"/>
                    <a:pt x="320" y="1213"/>
                    <a:pt x="459" y="1213"/>
                  </a:cubicBezTo>
                  <a:cubicBezTo>
                    <a:pt x="529" y="1213"/>
                    <a:pt x="601" y="1195"/>
                    <a:pt x="668" y="1155"/>
                  </a:cubicBezTo>
                  <a:lnTo>
                    <a:pt x="1369" y="760"/>
                  </a:lnTo>
                  <a:cubicBezTo>
                    <a:pt x="1554" y="642"/>
                    <a:pt x="1624" y="395"/>
                    <a:pt x="1509" y="199"/>
                  </a:cubicBezTo>
                  <a:cubicBezTo>
                    <a:pt x="1438" y="73"/>
                    <a:pt x="1307" y="1"/>
                    <a:pt x="11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8" name="Google Shape;1457;p48">
            <a:extLst>
              <a:ext uri="{FF2B5EF4-FFF2-40B4-BE49-F238E27FC236}">
                <a16:creationId xmlns:a16="http://schemas.microsoft.com/office/drawing/2014/main" id="{CA870D12-BF92-1831-962D-1906500FF277}"/>
              </a:ext>
            </a:extLst>
          </p:cNvPr>
          <p:cNvGrpSpPr/>
          <p:nvPr/>
        </p:nvGrpSpPr>
        <p:grpSpPr>
          <a:xfrm>
            <a:off x="5571555" y="1452934"/>
            <a:ext cx="317375" cy="345350"/>
            <a:chOff x="1011863" y="1545075"/>
            <a:chExt cx="317375" cy="345350"/>
          </a:xfrm>
        </p:grpSpPr>
        <p:sp>
          <p:nvSpPr>
            <p:cNvPr id="9" name="Google Shape;1458;p48">
              <a:extLst>
                <a:ext uri="{FF2B5EF4-FFF2-40B4-BE49-F238E27FC236}">
                  <a16:creationId xmlns:a16="http://schemas.microsoft.com/office/drawing/2014/main" id="{3180A918-DB64-2E6F-AA6B-759C9FE2F88A}"/>
                </a:ext>
              </a:extLst>
            </p:cNvPr>
            <p:cNvSpPr/>
            <p:nvPr/>
          </p:nvSpPr>
          <p:spPr>
            <a:xfrm>
              <a:off x="1011863" y="1545075"/>
              <a:ext cx="317375" cy="345350"/>
            </a:xfrm>
            <a:custGeom>
              <a:avLst/>
              <a:gdLst/>
              <a:ahLst/>
              <a:cxnLst/>
              <a:rect l="l" t="t" r="r" b="b"/>
              <a:pathLst>
                <a:path w="12695" h="13814" extrusionOk="0">
                  <a:moveTo>
                    <a:pt x="5809" y="813"/>
                  </a:moveTo>
                  <a:cubicBezTo>
                    <a:pt x="5837" y="813"/>
                    <a:pt x="5864" y="813"/>
                    <a:pt x="5891" y="814"/>
                  </a:cubicBezTo>
                  <a:cubicBezTo>
                    <a:pt x="8593" y="862"/>
                    <a:pt x="10789" y="3154"/>
                    <a:pt x="10789" y="5841"/>
                  </a:cubicBezTo>
                  <a:lnTo>
                    <a:pt x="10789" y="6882"/>
                  </a:lnTo>
                  <a:cubicBezTo>
                    <a:pt x="10789" y="6963"/>
                    <a:pt x="10812" y="7033"/>
                    <a:pt x="10859" y="7103"/>
                  </a:cubicBezTo>
                  <a:lnTo>
                    <a:pt x="11679" y="8343"/>
                  </a:lnTo>
                  <a:lnTo>
                    <a:pt x="11011" y="8669"/>
                  </a:lnTo>
                  <a:cubicBezTo>
                    <a:pt x="10907" y="8728"/>
                    <a:pt x="10823" y="8834"/>
                    <a:pt x="10801" y="8963"/>
                  </a:cubicBezTo>
                  <a:lnTo>
                    <a:pt x="10649" y="9710"/>
                  </a:lnTo>
                  <a:lnTo>
                    <a:pt x="10122" y="9710"/>
                  </a:lnTo>
                  <a:cubicBezTo>
                    <a:pt x="9925" y="9710"/>
                    <a:pt x="9737" y="9861"/>
                    <a:pt x="9715" y="10071"/>
                  </a:cubicBezTo>
                  <a:cubicBezTo>
                    <a:pt x="9690" y="10318"/>
                    <a:pt x="9878" y="10517"/>
                    <a:pt x="10110" y="10517"/>
                  </a:cubicBezTo>
                  <a:lnTo>
                    <a:pt x="10498" y="10517"/>
                  </a:lnTo>
                  <a:lnTo>
                    <a:pt x="10402" y="11008"/>
                  </a:lnTo>
                  <a:cubicBezTo>
                    <a:pt x="10357" y="11194"/>
                    <a:pt x="10192" y="11323"/>
                    <a:pt x="10007" y="11323"/>
                  </a:cubicBezTo>
                  <a:lnTo>
                    <a:pt x="8183" y="11323"/>
                  </a:lnTo>
                  <a:cubicBezTo>
                    <a:pt x="7586" y="10492"/>
                    <a:pt x="6615" y="9979"/>
                    <a:pt x="5577" y="9979"/>
                  </a:cubicBezTo>
                  <a:lnTo>
                    <a:pt x="2702" y="9979"/>
                  </a:lnTo>
                  <a:cubicBezTo>
                    <a:pt x="1565" y="9067"/>
                    <a:pt x="819" y="7406"/>
                    <a:pt x="819" y="5807"/>
                  </a:cubicBezTo>
                  <a:cubicBezTo>
                    <a:pt x="819" y="3052"/>
                    <a:pt x="3053" y="813"/>
                    <a:pt x="5809" y="813"/>
                  </a:cubicBezTo>
                  <a:close/>
                  <a:moveTo>
                    <a:pt x="5577" y="10787"/>
                  </a:moveTo>
                  <a:cubicBezTo>
                    <a:pt x="6371" y="10787"/>
                    <a:pt x="7120" y="11194"/>
                    <a:pt x="7552" y="11850"/>
                  </a:cubicBezTo>
                  <a:lnTo>
                    <a:pt x="7552" y="12995"/>
                  </a:lnTo>
                  <a:lnTo>
                    <a:pt x="2968" y="12995"/>
                  </a:lnTo>
                  <a:lnTo>
                    <a:pt x="2968" y="10787"/>
                  </a:lnTo>
                  <a:close/>
                  <a:moveTo>
                    <a:pt x="5786" y="0"/>
                  </a:moveTo>
                  <a:cubicBezTo>
                    <a:pt x="5550" y="0"/>
                    <a:pt x="5312" y="14"/>
                    <a:pt x="5072" y="42"/>
                  </a:cubicBezTo>
                  <a:cubicBezTo>
                    <a:pt x="4045" y="171"/>
                    <a:pt x="3052" y="581"/>
                    <a:pt x="2233" y="1223"/>
                  </a:cubicBezTo>
                  <a:cubicBezTo>
                    <a:pt x="808" y="2357"/>
                    <a:pt x="0" y="4018"/>
                    <a:pt x="0" y="5807"/>
                  </a:cubicBezTo>
                  <a:cubicBezTo>
                    <a:pt x="0" y="6730"/>
                    <a:pt x="222" y="7676"/>
                    <a:pt x="631" y="8554"/>
                  </a:cubicBezTo>
                  <a:cubicBezTo>
                    <a:pt x="1018" y="9370"/>
                    <a:pt x="1543" y="10071"/>
                    <a:pt x="2163" y="10576"/>
                  </a:cubicBezTo>
                  <a:lnTo>
                    <a:pt x="2163" y="13404"/>
                  </a:lnTo>
                  <a:cubicBezTo>
                    <a:pt x="2163" y="13626"/>
                    <a:pt x="2337" y="13814"/>
                    <a:pt x="2573" y="13814"/>
                  </a:cubicBezTo>
                  <a:lnTo>
                    <a:pt x="7962" y="13814"/>
                  </a:lnTo>
                  <a:cubicBezTo>
                    <a:pt x="8183" y="13814"/>
                    <a:pt x="8357" y="13626"/>
                    <a:pt x="8357" y="13404"/>
                  </a:cubicBezTo>
                  <a:lnTo>
                    <a:pt x="8357" y="12142"/>
                  </a:lnTo>
                  <a:lnTo>
                    <a:pt x="9995" y="12142"/>
                  </a:lnTo>
                  <a:cubicBezTo>
                    <a:pt x="10568" y="12142"/>
                    <a:pt x="11070" y="11732"/>
                    <a:pt x="11188" y="11160"/>
                  </a:cubicBezTo>
                  <a:lnTo>
                    <a:pt x="11550" y="9314"/>
                  </a:lnTo>
                  <a:lnTo>
                    <a:pt x="12450" y="8857"/>
                  </a:lnTo>
                  <a:cubicBezTo>
                    <a:pt x="12554" y="8809"/>
                    <a:pt x="12635" y="8716"/>
                    <a:pt x="12660" y="8599"/>
                  </a:cubicBezTo>
                  <a:cubicBezTo>
                    <a:pt x="12694" y="8484"/>
                    <a:pt x="12672" y="8366"/>
                    <a:pt x="12613" y="8273"/>
                  </a:cubicBezTo>
                  <a:lnTo>
                    <a:pt x="11594" y="6753"/>
                  </a:lnTo>
                  <a:lnTo>
                    <a:pt x="11594" y="5841"/>
                  </a:lnTo>
                  <a:cubicBezTo>
                    <a:pt x="11594" y="4346"/>
                    <a:pt x="11033" y="2895"/>
                    <a:pt x="10007" y="1810"/>
                  </a:cubicBezTo>
                  <a:cubicBezTo>
                    <a:pt x="8896" y="648"/>
                    <a:pt x="7393" y="0"/>
                    <a:pt x="57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 name="Google Shape;1459;p48">
              <a:extLst>
                <a:ext uri="{FF2B5EF4-FFF2-40B4-BE49-F238E27FC236}">
                  <a16:creationId xmlns:a16="http://schemas.microsoft.com/office/drawing/2014/main" id="{20947E7E-71DB-6E2B-3C3F-446A1C7FD465}"/>
                </a:ext>
              </a:extLst>
            </p:cNvPr>
            <p:cNvSpPr/>
            <p:nvPr/>
          </p:nvSpPr>
          <p:spPr>
            <a:xfrm>
              <a:off x="1065363" y="1592275"/>
              <a:ext cx="183225" cy="182200"/>
            </a:xfrm>
            <a:custGeom>
              <a:avLst/>
              <a:gdLst/>
              <a:ahLst/>
              <a:cxnLst/>
              <a:rect l="l" t="t" r="r" b="b"/>
              <a:pathLst>
                <a:path w="7329" h="7288" extrusionOk="0">
                  <a:moveTo>
                    <a:pt x="5317" y="1616"/>
                  </a:moveTo>
                  <a:lnTo>
                    <a:pt x="5681" y="1989"/>
                  </a:lnTo>
                  <a:lnTo>
                    <a:pt x="5681" y="5297"/>
                  </a:lnTo>
                  <a:lnTo>
                    <a:pt x="5317" y="5659"/>
                  </a:lnTo>
                  <a:lnTo>
                    <a:pt x="2009" y="5659"/>
                  </a:lnTo>
                  <a:lnTo>
                    <a:pt x="1636" y="5297"/>
                  </a:lnTo>
                  <a:lnTo>
                    <a:pt x="1636" y="1989"/>
                  </a:lnTo>
                  <a:lnTo>
                    <a:pt x="2009" y="1616"/>
                  </a:lnTo>
                  <a:close/>
                  <a:moveTo>
                    <a:pt x="2047" y="1"/>
                  </a:moveTo>
                  <a:cubicBezTo>
                    <a:pt x="1822" y="1"/>
                    <a:pt x="1636" y="181"/>
                    <a:pt x="1636" y="413"/>
                  </a:cubicBezTo>
                  <a:lnTo>
                    <a:pt x="1636" y="867"/>
                  </a:lnTo>
                  <a:cubicBezTo>
                    <a:pt x="1614" y="878"/>
                    <a:pt x="1577" y="904"/>
                    <a:pt x="1555" y="926"/>
                  </a:cubicBezTo>
                  <a:lnTo>
                    <a:pt x="946" y="1535"/>
                  </a:lnTo>
                  <a:cubicBezTo>
                    <a:pt x="923" y="1557"/>
                    <a:pt x="898" y="1591"/>
                    <a:pt x="887" y="1616"/>
                  </a:cubicBezTo>
                  <a:lnTo>
                    <a:pt x="433" y="1616"/>
                  </a:lnTo>
                  <a:cubicBezTo>
                    <a:pt x="233" y="1616"/>
                    <a:pt x="45" y="1779"/>
                    <a:pt x="23" y="1978"/>
                  </a:cubicBezTo>
                  <a:cubicBezTo>
                    <a:pt x="1" y="2222"/>
                    <a:pt x="186" y="2433"/>
                    <a:pt x="433" y="2433"/>
                  </a:cubicBezTo>
                  <a:lnTo>
                    <a:pt x="828" y="2433"/>
                  </a:lnTo>
                  <a:lnTo>
                    <a:pt x="828" y="3240"/>
                  </a:lnTo>
                  <a:lnTo>
                    <a:pt x="433" y="3240"/>
                  </a:lnTo>
                  <a:cubicBezTo>
                    <a:pt x="233" y="3240"/>
                    <a:pt x="45" y="3392"/>
                    <a:pt x="23" y="3602"/>
                  </a:cubicBezTo>
                  <a:cubicBezTo>
                    <a:pt x="1" y="3835"/>
                    <a:pt x="186" y="4046"/>
                    <a:pt x="433" y="4046"/>
                  </a:cubicBezTo>
                  <a:lnTo>
                    <a:pt x="828" y="4046"/>
                  </a:lnTo>
                  <a:lnTo>
                    <a:pt x="828" y="4854"/>
                  </a:lnTo>
                  <a:lnTo>
                    <a:pt x="433" y="4854"/>
                  </a:lnTo>
                  <a:cubicBezTo>
                    <a:pt x="233" y="4854"/>
                    <a:pt x="45" y="5005"/>
                    <a:pt x="23" y="5215"/>
                  </a:cubicBezTo>
                  <a:cubicBezTo>
                    <a:pt x="1" y="5462"/>
                    <a:pt x="186" y="5659"/>
                    <a:pt x="433" y="5659"/>
                  </a:cubicBezTo>
                  <a:lnTo>
                    <a:pt x="887" y="5659"/>
                  </a:lnTo>
                  <a:cubicBezTo>
                    <a:pt x="898" y="5695"/>
                    <a:pt x="923" y="5718"/>
                    <a:pt x="946" y="5754"/>
                  </a:cubicBezTo>
                  <a:lnTo>
                    <a:pt x="1555" y="6360"/>
                  </a:lnTo>
                  <a:cubicBezTo>
                    <a:pt x="1577" y="6385"/>
                    <a:pt x="1614" y="6408"/>
                    <a:pt x="1636" y="6419"/>
                  </a:cubicBezTo>
                  <a:lnTo>
                    <a:pt x="1636" y="6865"/>
                  </a:lnTo>
                  <a:cubicBezTo>
                    <a:pt x="1636" y="7075"/>
                    <a:pt x="1788" y="7260"/>
                    <a:pt x="1998" y="7286"/>
                  </a:cubicBezTo>
                  <a:cubicBezTo>
                    <a:pt x="2011" y="7287"/>
                    <a:pt x="2025" y="7288"/>
                    <a:pt x="2038" y="7288"/>
                  </a:cubicBezTo>
                  <a:cubicBezTo>
                    <a:pt x="2267" y="7288"/>
                    <a:pt x="2455" y="7107"/>
                    <a:pt x="2455" y="6876"/>
                  </a:cubicBezTo>
                  <a:lnTo>
                    <a:pt x="2455" y="6478"/>
                  </a:lnTo>
                  <a:lnTo>
                    <a:pt x="3260" y="6478"/>
                  </a:lnTo>
                  <a:lnTo>
                    <a:pt x="3260" y="6865"/>
                  </a:lnTo>
                  <a:cubicBezTo>
                    <a:pt x="3260" y="7075"/>
                    <a:pt x="3412" y="7260"/>
                    <a:pt x="3611" y="7286"/>
                  </a:cubicBezTo>
                  <a:cubicBezTo>
                    <a:pt x="3624" y="7287"/>
                    <a:pt x="3638" y="7288"/>
                    <a:pt x="3651" y="7288"/>
                  </a:cubicBezTo>
                  <a:cubicBezTo>
                    <a:pt x="3880" y="7288"/>
                    <a:pt x="4068" y="7107"/>
                    <a:pt x="4068" y="6876"/>
                  </a:cubicBezTo>
                  <a:lnTo>
                    <a:pt x="4068" y="6478"/>
                  </a:lnTo>
                  <a:lnTo>
                    <a:pt x="4873" y="6478"/>
                  </a:lnTo>
                  <a:lnTo>
                    <a:pt x="4873" y="6865"/>
                  </a:lnTo>
                  <a:cubicBezTo>
                    <a:pt x="4873" y="7075"/>
                    <a:pt x="5025" y="7260"/>
                    <a:pt x="5235" y="7286"/>
                  </a:cubicBezTo>
                  <a:cubicBezTo>
                    <a:pt x="5249" y="7287"/>
                    <a:pt x="5262" y="7288"/>
                    <a:pt x="5275" y="7288"/>
                  </a:cubicBezTo>
                  <a:cubicBezTo>
                    <a:pt x="5503" y="7288"/>
                    <a:pt x="5681" y="7107"/>
                    <a:pt x="5681" y="6876"/>
                  </a:cubicBezTo>
                  <a:lnTo>
                    <a:pt x="5681" y="6419"/>
                  </a:lnTo>
                  <a:cubicBezTo>
                    <a:pt x="5715" y="6408"/>
                    <a:pt x="5737" y="6385"/>
                    <a:pt x="5774" y="6360"/>
                  </a:cubicBezTo>
                  <a:lnTo>
                    <a:pt x="6369" y="5754"/>
                  </a:lnTo>
                  <a:cubicBezTo>
                    <a:pt x="6405" y="5718"/>
                    <a:pt x="6416" y="5695"/>
                    <a:pt x="6439" y="5659"/>
                  </a:cubicBezTo>
                  <a:lnTo>
                    <a:pt x="6885" y="5659"/>
                  </a:lnTo>
                  <a:cubicBezTo>
                    <a:pt x="7095" y="5659"/>
                    <a:pt x="7280" y="5507"/>
                    <a:pt x="7306" y="5308"/>
                  </a:cubicBezTo>
                  <a:cubicBezTo>
                    <a:pt x="7328" y="5064"/>
                    <a:pt x="7140" y="4854"/>
                    <a:pt x="6896" y="4854"/>
                  </a:cubicBezTo>
                  <a:lnTo>
                    <a:pt x="6498" y="4854"/>
                  </a:lnTo>
                  <a:lnTo>
                    <a:pt x="6498" y="4046"/>
                  </a:lnTo>
                  <a:lnTo>
                    <a:pt x="6885" y="4046"/>
                  </a:lnTo>
                  <a:cubicBezTo>
                    <a:pt x="7095" y="4046"/>
                    <a:pt x="7280" y="3894"/>
                    <a:pt x="7306" y="3684"/>
                  </a:cubicBezTo>
                  <a:cubicBezTo>
                    <a:pt x="7328" y="3451"/>
                    <a:pt x="7140" y="3240"/>
                    <a:pt x="6896" y="3240"/>
                  </a:cubicBezTo>
                  <a:lnTo>
                    <a:pt x="6498" y="3240"/>
                  </a:lnTo>
                  <a:lnTo>
                    <a:pt x="6498" y="2433"/>
                  </a:lnTo>
                  <a:lnTo>
                    <a:pt x="6896" y="2433"/>
                  </a:lnTo>
                  <a:cubicBezTo>
                    <a:pt x="7140" y="2433"/>
                    <a:pt x="7328" y="2222"/>
                    <a:pt x="7306" y="1978"/>
                  </a:cubicBezTo>
                  <a:cubicBezTo>
                    <a:pt x="7280" y="1779"/>
                    <a:pt x="7095" y="1616"/>
                    <a:pt x="6885" y="1616"/>
                  </a:cubicBezTo>
                  <a:lnTo>
                    <a:pt x="6439" y="1616"/>
                  </a:lnTo>
                  <a:cubicBezTo>
                    <a:pt x="6416" y="1591"/>
                    <a:pt x="6405" y="1557"/>
                    <a:pt x="6369" y="1535"/>
                  </a:cubicBezTo>
                  <a:lnTo>
                    <a:pt x="5774" y="926"/>
                  </a:lnTo>
                  <a:cubicBezTo>
                    <a:pt x="5737" y="904"/>
                    <a:pt x="5715" y="878"/>
                    <a:pt x="5681" y="867"/>
                  </a:cubicBezTo>
                  <a:lnTo>
                    <a:pt x="5681" y="424"/>
                  </a:lnTo>
                  <a:cubicBezTo>
                    <a:pt x="5681" y="214"/>
                    <a:pt x="5527" y="26"/>
                    <a:pt x="5331" y="3"/>
                  </a:cubicBezTo>
                  <a:cubicBezTo>
                    <a:pt x="5316" y="2"/>
                    <a:pt x="5301" y="1"/>
                    <a:pt x="5286" y="1"/>
                  </a:cubicBezTo>
                  <a:cubicBezTo>
                    <a:pt x="5059" y="1"/>
                    <a:pt x="4873" y="181"/>
                    <a:pt x="4873" y="413"/>
                  </a:cubicBezTo>
                  <a:lnTo>
                    <a:pt x="4873" y="808"/>
                  </a:lnTo>
                  <a:lnTo>
                    <a:pt x="4068" y="808"/>
                  </a:lnTo>
                  <a:lnTo>
                    <a:pt x="4068" y="424"/>
                  </a:lnTo>
                  <a:cubicBezTo>
                    <a:pt x="4068" y="214"/>
                    <a:pt x="3914" y="26"/>
                    <a:pt x="3704" y="3"/>
                  </a:cubicBezTo>
                  <a:cubicBezTo>
                    <a:pt x="3689" y="2"/>
                    <a:pt x="3674" y="1"/>
                    <a:pt x="3660" y="1"/>
                  </a:cubicBezTo>
                  <a:cubicBezTo>
                    <a:pt x="3436" y="1"/>
                    <a:pt x="3260" y="181"/>
                    <a:pt x="3260" y="413"/>
                  </a:cubicBezTo>
                  <a:lnTo>
                    <a:pt x="3260" y="808"/>
                  </a:lnTo>
                  <a:lnTo>
                    <a:pt x="2455" y="808"/>
                  </a:lnTo>
                  <a:lnTo>
                    <a:pt x="2455" y="424"/>
                  </a:lnTo>
                  <a:cubicBezTo>
                    <a:pt x="2455" y="214"/>
                    <a:pt x="2301" y="26"/>
                    <a:pt x="2090" y="3"/>
                  </a:cubicBezTo>
                  <a:cubicBezTo>
                    <a:pt x="2076" y="2"/>
                    <a:pt x="2061" y="1"/>
                    <a:pt x="20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 name="Google Shape;1460;p48">
              <a:extLst>
                <a:ext uri="{FF2B5EF4-FFF2-40B4-BE49-F238E27FC236}">
                  <a16:creationId xmlns:a16="http://schemas.microsoft.com/office/drawing/2014/main" id="{A6338D8E-7A08-DC7C-E026-55A8B61DE092}"/>
                </a:ext>
              </a:extLst>
            </p:cNvPr>
            <p:cNvSpPr/>
            <p:nvPr/>
          </p:nvSpPr>
          <p:spPr>
            <a:xfrm>
              <a:off x="1126738" y="1653075"/>
              <a:ext cx="60750" cy="60825"/>
            </a:xfrm>
            <a:custGeom>
              <a:avLst/>
              <a:gdLst/>
              <a:ahLst/>
              <a:cxnLst/>
              <a:rect l="l" t="t" r="r" b="b"/>
              <a:pathLst>
                <a:path w="2430" h="2433" extrusionOk="0">
                  <a:moveTo>
                    <a:pt x="1215" y="820"/>
                  </a:moveTo>
                  <a:cubicBezTo>
                    <a:pt x="1437" y="820"/>
                    <a:pt x="1624" y="996"/>
                    <a:pt x="1624" y="1218"/>
                  </a:cubicBezTo>
                  <a:cubicBezTo>
                    <a:pt x="1624" y="1440"/>
                    <a:pt x="1437" y="1628"/>
                    <a:pt x="1215" y="1628"/>
                  </a:cubicBezTo>
                  <a:cubicBezTo>
                    <a:pt x="993" y="1628"/>
                    <a:pt x="817" y="1440"/>
                    <a:pt x="817" y="1218"/>
                  </a:cubicBezTo>
                  <a:cubicBezTo>
                    <a:pt x="817" y="996"/>
                    <a:pt x="993" y="820"/>
                    <a:pt x="1215" y="820"/>
                  </a:cubicBezTo>
                  <a:close/>
                  <a:moveTo>
                    <a:pt x="1215" y="1"/>
                  </a:moveTo>
                  <a:cubicBezTo>
                    <a:pt x="547" y="1"/>
                    <a:pt x="0" y="550"/>
                    <a:pt x="0" y="1218"/>
                  </a:cubicBezTo>
                  <a:cubicBezTo>
                    <a:pt x="0" y="1883"/>
                    <a:pt x="547" y="2433"/>
                    <a:pt x="1215" y="2433"/>
                  </a:cubicBezTo>
                  <a:cubicBezTo>
                    <a:pt x="1880" y="2433"/>
                    <a:pt x="2430" y="1883"/>
                    <a:pt x="2430" y="1218"/>
                  </a:cubicBezTo>
                  <a:cubicBezTo>
                    <a:pt x="2430" y="550"/>
                    <a:pt x="1880" y="1"/>
                    <a:pt x="12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15" name="Google Shape;1447;p48">
            <a:extLst>
              <a:ext uri="{FF2B5EF4-FFF2-40B4-BE49-F238E27FC236}">
                <a16:creationId xmlns:a16="http://schemas.microsoft.com/office/drawing/2014/main" id="{627ADC4A-143E-3EA7-ED6C-1118D81D5FA8}"/>
              </a:ext>
            </a:extLst>
          </p:cNvPr>
          <p:cNvGrpSpPr/>
          <p:nvPr/>
        </p:nvGrpSpPr>
        <p:grpSpPr>
          <a:xfrm>
            <a:off x="1002037" y="1497584"/>
            <a:ext cx="345150" cy="345075"/>
            <a:chOff x="3269563" y="2118050"/>
            <a:chExt cx="345150" cy="345075"/>
          </a:xfrm>
        </p:grpSpPr>
        <p:sp>
          <p:nvSpPr>
            <p:cNvPr id="16" name="Google Shape;1448;p48">
              <a:extLst>
                <a:ext uri="{FF2B5EF4-FFF2-40B4-BE49-F238E27FC236}">
                  <a16:creationId xmlns:a16="http://schemas.microsoft.com/office/drawing/2014/main" id="{5CB33271-114E-6540-9DDE-6A97ED820B52}"/>
                </a:ext>
              </a:extLst>
            </p:cNvPr>
            <p:cNvSpPr/>
            <p:nvPr/>
          </p:nvSpPr>
          <p:spPr>
            <a:xfrm>
              <a:off x="3324213" y="2118050"/>
              <a:ext cx="235800" cy="345075"/>
            </a:xfrm>
            <a:custGeom>
              <a:avLst/>
              <a:gdLst/>
              <a:ahLst/>
              <a:cxnLst/>
              <a:rect l="l" t="t" r="r" b="b"/>
              <a:pathLst>
                <a:path w="9432" h="13803" extrusionOk="0">
                  <a:moveTo>
                    <a:pt x="4710" y="806"/>
                  </a:moveTo>
                  <a:cubicBezTo>
                    <a:pt x="6873" y="806"/>
                    <a:pt x="8627" y="2559"/>
                    <a:pt x="8627" y="4711"/>
                  </a:cubicBezTo>
                  <a:cubicBezTo>
                    <a:pt x="8627" y="5833"/>
                    <a:pt x="8147" y="6896"/>
                    <a:pt x="7305" y="7631"/>
                  </a:cubicBezTo>
                  <a:cubicBezTo>
                    <a:pt x="6697" y="8170"/>
                    <a:pt x="6324" y="8908"/>
                    <a:pt x="6220" y="9701"/>
                  </a:cubicBezTo>
                  <a:lnTo>
                    <a:pt x="3204" y="9701"/>
                  </a:lnTo>
                  <a:cubicBezTo>
                    <a:pt x="3109" y="8908"/>
                    <a:pt x="2724" y="8170"/>
                    <a:pt x="2127" y="7631"/>
                  </a:cubicBezTo>
                  <a:cubicBezTo>
                    <a:pt x="1285" y="6896"/>
                    <a:pt x="805" y="5833"/>
                    <a:pt x="805" y="4711"/>
                  </a:cubicBezTo>
                  <a:cubicBezTo>
                    <a:pt x="805" y="2559"/>
                    <a:pt x="2559" y="806"/>
                    <a:pt x="4710" y="806"/>
                  </a:cubicBezTo>
                  <a:close/>
                  <a:moveTo>
                    <a:pt x="6194" y="10507"/>
                  </a:moveTo>
                  <a:lnTo>
                    <a:pt x="6194" y="11244"/>
                  </a:lnTo>
                  <a:cubicBezTo>
                    <a:pt x="6194" y="11315"/>
                    <a:pt x="6136" y="11373"/>
                    <a:pt x="6065" y="11373"/>
                  </a:cubicBezTo>
                  <a:lnTo>
                    <a:pt x="3367" y="11373"/>
                  </a:lnTo>
                  <a:cubicBezTo>
                    <a:pt x="3297" y="11373"/>
                    <a:pt x="3226" y="11315"/>
                    <a:pt x="3226" y="11244"/>
                  </a:cubicBezTo>
                  <a:lnTo>
                    <a:pt x="3226" y="10507"/>
                  </a:lnTo>
                  <a:close/>
                  <a:moveTo>
                    <a:pt x="5659" y="12179"/>
                  </a:moveTo>
                  <a:lnTo>
                    <a:pt x="5659" y="12588"/>
                  </a:lnTo>
                  <a:cubicBezTo>
                    <a:pt x="5659" y="12810"/>
                    <a:pt x="5471" y="12987"/>
                    <a:pt x="5249" y="12987"/>
                  </a:cubicBezTo>
                  <a:lnTo>
                    <a:pt x="4172" y="12987"/>
                  </a:lnTo>
                  <a:cubicBezTo>
                    <a:pt x="3950" y="12987"/>
                    <a:pt x="3776" y="12810"/>
                    <a:pt x="3776" y="12588"/>
                  </a:cubicBezTo>
                  <a:lnTo>
                    <a:pt x="3776" y="12179"/>
                  </a:lnTo>
                  <a:close/>
                  <a:moveTo>
                    <a:pt x="4710" y="1"/>
                  </a:moveTo>
                  <a:cubicBezTo>
                    <a:pt x="2116" y="1"/>
                    <a:pt x="0" y="2116"/>
                    <a:pt x="0" y="4711"/>
                  </a:cubicBezTo>
                  <a:cubicBezTo>
                    <a:pt x="0" y="6066"/>
                    <a:pt x="573" y="7351"/>
                    <a:pt x="1591" y="8240"/>
                  </a:cubicBezTo>
                  <a:cubicBezTo>
                    <a:pt x="2116" y="8708"/>
                    <a:pt x="2418" y="9399"/>
                    <a:pt x="2418" y="10111"/>
                  </a:cubicBezTo>
                  <a:lnTo>
                    <a:pt x="2418" y="11244"/>
                  </a:lnTo>
                  <a:cubicBezTo>
                    <a:pt x="2418" y="11618"/>
                    <a:pt x="2643" y="11935"/>
                    <a:pt x="2957" y="12086"/>
                  </a:cubicBezTo>
                  <a:lnTo>
                    <a:pt x="2957" y="12588"/>
                  </a:lnTo>
                  <a:cubicBezTo>
                    <a:pt x="2957" y="13256"/>
                    <a:pt x="3507" y="13803"/>
                    <a:pt x="4172" y="13803"/>
                  </a:cubicBezTo>
                  <a:lnTo>
                    <a:pt x="5249" y="13803"/>
                  </a:lnTo>
                  <a:cubicBezTo>
                    <a:pt x="5925" y="13803"/>
                    <a:pt x="6464" y="13256"/>
                    <a:pt x="6464" y="12588"/>
                  </a:cubicBezTo>
                  <a:lnTo>
                    <a:pt x="6464" y="12086"/>
                  </a:lnTo>
                  <a:cubicBezTo>
                    <a:pt x="6781" y="11935"/>
                    <a:pt x="7002" y="11618"/>
                    <a:pt x="7002" y="11244"/>
                  </a:cubicBezTo>
                  <a:lnTo>
                    <a:pt x="7002" y="10111"/>
                  </a:lnTo>
                  <a:cubicBezTo>
                    <a:pt x="7002" y="9399"/>
                    <a:pt x="7305" y="8708"/>
                    <a:pt x="7844" y="8240"/>
                  </a:cubicBezTo>
                  <a:cubicBezTo>
                    <a:pt x="8848" y="7351"/>
                    <a:pt x="9432" y="6066"/>
                    <a:pt x="9432" y="4711"/>
                  </a:cubicBezTo>
                  <a:cubicBezTo>
                    <a:pt x="9432" y="2116"/>
                    <a:pt x="7317" y="1"/>
                    <a:pt x="47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7" name="Google Shape;1449;p48">
              <a:extLst>
                <a:ext uri="{FF2B5EF4-FFF2-40B4-BE49-F238E27FC236}">
                  <a16:creationId xmlns:a16="http://schemas.microsoft.com/office/drawing/2014/main" id="{951D825E-126C-3BFF-0D25-A1C80236072A}"/>
                </a:ext>
              </a:extLst>
            </p:cNvPr>
            <p:cNvSpPr/>
            <p:nvPr/>
          </p:nvSpPr>
          <p:spPr>
            <a:xfrm>
              <a:off x="3574013" y="2225850"/>
              <a:ext cx="40700" cy="20225"/>
            </a:xfrm>
            <a:custGeom>
              <a:avLst/>
              <a:gdLst/>
              <a:ahLst/>
              <a:cxnLst/>
              <a:rect l="l" t="t" r="r" b="b"/>
              <a:pathLst>
                <a:path w="1628" h="809" extrusionOk="0">
                  <a:moveTo>
                    <a:pt x="410" y="0"/>
                  </a:moveTo>
                  <a:cubicBezTo>
                    <a:pt x="189" y="0"/>
                    <a:pt x="1" y="177"/>
                    <a:pt x="1" y="399"/>
                  </a:cubicBezTo>
                  <a:cubicBezTo>
                    <a:pt x="1" y="620"/>
                    <a:pt x="189" y="808"/>
                    <a:pt x="410" y="808"/>
                  </a:cubicBezTo>
                  <a:lnTo>
                    <a:pt x="1218" y="808"/>
                  </a:lnTo>
                  <a:cubicBezTo>
                    <a:pt x="1440" y="808"/>
                    <a:pt x="1628" y="620"/>
                    <a:pt x="1628" y="399"/>
                  </a:cubicBezTo>
                  <a:cubicBezTo>
                    <a:pt x="1628" y="177"/>
                    <a:pt x="1440" y="0"/>
                    <a:pt x="12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8" name="Google Shape;1450;p48">
              <a:extLst>
                <a:ext uri="{FF2B5EF4-FFF2-40B4-BE49-F238E27FC236}">
                  <a16:creationId xmlns:a16="http://schemas.microsoft.com/office/drawing/2014/main" id="{82D3A988-493F-4918-3A59-231D11E2F90B}"/>
                </a:ext>
              </a:extLst>
            </p:cNvPr>
            <p:cNvSpPr/>
            <p:nvPr/>
          </p:nvSpPr>
          <p:spPr>
            <a:xfrm>
              <a:off x="3565888" y="2158375"/>
              <a:ext cx="40625" cy="30375"/>
            </a:xfrm>
            <a:custGeom>
              <a:avLst/>
              <a:gdLst/>
              <a:ahLst/>
              <a:cxnLst/>
              <a:rect l="l" t="t" r="r" b="b"/>
              <a:pathLst>
                <a:path w="1625" h="1215" extrusionOk="0">
                  <a:moveTo>
                    <a:pt x="1168" y="1"/>
                  </a:moveTo>
                  <a:cubicBezTo>
                    <a:pt x="1101" y="1"/>
                    <a:pt x="1032" y="19"/>
                    <a:pt x="971" y="57"/>
                  </a:cubicBezTo>
                  <a:lnTo>
                    <a:pt x="270" y="455"/>
                  </a:lnTo>
                  <a:cubicBezTo>
                    <a:pt x="71" y="573"/>
                    <a:pt x="0" y="817"/>
                    <a:pt x="115" y="1016"/>
                  </a:cubicBezTo>
                  <a:cubicBezTo>
                    <a:pt x="186" y="1141"/>
                    <a:pt x="325" y="1214"/>
                    <a:pt x="464" y="1214"/>
                  </a:cubicBezTo>
                  <a:cubicBezTo>
                    <a:pt x="533" y="1214"/>
                    <a:pt x="603" y="1196"/>
                    <a:pt x="665" y="1157"/>
                  </a:cubicBezTo>
                  <a:lnTo>
                    <a:pt x="1367" y="758"/>
                  </a:lnTo>
                  <a:cubicBezTo>
                    <a:pt x="1566" y="643"/>
                    <a:pt x="1625" y="396"/>
                    <a:pt x="1518" y="197"/>
                  </a:cubicBezTo>
                  <a:cubicBezTo>
                    <a:pt x="1441" y="73"/>
                    <a:pt x="1305" y="1"/>
                    <a:pt x="11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9" name="Google Shape;1451;p48">
              <a:extLst>
                <a:ext uri="{FF2B5EF4-FFF2-40B4-BE49-F238E27FC236}">
                  <a16:creationId xmlns:a16="http://schemas.microsoft.com/office/drawing/2014/main" id="{65347340-5118-569B-0BD7-CEA53BC7DC34}"/>
                </a:ext>
              </a:extLst>
            </p:cNvPr>
            <p:cNvSpPr/>
            <p:nvPr/>
          </p:nvSpPr>
          <p:spPr>
            <a:xfrm>
              <a:off x="3565888" y="2283075"/>
              <a:ext cx="40625" cy="30425"/>
            </a:xfrm>
            <a:custGeom>
              <a:avLst/>
              <a:gdLst/>
              <a:ahLst/>
              <a:cxnLst/>
              <a:rect l="l" t="t" r="r" b="b"/>
              <a:pathLst>
                <a:path w="1625" h="1217" extrusionOk="0">
                  <a:moveTo>
                    <a:pt x="476" y="0"/>
                  </a:moveTo>
                  <a:cubicBezTo>
                    <a:pt x="333" y="0"/>
                    <a:pt x="189" y="74"/>
                    <a:pt x="115" y="203"/>
                  </a:cubicBezTo>
                  <a:cubicBezTo>
                    <a:pt x="0" y="399"/>
                    <a:pt x="71" y="646"/>
                    <a:pt x="270" y="750"/>
                  </a:cubicBezTo>
                  <a:lnTo>
                    <a:pt x="971" y="1159"/>
                  </a:lnTo>
                  <a:cubicBezTo>
                    <a:pt x="1032" y="1198"/>
                    <a:pt x="1100" y="1217"/>
                    <a:pt x="1168" y="1217"/>
                  </a:cubicBezTo>
                  <a:cubicBezTo>
                    <a:pt x="1305" y="1217"/>
                    <a:pt x="1441" y="1141"/>
                    <a:pt x="1518" y="1008"/>
                  </a:cubicBezTo>
                  <a:cubicBezTo>
                    <a:pt x="1625" y="820"/>
                    <a:pt x="1566" y="576"/>
                    <a:pt x="1367" y="458"/>
                  </a:cubicBezTo>
                  <a:lnTo>
                    <a:pt x="665" y="48"/>
                  </a:lnTo>
                  <a:cubicBezTo>
                    <a:pt x="607" y="16"/>
                    <a:pt x="542" y="0"/>
                    <a:pt x="4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0" name="Google Shape;1452;p48">
              <a:extLst>
                <a:ext uri="{FF2B5EF4-FFF2-40B4-BE49-F238E27FC236}">
                  <a16:creationId xmlns:a16="http://schemas.microsoft.com/office/drawing/2014/main" id="{7EBE785B-8559-5DC7-9899-7EAC9E8EB2D3}"/>
                </a:ext>
              </a:extLst>
            </p:cNvPr>
            <p:cNvSpPr/>
            <p:nvPr/>
          </p:nvSpPr>
          <p:spPr>
            <a:xfrm>
              <a:off x="3269563" y="2225850"/>
              <a:ext cx="40375" cy="20225"/>
            </a:xfrm>
            <a:custGeom>
              <a:avLst/>
              <a:gdLst/>
              <a:ahLst/>
              <a:cxnLst/>
              <a:rect l="l" t="t" r="r" b="b"/>
              <a:pathLst>
                <a:path w="1615" h="809" extrusionOk="0">
                  <a:moveTo>
                    <a:pt x="397" y="0"/>
                  </a:moveTo>
                  <a:cubicBezTo>
                    <a:pt x="175" y="0"/>
                    <a:pt x="1" y="177"/>
                    <a:pt x="1" y="399"/>
                  </a:cubicBezTo>
                  <a:cubicBezTo>
                    <a:pt x="1" y="620"/>
                    <a:pt x="175" y="808"/>
                    <a:pt x="397" y="808"/>
                  </a:cubicBezTo>
                  <a:lnTo>
                    <a:pt x="1216" y="808"/>
                  </a:lnTo>
                  <a:cubicBezTo>
                    <a:pt x="1437" y="808"/>
                    <a:pt x="1614" y="620"/>
                    <a:pt x="1614" y="399"/>
                  </a:cubicBezTo>
                  <a:cubicBezTo>
                    <a:pt x="1614" y="177"/>
                    <a:pt x="1437" y="0"/>
                    <a:pt x="12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5" name="Google Shape;1453;p48">
              <a:extLst>
                <a:ext uri="{FF2B5EF4-FFF2-40B4-BE49-F238E27FC236}">
                  <a16:creationId xmlns:a16="http://schemas.microsoft.com/office/drawing/2014/main" id="{499BFCAD-9000-C82D-97BD-E1457A434118}"/>
                </a:ext>
              </a:extLst>
            </p:cNvPr>
            <p:cNvSpPr/>
            <p:nvPr/>
          </p:nvSpPr>
          <p:spPr>
            <a:xfrm>
              <a:off x="3277438" y="2158375"/>
              <a:ext cx="40625" cy="30375"/>
            </a:xfrm>
            <a:custGeom>
              <a:avLst/>
              <a:gdLst/>
              <a:ahLst/>
              <a:cxnLst/>
              <a:rect l="l" t="t" r="r" b="b"/>
              <a:pathLst>
                <a:path w="1625" h="1215" extrusionOk="0">
                  <a:moveTo>
                    <a:pt x="461" y="1"/>
                  </a:moveTo>
                  <a:cubicBezTo>
                    <a:pt x="321" y="1"/>
                    <a:pt x="187" y="73"/>
                    <a:pt x="118" y="197"/>
                  </a:cubicBezTo>
                  <a:cubicBezTo>
                    <a:pt x="0" y="396"/>
                    <a:pt x="70" y="643"/>
                    <a:pt x="258" y="758"/>
                  </a:cubicBezTo>
                  <a:lnTo>
                    <a:pt x="960" y="1157"/>
                  </a:lnTo>
                  <a:cubicBezTo>
                    <a:pt x="1026" y="1196"/>
                    <a:pt x="1098" y="1214"/>
                    <a:pt x="1168" y="1214"/>
                  </a:cubicBezTo>
                  <a:cubicBezTo>
                    <a:pt x="1308" y="1214"/>
                    <a:pt x="1442" y="1141"/>
                    <a:pt x="1521" y="1016"/>
                  </a:cubicBezTo>
                  <a:cubicBezTo>
                    <a:pt x="1624" y="817"/>
                    <a:pt x="1554" y="573"/>
                    <a:pt x="1369" y="455"/>
                  </a:cubicBezTo>
                  <a:lnTo>
                    <a:pt x="668" y="57"/>
                  </a:lnTo>
                  <a:cubicBezTo>
                    <a:pt x="602" y="19"/>
                    <a:pt x="531" y="1"/>
                    <a:pt x="46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6" name="Google Shape;1454;p48">
              <a:extLst>
                <a:ext uri="{FF2B5EF4-FFF2-40B4-BE49-F238E27FC236}">
                  <a16:creationId xmlns:a16="http://schemas.microsoft.com/office/drawing/2014/main" id="{E76174E3-8962-A3E3-5683-3201B14901AA}"/>
                </a:ext>
              </a:extLst>
            </p:cNvPr>
            <p:cNvSpPr/>
            <p:nvPr/>
          </p:nvSpPr>
          <p:spPr>
            <a:xfrm>
              <a:off x="3277438" y="2283075"/>
              <a:ext cx="40625" cy="30425"/>
            </a:xfrm>
            <a:custGeom>
              <a:avLst/>
              <a:gdLst/>
              <a:ahLst/>
              <a:cxnLst/>
              <a:rect l="l" t="t" r="r" b="b"/>
              <a:pathLst>
                <a:path w="1625" h="1217" extrusionOk="0">
                  <a:moveTo>
                    <a:pt x="1155" y="0"/>
                  </a:moveTo>
                  <a:cubicBezTo>
                    <a:pt x="1089" y="0"/>
                    <a:pt x="1022" y="16"/>
                    <a:pt x="960" y="48"/>
                  </a:cubicBezTo>
                  <a:lnTo>
                    <a:pt x="258" y="458"/>
                  </a:lnTo>
                  <a:cubicBezTo>
                    <a:pt x="70" y="576"/>
                    <a:pt x="0" y="820"/>
                    <a:pt x="118" y="1008"/>
                  </a:cubicBezTo>
                  <a:cubicBezTo>
                    <a:pt x="187" y="1141"/>
                    <a:pt x="321" y="1217"/>
                    <a:pt x="462" y="1217"/>
                  </a:cubicBezTo>
                  <a:cubicBezTo>
                    <a:pt x="531" y="1217"/>
                    <a:pt x="602" y="1198"/>
                    <a:pt x="668" y="1159"/>
                  </a:cubicBezTo>
                  <a:lnTo>
                    <a:pt x="1369" y="750"/>
                  </a:lnTo>
                  <a:cubicBezTo>
                    <a:pt x="1554" y="646"/>
                    <a:pt x="1624" y="399"/>
                    <a:pt x="1521" y="203"/>
                  </a:cubicBezTo>
                  <a:cubicBezTo>
                    <a:pt x="1440" y="74"/>
                    <a:pt x="1300" y="0"/>
                    <a:pt x="11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7" name="Google Shape;1455;p48">
              <a:extLst>
                <a:ext uri="{FF2B5EF4-FFF2-40B4-BE49-F238E27FC236}">
                  <a16:creationId xmlns:a16="http://schemas.microsoft.com/office/drawing/2014/main" id="{A3CCEE0B-9B4C-13E6-CD1E-51B71764DE2C}"/>
                </a:ext>
              </a:extLst>
            </p:cNvPr>
            <p:cNvSpPr/>
            <p:nvPr/>
          </p:nvSpPr>
          <p:spPr>
            <a:xfrm>
              <a:off x="3363613" y="2158375"/>
              <a:ext cx="156700" cy="155175"/>
            </a:xfrm>
            <a:custGeom>
              <a:avLst/>
              <a:gdLst/>
              <a:ahLst/>
              <a:cxnLst/>
              <a:rect l="l" t="t" r="r" b="b"/>
              <a:pathLst>
                <a:path w="6268" h="6207" extrusionOk="0">
                  <a:moveTo>
                    <a:pt x="3426" y="806"/>
                  </a:moveTo>
                  <a:lnTo>
                    <a:pt x="3437" y="1086"/>
                  </a:lnTo>
                  <a:cubicBezTo>
                    <a:pt x="3451" y="1249"/>
                    <a:pt x="3555" y="1389"/>
                    <a:pt x="3707" y="1448"/>
                  </a:cubicBezTo>
                  <a:cubicBezTo>
                    <a:pt x="3917" y="1518"/>
                    <a:pt x="4116" y="1636"/>
                    <a:pt x="4279" y="1777"/>
                  </a:cubicBezTo>
                  <a:cubicBezTo>
                    <a:pt x="4359" y="1841"/>
                    <a:pt x="4457" y="1875"/>
                    <a:pt x="4556" y="1875"/>
                  </a:cubicBezTo>
                  <a:cubicBezTo>
                    <a:pt x="4617" y="1875"/>
                    <a:pt x="4679" y="1862"/>
                    <a:pt x="4736" y="1835"/>
                  </a:cubicBezTo>
                  <a:lnTo>
                    <a:pt x="4980" y="1706"/>
                  </a:lnTo>
                  <a:lnTo>
                    <a:pt x="5261" y="2209"/>
                  </a:lnTo>
                  <a:lnTo>
                    <a:pt x="5039" y="2360"/>
                  </a:lnTo>
                  <a:cubicBezTo>
                    <a:pt x="4899" y="2441"/>
                    <a:pt x="4829" y="2607"/>
                    <a:pt x="4854" y="2770"/>
                  </a:cubicBezTo>
                  <a:cubicBezTo>
                    <a:pt x="4877" y="2887"/>
                    <a:pt x="4888" y="2991"/>
                    <a:pt x="4888" y="3098"/>
                  </a:cubicBezTo>
                  <a:cubicBezTo>
                    <a:pt x="4888" y="3202"/>
                    <a:pt x="4877" y="3319"/>
                    <a:pt x="4854" y="3437"/>
                  </a:cubicBezTo>
                  <a:cubicBezTo>
                    <a:pt x="4829" y="3589"/>
                    <a:pt x="4899" y="3763"/>
                    <a:pt x="5039" y="3844"/>
                  </a:cubicBezTo>
                  <a:lnTo>
                    <a:pt x="5261" y="3998"/>
                  </a:lnTo>
                  <a:lnTo>
                    <a:pt x="4980" y="4500"/>
                  </a:lnTo>
                  <a:lnTo>
                    <a:pt x="4736" y="4371"/>
                  </a:lnTo>
                  <a:cubicBezTo>
                    <a:pt x="4675" y="4343"/>
                    <a:pt x="4609" y="4328"/>
                    <a:pt x="4544" y="4328"/>
                  </a:cubicBezTo>
                  <a:cubicBezTo>
                    <a:pt x="4449" y="4328"/>
                    <a:pt x="4356" y="4360"/>
                    <a:pt x="4279" y="4430"/>
                  </a:cubicBezTo>
                  <a:cubicBezTo>
                    <a:pt x="4116" y="4571"/>
                    <a:pt x="3917" y="4686"/>
                    <a:pt x="3707" y="4756"/>
                  </a:cubicBezTo>
                  <a:cubicBezTo>
                    <a:pt x="3555" y="4803"/>
                    <a:pt x="3451" y="4955"/>
                    <a:pt x="3437" y="5120"/>
                  </a:cubicBezTo>
                  <a:lnTo>
                    <a:pt x="3426" y="5387"/>
                  </a:lnTo>
                  <a:lnTo>
                    <a:pt x="2854" y="5387"/>
                  </a:lnTo>
                  <a:lnTo>
                    <a:pt x="2831" y="5120"/>
                  </a:lnTo>
                  <a:cubicBezTo>
                    <a:pt x="2831" y="4955"/>
                    <a:pt x="2714" y="4803"/>
                    <a:pt x="2562" y="4756"/>
                  </a:cubicBezTo>
                  <a:cubicBezTo>
                    <a:pt x="2352" y="4686"/>
                    <a:pt x="2164" y="4571"/>
                    <a:pt x="1990" y="4430"/>
                  </a:cubicBezTo>
                  <a:cubicBezTo>
                    <a:pt x="1920" y="4360"/>
                    <a:pt x="1825" y="4328"/>
                    <a:pt x="1730" y="4328"/>
                  </a:cubicBezTo>
                  <a:cubicBezTo>
                    <a:pt x="1665" y="4328"/>
                    <a:pt x="1601" y="4343"/>
                    <a:pt x="1544" y="4371"/>
                  </a:cubicBezTo>
                  <a:lnTo>
                    <a:pt x="1300" y="4500"/>
                  </a:lnTo>
                  <a:lnTo>
                    <a:pt x="1008" y="3998"/>
                  </a:lnTo>
                  <a:lnTo>
                    <a:pt x="1241" y="3844"/>
                  </a:lnTo>
                  <a:cubicBezTo>
                    <a:pt x="1381" y="3763"/>
                    <a:pt x="1451" y="3589"/>
                    <a:pt x="1418" y="3437"/>
                  </a:cubicBezTo>
                  <a:cubicBezTo>
                    <a:pt x="1392" y="3319"/>
                    <a:pt x="1381" y="3202"/>
                    <a:pt x="1381" y="3098"/>
                  </a:cubicBezTo>
                  <a:cubicBezTo>
                    <a:pt x="1381" y="2991"/>
                    <a:pt x="1392" y="2887"/>
                    <a:pt x="1418" y="2770"/>
                  </a:cubicBezTo>
                  <a:cubicBezTo>
                    <a:pt x="1451" y="2607"/>
                    <a:pt x="1381" y="2441"/>
                    <a:pt x="1241" y="2360"/>
                  </a:cubicBezTo>
                  <a:lnTo>
                    <a:pt x="1008" y="2209"/>
                  </a:lnTo>
                  <a:lnTo>
                    <a:pt x="1300" y="1706"/>
                  </a:lnTo>
                  <a:lnTo>
                    <a:pt x="1544" y="1835"/>
                  </a:lnTo>
                  <a:cubicBezTo>
                    <a:pt x="1597" y="1862"/>
                    <a:pt x="1657" y="1875"/>
                    <a:pt x="1718" y="1875"/>
                  </a:cubicBezTo>
                  <a:cubicBezTo>
                    <a:pt x="1817" y="1875"/>
                    <a:pt x="1917" y="1841"/>
                    <a:pt x="1990" y="1777"/>
                  </a:cubicBezTo>
                  <a:cubicBezTo>
                    <a:pt x="2164" y="1636"/>
                    <a:pt x="2352" y="1518"/>
                    <a:pt x="2562" y="1448"/>
                  </a:cubicBezTo>
                  <a:cubicBezTo>
                    <a:pt x="2714" y="1389"/>
                    <a:pt x="2831" y="1249"/>
                    <a:pt x="2831" y="1086"/>
                  </a:cubicBezTo>
                  <a:lnTo>
                    <a:pt x="2854" y="806"/>
                  </a:lnTo>
                  <a:close/>
                  <a:moveTo>
                    <a:pt x="2470" y="1"/>
                  </a:moveTo>
                  <a:cubicBezTo>
                    <a:pt x="2245" y="1"/>
                    <a:pt x="2071" y="175"/>
                    <a:pt x="2060" y="385"/>
                  </a:cubicBezTo>
                  <a:lnTo>
                    <a:pt x="2035" y="795"/>
                  </a:lnTo>
                  <a:cubicBezTo>
                    <a:pt x="1920" y="854"/>
                    <a:pt x="1802" y="913"/>
                    <a:pt x="1684" y="994"/>
                  </a:cubicBezTo>
                  <a:lnTo>
                    <a:pt x="1322" y="806"/>
                  </a:lnTo>
                  <a:cubicBezTo>
                    <a:pt x="1267" y="778"/>
                    <a:pt x="1208" y="765"/>
                    <a:pt x="1148" y="765"/>
                  </a:cubicBezTo>
                  <a:cubicBezTo>
                    <a:pt x="1008" y="765"/>
                    <a:pt x="867" y="839"/>
                    <a:pt x="786" y="969"/>
                  </a:cubicBezTo>
                  <a:lnTo>
                    <a:pt x="119" y="2138"/>
                  </a:lnTo>
                  <a:cubicBezTo>
                    <a:pt x="1" y="2326"/>
                    <a:pt x="60" y="2559"/>
                    <a:pt x="248" y="2677"/>
                  </a:cubicBezTo>
                  <a:lnTo>
                    <a:pt x="587" y="2899"/>
                  </a:lnTo>
                  <a:cubicBezTo>
                    <a:pt x="576" y="2969"/>
                    <a:pt x="576" y="3039"/>
                    <a:pt x="576" y="3098"/>
                  </a:cubicBezTo>
                  <a:cubicBezTo>
                    <a:pt x="576" y="3168"/>
                    <a:pt x="576" y="3238"/>
                    <a:pt x="587" y="3308"/>
                  </a:cubicBezTo>
                  <a:lnTo>
                    <a:pt x="248" y="3530"/>
                  </a:lnTo>
                  <a:cubicBezTo>
                    <a:pt x="60" y="3648"/>
                    <a:pt x="1" y="3881"/>
                    <a:pt x="119" y="4068"/>
                  </a:cubicBezTo>
                  <a:lnTo>
                    <a:pt x="786" y="5235"/>
                  </a:lnTo>
                  <a:cubicBezTo>
                    <a:pt x="865" y="5364"/>
                    <a:pt x="999" y="5437"/>
                    <a:pt x="1135" y="5437"/>
                  </a:cubicBezTo>
                  <a:cubicBezTo>
                    <a:pt x="1199" y="5437"/>
                    <a:pt x="1263" y="5421"/>
                    <a:pt x="1322" y="5387"/>
                  </a:cubicBezTo>
                  <a:lnTo>
                    <a:pt x="1684" y="5213"/>
                  </a:lnTo>
                  <a:cubicBezTo>
                    <a:pt x="1802" y="5283"/>
                    <a:pt x="1920" y="5353"/>
                    <a:pt x="2035" y="5412"/>
                  </a:cubicBezTo>
                  <a:lnTo>
                    <a:pt x="2060" y="5822"/>
                  </a:lnTo>
                  <a:cubicBezTo>
                    <a:pt x="2071" y="6032"/>
                    <a:pt x="2245" y="6206"/>
                    <a:pt x="2470" y="6206"/>
                  </a:cubicBezTo>
                  <a:lnTo>
                    <a:pt x="3813" y="6206"/>
                  </a:lnTo>
                  <a:cubicBezTo>
                    <a:pt x="4024" y="6206"/>
                    <a:pt x="4209" y="6032"/>
                    <a:pt x="4209" y="5822"/>
                  </a:cubicBezTo>
                  <a:lnTo>
                    <a:pt x="4234" y="5412"/>
                  </a:lnTo>
                  <a:cubicBezTo>
                    <a:pt x="4363" y="5353"/>
                    <a:pt x="4478" y="5283"/>
                    <a:pt x="4596" y="5213"/>
                  </a:cubicBezTo>
                  <a:lnTo>
                    <a:pt x="4947" y="5387"/>
                  </a:lnTo>
                  <a:cubicBezTo>
                    <a:pt x="5010" y="5421"/>
                    <a:pt x="5077" y="5437"/>
                    <a:pt x="5142" y="5437"/>
                  </a:cubicBezTo>
                  <a:cubicBezTo>
                    <a:pt x="5281" y="5437"/>
                    <a:pt x="5413" y="5364"/>
                    <a:pt x="5485" y="5235"/>
                  </a:cubicBezTo>
                  <a:lnTo>
                    <a:pt x="6161" y="4068"/>
                  </a:lnTo>
                  <a:cubicBezTo>
                    <a:pt x="6268" y="3881"/>
                    <a:pt x="6209" y="3648"/>
                    <a:pt x="6032" y="3530"/>
                  </a:cubicBezTo>
                  <a:lnTo>
                    <a:pt x="5696" y="3308"/>
                  </a:lnTo>
                  <a:lnTo>
                    <a:pt x="5696" y="3098"/>
                  </a:lnTo>
                  <a:lnTo>
                    <a:pt x="5696" y="2899"/>
                  </a:lnTo>
                  <a:lnTo>
                    <a:pt x="6032" y="2677"/>
                  </a:lnTo>
                  <a:cubicBezTo>
                    <a:pt x="6209" y="2559"/>
                    <a:pt x="6268" y="2326"/>
                    <a:pt x="6161" y="2138"/>
                  </a:cubicBezTo>
                  <a:lnTo>
                    <a:pt x="5485" y="969"/>
                  </a:lnTo>
                  <a:cubicBezTo>
                    <a:pt x="5410" y="839"/>
                    <a:pt x="5273" y="765"/>
                    <a:pt x="5129" y="765"/>
                  </a:cubicBezTo>
                  <a:cubicBezTo>
                    <a:pt x="5068" y="765"/>
                    <a:pt x="5006" y="778"/>
                    <a:pt x="4947" y="806"/>
                  </a:cubicBezTo>
                  <a:lnTo>
                    <a:pt x="4596" y="994"/>
                  </a:lnTo>
                  <a:cubicBezTo>
                    <a:pt x="4478" y="913"/>
                    <a:pt x="4363" y="854"/>
                    <a:pt x="4234" y="795"/>
                  </a:cubicBezTo>
                  <a:lnTo>
                    <a:pt x="4209" y="385"/>
                  </a:lnTo>
                  <a:cubicBezTo>
                    <a:pt x="4209" y="175"/>
                    <a:pt x="4024" y="1"/>
                    <a:pt x="3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9" name="Google Shape;1456;p48">
              <a:extLst>
                <a:ext uri="{FF2B5EF4-FFF2-40B4-BE49-F238E27FC236}">
                  <a16:creationId xmlns:a16="http://schemas.microsoft.com/office/drawing/2014/main" id="{901927D3-3B71-D5A7-9594-0481C696F429}"/>
                </a:ext>
              </a:extLst>
            </p:cNvPr>
            <p:cNvSpPr/>
            <p:nvPr/>
          </p:nvSpPr>
          <p:spPr>
            <a:xfrm>
              <a:off x="3411588" y="2205725"/>
              <a:ext cx="60775" cy="60475"/>
            </a:xfrm>
            <a:custGeom>
              <a:avLst/>
              <a:gdLst/>
              <a:ahLst/>
              <a:cxnLst/>
              <a:rect l="l" t="t" r="r" b="b"/>
              <a:pathLst>
                <a:path w="2431" h="2419" extrusionOk="0">
                  <a:moveTo>
                    <a:pt x="1215" y="805"/>
                  </a:moveTo>
                  <a:cubicBezTo>
                    <a:pt x="1437" y="805"/>
                    <a:pt x="1625" y="982"/>
                    <a:pt x="1625" y="1204"/>
                  </a:cubicBezTo>
                  <a:cubicBezTo>
                    <a:pt x="1625" y="1425"/>
                    <a:pt x="1437" y="1613"/>
                    <a:pt x="1215" y="1613"/>
                  </a:cubicBezTo>
                  <a:cubicBezTo>
                    <a:pt x="994" y="1613"/>
                    <a:pt x="817" y="1425"/>
                    <a:pt x="817" y="1204"/>
                  </a:cubicBezTo>
                  <a:cubicBezTo>
                    <a:pt x="817" y="982"/>
                    <a:pt x="994" y="805"/>
                    <a:pt x="1215" y="805"/>
                  </a:cubicBezTo>
                  <a:close/>
                  <a:moveTo>
                    <a:pt x="1215" y="0"/>
                  </a:moveTo>
                  <a:cubicBezTo>
                    <a:pt x="551" y="0"/>
                    <a:pt x="1" y="536"/>
                    <a:pt x="1" y="1204"/>
                  </a:cubicBezTo>
                  <a:cubicBezTo>
                    <a:pt x="1" y="1880"/>
                    <a:pt x="551" y="2419"/>
                    <a:pt x="1215" y="2419"/>
                  </a:cubicBezTo>
                  <a:cubicBezTo>
                    <a:pt x="1883" y="2419"/>
                    <a:pt x="2430" y="1880"/>
                    <a:pt x="2430" y="1204"/>
                  </a:cubicBezTo>
                  <a:cubicBezTo>
                    <a:pt x="2430" y="536"/>
                    <a:pt x="1883" y="0"/>
                    <a:pt x="1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Tree>
    <p:extLst>
      <p:ext uri="{BB962C8B-B14F-4D97-AF65-F5344CB8AC3E}">
        <p14:creationId xmlns:p14="http://schemas.microsoft.com/office/powerpoint/2010/main" val="22576530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8AD15574-4D5F-5293-CF94-C8B8891C0407}"/>
              </a:ext>
            </a:extLst>
          </p:cNvPr>
          <p:cNvPicPr>
            <a:picLocks noChangeAspect="1"/>
          </p:cNvPicPr>
          <p:nvPr/>
        </p:nvPicPr>
        <p:blipFill>
          <a:blip r:embed="rId2"/>
          <a:stretch>
            <a:fillRect/>
          </a:stretch>
        </p:blipFill>
        <p:spPr>
          <a:xfrm>
            <a:off x="386075" y="150018"/>
            <a:ext cx="3328675" cy="2850357"/>
          </a:xfrm>
          <a:prstGeom prst="rect">
            <a:avLst/>
          </a:prstGeom>
        </p:spPr>
      </p:pic>
      <p:pic>
        <p:nvPicPr>
          <p:cNvPr id="5" name="Imagem 4">
            <a:extLst>
              <a:ext uri="{FF2B5EF4-FFF2-40B4-BE49-F238E27FC236}">
                <a16:creationId xmlns:a16="http://schemas.microsoft.com/office/drawing/2014/main" id="{9349DAE2-59A4-A082-5001-2ECEF836F6E6}"/>
              </a:ext>
            </a:extLst>
          </p:cNvPr>
          <p:cNvPicPr>
            <a:picLocks noChangeAspect="1"/>
          </p:cNvPicPr>
          <p:nvPr/>
        </p:nvPicPr>
        <p:blipFill>
          <a:blip r:embed="rId3"/>
          <a:stretch>
            <a:fillRect/>
          </a:stretch>
        </p:blipFill>
        <p:spPr>
          <a:xfrm>
            <a:off x="4082174" y="2202371"/>
            <a:ext cx="4568594" cy="2571750"/>
          </a:xfrm>
          <a:prstGeom prst="rect">
            <a:avLst/>
          </a:prstGeom>
        </p:spPr>
      </p:pic>
    </p:spTree>
    <p:extLst>
      <p:ext uri="{BB962C8B-B14F-4D97-AF65-F5344CB8AC3E}">
        <p14:creationId xmlns:p14="http://schemas.microsoft.com/office/powerpoint/2010/main" val="12746023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1" name="Google Shape;761;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r>
              <a:rPr lang="en" sz="2500" dirty="0">
                <a:solidFill>
                  <a:srgbClr val="FFFFFF"/>
                </a:solidFill>
              </a:rPr>
              <a:t>Aplicativos Mobiles</a:t>
            </a:r>
          </a:p>
        </p:txBody>
      </p:sp>
      <p:grpSp>
        <p:nvGrpSpPr>
          <p:cNvPr id="10" name="Google Shape;1365;p48">
            <a:extLst>
              <a:ext uri="{FF2B5EF4-FFF2-40B4-BE49-F238E27FC236}">
                <a16:creationId xmlns:a16="http://schemas.microsoft.com/office/drawing/2014/main" id="{0C9E9707-F246-641A-F187-CDBB55F029A6}"/>
              </a:ext>
            </a:extLst>
          </p:cNvPr>
          <p:cNvGrpSpPr/>
          <p:nvPr/>
        </p:nvGrpSpPr>
        <p:grpSpPr>
          <a:xfrm>
            <a:off x="2819644" y="3391558"/>
            <a:ext cx="346625" cy="345150"/>
            <a:chOff x="2502463" y="3243975"/>
            <a:chExt cx="346625" cy="345150"/>
          </a:xfrm>
        </p:grpSpPr>
        <p:sp>
          <p:nvSpPr>
            <p:cNvPr id="11" name="Google Shape;1366;p48">
              <a:extLst>
                <a:ext uri="{FF2B5EF4-FFF2-40B4-BE49-F238E27FC236}">
                  <a16:creationId xmlns:a16="http://schemas.microsoft.com/office/drawing/2014/main" id="{B7A7425D-A36A-E0C0-7A36-9665255F486D}"/>
                </a:ext>
              </a:extLst>
            </p:cNvPr>
            <p:cNvSpPr/>
            <p:nvPr/>
          </p:nvSpPr>
          <p:spPr>
            <a:xfrm>
              <a:off x="2543063" y="3339150"/>
              <a:ext cx="128025" cy="154925"/>
            </a:xfrm>
            <a:custGeom>
              <a:avLst/>
              <a:gdLst/>
              <a:ahLst/>
              <a:cxnLst/>
              <a:rect l="l" t="t" r="r" b="b"/>
              <a:pathLst>
                <a:path w="5121" h="6197" extrusionOk="0">
                  <a:moveTo>
                    <a:pt x="2551" y="881"/>
                  </a:moveTo>
                  <a:lnTo>
                    <a:pt x="3953" y="1756"/>
                  </a:lnTo>
                  <a:lnTo>
                    <a:pt x="2551" y="2620"/>
                  </a:lnTo>
                  <a:lnTo>
                    <a:pt x="1159" y="1756"/>
                  </a:lnTo>
                  <a:lnTo>
                    <a:pt x="2551" y="881"/>
                  </a:lnTo>
                  <a:close/>
                  <a:moveTo>
                    <a:pt x="809" y="2480"/>
                  </a:moveTo>
                  <a:lnTo>
                    <a:pt x="2152" y="3321"/>
                  </a:lnTo>
                  <a:lnTo>
                    <a:pt x="2152" y="5064"/>
                  </a:lnTo>
                  <a:lnTo>
                    <a:pt x="809" y="4222"/>
                  </a:lnTo>
                  <a:lnTo>
                    <a:pt x="809" y="2480"/>
                  </a:lnTo>
                  <a:close/>
                  <a:moveTo>
                    <a:pt x="4315" y="2480"/>
                  </a:moveTo>
                  <a:lnTo>
                    <a:pt x="4315" y="4222"/>
                  </a:lnTo>
                  <a:lnTo>
                    <a:pt x="2960" y="5064"/>
                  </a:lnTo>
                  <a:lnTo>
                    <a:pt x="2960" y="3321"/>
                  </a:lnTo>
                  <a:lnTo>
                    <a:pt x="4315" y="2480"/>
                  </a:lnTo>
                  <a:close/>
                  <a:moveTo>
                    <a:pt x="2560" y="1"/>
                  </a:moveTo>
                  <a:cubicBezTo>
                    <a:pt x="2486" y="1"/>
                    <a:pt x="2410" y="21"/>
                    <a:pt x="2340" y="62"/>
                  </a:cubicBezTo>
                  <a:lnTo>
                    <a:pt x="189" y="1405"/>
                  </a:lnTo>
                  <a:cubicBezTo>
                    <a:pt x="71" y="1476"/>
                    <a:pt x="1" y="1616"/>
                    <a:pt x="1" y="1756"/>
                  </a:cubicBezTo>
                  <a:lnTo>
                    <a:pt x="1" y="4444"/>
                  </a:lnTo>
                  <a:cubicBezTo>
                    <a:pt x="1" y="4584"/>
                    <a:pt x="71" y="4713"/>
                    <a:pt x="189" y="4794"/>
                  </a:cubicBezTo>
                  <a:lnTo>
                    <a:pt x="2340" y="6141"/>
                  </a:lnTo>
                  <a:cubicBezTo>
                    <a:pt x="2410" y="6174"/>
                    <a:pt x="2481" y="6197"/>
                    <a:pt x="2562" y="6197"/>
                  </a:cubicBezTo>
                  <a:cubicBezTo>
                    <a:pt x="2632" y="6197"/>
                    <a:pt x="2713" y="6174"/>
                    <a:pt x="2772" y="6141"/>
                  </a:cubicBezTo>
                  <a:lnTo>
                    <a:pt x="4935" y="4794"/>
                  </a:lnTo>
                  <a:cubicBezTo>
                    <a:pt x="5050" y="4713"/>
                    <a:pt x="5120" y="4584"/>
                    <a:pt x="5120" y="4444"/>
                  </a:cubicBezTo>
                  <a:lnTo>
                    <a:pt x="5120" y="1756"/>
                  </a:lnTo>
                  <a:cubicBezTo>
                    <a:pt x="5120" y="1616"/>
                    <a:pt x="5050" y="1476"/>
                    <a:pt x="4935" y="1405"/>
                  </a:cubicBezTo>
                  <a:lnTo>
                    <a:pt x="2772" y="62"/>
                  </a:lnTo>
                  <a:cubicBezTo>
                    <a:pt x="2708" y="21"/>
                    <a:pt x="2635" y="1"/>
                    <a:pt x="25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2" name="Google Shape;1367;p48">
              <a:extLst>
                <a:ext uri="{FF2B5EF4-FFF2-40B4-BE49-F238E27FC236}">
                  <a16:creationId xmlns:a16="http://schemas.microsoft.com/office/drawing/2014/main" id="{6CA1F6B2-7313-E0E5-D271-CADF96AD1C97}"/>
                </a:ext>
              </a:extLst>
            </p:cNvPr>
            <p:cNvSpPr/>
            <p:nvPr/>
          </p:nvSpPr>
          <p:spPr>
            <a:xfrm>
              <a:off x="2502463" y="3243975"/>
              <a:ext cx="346625" cy="345150"/>
            </a:xfrm>
            <a:custGeom>
              <a:avLst/>
              <a:gdLst/>
              <a:ahLst/>
              <a:cxnLst/>
              <a:rect l="l" t="t" r="r" b="b"/>
              <a:pathLst>
                <a:path w="13865" h="13806" extrusionOk="0">
                  <a:moveTo>
                    <a:pt x="4851" y="816"/>
                  </a:moveTo>
                  <a:lnTo>
                    <a:pt x="4851" y="1484"/>
                  </a:lnTo>
                  <a:cubicBezTo>
                    <a:pt x="4851" y="1566"/>
                    <a:pt x="4795" y="1624"/>
                    <a:pt x="4725" y="1624"/>
                  </a:cubicBezTo>
                  <a:lnTo>
                    <a:pt x="3647" y="1624"/>
                  </a:lnTo>
                  <a:cubicBezTo>
                    <a:pt x="3566" y="1624"/>
                    <a:pt x="3507" y="1566"/>
                    <a:pt x="3507" y="1484"/>
                  </a:cubicBezTo>
                  <a:lnTo>
                    <a:pt x="3507" y="816"/>
                  </a:lnTo>
                  <a:close/>
                  <a:moveTo>
                    <a:pt x="12591" y="2724"/>
                  </a:moveTo>
                  <a:cubicBezTo>
                    <a:pt x="12812" y="2724"/>
                    <a:pt x="13000" y="2909"/>
                    <a:pt x="13000" y="3131"/>
                  </a:cubicBezTo>
                  <a:cubicBezTo>
                    <a:pt x="13000" y="3355"/>
                    <a:pt x="12812" y="3540"/>
                    <a:pt x="12591" y="3540"/>
                  </a:cubicBezTo>
                  <a:cubicBezTo>
                    <a:pt x="12369" y="3540"/>
                    <a:pt x="12181" y="3355"/>
                    <a:pt x="12181" y="3131"/>
                  </a:cubicBezTo>
                  <a:cubicBezTo>
                    <a:pt x="12181" y="2909"/>
                    <a:pt x="12369" y="2724"/>
                    <a:pt x="12591" y="2724"/>
                  </a:cubicBezTo>
                  <a:close/>
                  <a:moveTo>
                    <a:pt x="12591" y="6497"/>
                  </a:moveTo>
                  <a:cubicBezTo>
                    <a:pt x="12812" y="6497"/>
                    <a:pt x="13000" y="6685"/>
                    <a:pt x="13000" y="6907"/>
                  </a:cubicBezTo>
                  <a:cubicBezTo>
                    <a:pt x="13000" y="7128"/>
                    <a:pt x="12812" y="7305"/>
                    <a:pt x="12591" y="7305"/>
                  </a:cubicBezTo>
                  <a:cubicBezTo>
                    <a:pt x="12369" y="7305"/>
                    <a:pt x="12181" y="7128"/>
                    <a:pt x="12181" y="6907"/>
                  </a:cubicBezTo>
                  <a:cubicBezTo>
                    <a:pt x="12181" y="6685"/>
                    <a:pt x="12369" y="6497"/>
                    <a:pt x="12591" y="6497"/>
                  </a:cubicBezTo>
                  <a:close/>
                  <a:moveTo>
                    <a:pt x="12591" y="10273"/>
                  </a:moveTo>
                  <a:cubicBezTo>
                    <a:pt x="12812" y="10273"/>
                    <a:pt x="13000" y="10461"/>
                    <a:pt x="13000" y="10683"/>
                  </a:cubicBezTo>
                  <a:cubicBezTo>
                    <a:pt x="13000" y="10904"/>
                    <a:pt x="12812" y="11081"/>
                    <a:pt x="12591" y="11081"/>
                  </a:cubicBezTo>
                  <a:cubicBezTo>
                    <a:pt x="12369" y="11081"/>
                    <a:pt x="12181" y="10904"/>
                    <a:pt x="12181" y="10683"/>
                  </a:cubicBezTo>
                  <a:cubicBezTo>
                    <a:pt x="12181" y="10461"/>
                    <a:pt x="12369" y="10273"/>
                    <a:pt x="12591" y="10273"/>
                  </a:cubicBezTo>
                  <a:close/>
                  <a:moveTo>
                    <a:pt x="6338" y="816"/>
                  </a:moveTo>
                  <a:cubicBezTo>
                    <a:pt x="7014" y="816"/>
                    <a:pt x="7552" y="1355"/>
                    <a:pt x="7552" y="2023"/>
                  </a:cubicBezTo>
                  <a:lnTo>
                    <a:pt x="7552" y="11115"/>
                  </a:lnTo>
                  <a:lnTo>
                    <a:pt x="808" y="11115"/>
                  </a:lnTo>
                  <a:lnTo>
                    <a:pt x="808" y="2023"/>
                  </a:lnTo>
                  <a:cubicBezTo>
                    <a:pt x="808" y="1355"/>
                    <a:pt x="1358" y="816"/>
                    <a:pt x="2023" y="816"/>
                  </a:cubicBezTo>
                  <a:lnTo>
                    <a:pt x="2702" y="816"/>
                  </a:lnTo>
                  <a:lnTo>
                    <a:pt x="2702" y="1484"/>
                  </a:lnTo>
                  <a:cubicBezTo>
                    <a:pt x="2702" y="2009"/>
                    <a:pt x="3123" y="2430"/>
                    <a:pt x="3647" y="2430"/>
                  </a:cubicBezTo>
                  <a:lnTo>
                    <a:pt x="4725" y="2430"/>
                  </a:lnTo>
                  <a:cubicBezTo>
                    <a:pt x="5249" y="2430"/>
                    <a:pt x="5670" y="2009"/>
                    <a:pt x="5670" y="1484"/>
                  </a:cubicBezTo>
                  <a:lnTo>
                    <a:pt x="5670" y="816"/>
                  </a:lnTo>
                  <a:close/>
                  <a:moveTo>
                    <a:pt x="7541" y="11923"/>
                  </a:moveTo>
                  <a:cubicBezTo>
                    <a:pt x="7471" y="12529"/>
                    <a:pt x="6955" y="12997"/>
                    <a:pt x="6338" y="12997"/>
                  </a:cubicBezTo>
                  <a:lnTo>
                    <a:pt x="2023" y="12997"/>
                  </a:lnTo>
                  <a:cubicBezTo>
                    <a:pt x="1392" y="12997"/>
                    <a:pt x="878" y="12529"/>
                    <a:pt x="820" y="11923"/>
                  </a:cubicBezTo>
                  <a:close/>
                  <a:moveTo>
                    <a:pt x="2023" y="0"/>
                  </a:moveTo>
                  <a:cubicBezTo>
                    <a:pt x="912" y="0"/>
                    <a:pt x="0" y="912"/>
                    <a:pt x="0" y="2023"/>
                  </a:cubicBezTo>
                  <a:lnTo>
                    <a:pt x="0" y="11782"/>
                  </a:lnTo>
                  <a:cubicBezTo>
                    <a:pt x="0" y="12905"/>
                    <a:pt x="912" y="13805"/>
                    <a:pt x="2023" y="13805"/>
                  </a:cubicBezTo>
                  <a:lnTo>
                    <a:pt x="6338" y="13805"/>
                  </a:lnTo>
                  <a:cubicBezTo>
                    <a:pt x="7460" y="13805"/>
                    <a:pt x="8357" y="12905"/>
                    <a:pt x="8357" y="11782"/>
                  </a:cubicBezTo>
                  <a:lnTo>
                    <a:pt x="8357" y="9199"/>
                  </a:lnTo>
                  <a:lnTo>
                    <a:pt x="11036" y="9199"/>
                  </a:lnTo>
                  <a:lnTo>
                    <a:pt x="11598" y="9981"/>
                  </a:lnTo>
                  <a:cubicBezTo>
                    <a:pt x="11443" y="10203"/>
                    <a:pt x="11362" y="10472"/>
                    <a:pt x="11387" y="10764"/>
                  </a:cubicBezTo>
                  <a:cubicBezTo>
                    <a:pt x="11421" y="11373"/>
                    <a:pt x="11934" y="11864"/>
                    <a:pt x="12543" y="11886"/>
                  </a:cubicBezTo>
                  <a:cubicBezTo>
                    <a:pt x="12564" y="11887"/>
                    <a:pt x="12585" y="11888"/>
                    <a:pt x="12607" y="11888"/>
                  </a:cubicBezTo>
                  <a:cubicBezTo>
                    <a:pt x="13268" y="11888"/>
                    <a:pt x="13805" y="11341"/>
                    <a:pt x="13805" y="10683"/>
                  </a:cubicBezTo>
                  <a:cubicBezTo>
                    <a:pt x="13805" y="10018"/>
                    <a:pt x="13267" y="9468"/>
                    <a:pt x="12591" y="9468"/>
                  </a:cubicBezTo>
                  <a:cubicBezTo>
                    <a:pt x="12484" y="9468"/>
                    <a:pt x="12369" y="9479"/>
                    <a:pt x="12262" y="9513"/>
                  </a:cubicBezTo>
                  <a:lnTo>
                    <a:pt x="11572" y="8556"/>
                  </a:lnTo>
                  <a:cubicBezTo>
                    <a:pt x="11502" y="8450"/>
                    <a:pt x="11373" y="8391"/>
                    <a:pt x="11247" y="8391"/>
                  </a:cubicBezTo>
                  <a:lnTo>
                    <a:pt x="8357" y="8391"/>
                  </a:lnTo>
                  <a:lnTo>
                    <a:pt x="8357" y="7305"/>
                  </a:lnTo>
                  <a:lnTo>
                    <a:pt x="11457" y="7305"/>
                  </a:lnTo>
                  <a:cubicBezTo>
                    <a:pt x="11623" y="7773"/>
                    <a:pt x="12066" y="8113"/>
                    <a:pt x="12582" y="8113"/>
                  </a:cubicBezTo>
                  <a:cubicBezTo>
                    <a:pt x="12608" y="8113"/>
                    <a:pt x="12634" y="8112"/>
                    <a:pt x="12661" y="8110"/>
                  </a:cubicBezTo>
                  <a:cubicBezTo>
                    <a:pt x="13281" y="8077"/>
                    <a:pt x="13783" y="7574"/>
                    <a:pt x="13805" y="6955"/>
                  </a:cubicBezTo>
                  <a:cubicBezTo>
                    <a:pt x="13842" y="6264"/>
                    <a:pt x="13281" y="5692"/>
                    <a:pt x="12591" y="5692"/>
                  </a:cubicBezTo>
                  <a:cubicBezTo>
                    <a:pt x="12063" y="5692"/>
                    <a:pt x="11620" y="6032"/>
                    <a:pt x="11457" y="6497"/>
                  </a:cubicBezTo>
                  <a:lnTo>
                    <a:pt x="8357" y="6497"/>
                  </a:lnTo>
                  <a:lnTo>
                    <a:pt x="8357" y="5423"/>
                  </a:lnTo>
                  <a:lnTo>
                    <a:pt x="11247" y="5423"/>
                  </a:lnTo>
                  <a:cubicBezTo>
                    <a:pt x="11373" y="5423"/>
                    <a:pt x="11502" y="5364"/>
                    <a:pt x="11572" y="5249"/>
                  </a:cubicBezTo>
                  <a:lnTo>
                    <a:pt x="12262" y="4301"/>
                  </a:lnTo>
                  <a:cubicBezTo>
                    <a:pt x="12369" y="4323"/>
                    <a:pt x="12484" y="4348"/>
                    <a:pt x="12591" y="4348"/>
                  </a:cubicBezTo>
                  <a:cubicBezTo>
                    <a:pt x="13292" y="4348"/>
                    <a:pt x="13864" y="3751"/>
                    <a:pt x="13805" y="3038"/>
                  </a:cubicBezTo>
                  <a:cubicBezTo>
                    <a:pt x="13758" y="2444"/>
                    <a:pt x="13281" y="1964"/>
                    <a:pt x="12683" y="1916"/>
                  </a:cubicBezTo>
                  <a:cubicBezTo>
                    <a:pt x="12655" y="1914"/>
                    <a:pt x="12628" y="1913"/>
                    <a:pt x="12600" y="1913"/>
                  </a:cubicBezTo>
                  <a:cubicBezTo>
                    <a:pt x="11936" y="1913"/>
                    <a:pt x="11387" y="2457"/>
                    <a:pt x="11387" y="3131"/>
                  </a:cubicBezTo>
                  <a:cubicBezTo>
                    <a:pt x="11387" y="3389"/>
                    <a:pt x="11469" y="3636"/>
                    <a:pt x="11598" y="3821"/>
                  </a:cubicBezTo>
                  <a:lnTo>
                    <a:pt x="11036" y="4618"/>
                  </a:lnTo>
                  <a:lnTo>
                    <a:pt x="8357" y="4618"/>
                  </a:lnTo>
                  <a:lnTo>
                    <a:pt x="8357" y="2023"/>
                  </a:lnTo>
                  <a:cubicBezTo>
                    <a:pt x="8357" y="912"/>
                    <a:pt x="7460" y="0"/>
                    <a:pt x="633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
        <p:nvSpPr>
          <p:cNvPr id="23" name="CaixaDeTexto 22">
            <a:extLst>
              <a:ext uri="{FF2B5EF4-FFF2-40B4-BE49-F238E27FC236}">
                <a16:creationId xmlns:a16="http://schemas.microsoft.com/office/drawing/2014/main" id="{53D3081A-FFDA-B93B-C677-B3CC06DA6C54}"/>
              </a:ext>
            </a:extLst>
          </p:cNvPr>
          <p:cNvSpPr txBox="1"/>
          <p:nvPr/>
        </p:nvSpPr>
        <p:spPr>
          <a:xfrm>
            <a:off x="6049509" y="1427341"/>
            <a:ext cx="2799524" cy="1754326"/>
          </a:xfrm>
          <a:prstGeom prst="rect">
            <a:avLst/>
          </a:prstGeom>
          <a:noFill/>
        </p:spPr>
        <p:txBody>
          <a:bodyPr wrap="square" rtlCol="0">
            <a:spAutoFit/>
          </a:bodyPr>
          <a:lstStyle/>
          <a:p>
            <a:r>
              <a:rPr lang="pt-BR" sz="1200" b="0" i="0" dirty="0">
                <a:solidFill>
                  <a:srgbClr val="ECECEC"/>
                </a:solidFill>
                <a:effectLst/>
                <a:latin typeface="Hanken Grotesk" pitchFamily="2" charset="0"/>
              </a:rPr>
              <a:t>As APIs Java para aplicativos móveis, como Android SDK e Java ME, fornecem conjuntos de ferramentas e bibliotecas para desenvolver aplicativos para dispositivos móveis Android e outros dispositivos embarcados, permitindo acesso a recursos do sistema e interação com o usuário</a:t>
            </a:r>
            <a:endParaRPr lang="pt-BR" sz="1050" dirty="0">
              <a:solidFill>
                <a:schemeClr val="tx1"/>
              </a:solidFill>
              <a:latin typeface="Hanken Grotesk" pitchFamily="2" charset="0"/>
            </a:endParaRPr>
          </a:p>
        </p:txBody>
      </p:sp>
      <p:grpSp>
        <p:nvGrpSpPr>
          <p:cNvPr id="8" name="Google Shape;1457;p48">
            <a:extLst>
              <a:ext uri="{FF2B5EF4-FFF2-40B4-BE49-F238E27FC236}">
                <a16:creationId xmlns:a16="http://schemas.microsoft.com/office/drawing/2014/main" id="{2EE13BE1-9148-EF16-9663-DCE5AD618063}"/>
              </a:ext>
            </a:extLst>
          </p:cNvPr>
          <p:cNvGrpSpPr/>
          <p:nvPr/>
        </p:nvGrpSpPr>
        <p:grpSpPr>
          <a:xfrm>
            <a:off x="5550464" y="1556607"/>
            <a:ext cx="317375" cy="345350"/>
            <a:chOff x="1011863" y="1545075"/>
            <a:chExt cx="317375" cy="345350"/>
          </a:xfrm>
        </p:grpSpPr>
        <p:sp>
          <p:nvSpPr>
            <p:cNvPr id="9" name="Google Shape;1458;p48">
              <a:extLst>
                <a:ext uri="{FF2B5EF4-FFF2-40B4-BE49-F238E27FC236}">
                  <a16:creationId xmlns:a16="http://schemas.microsoft.com/office/drawing/2014/main" id="{62639F04-4306-31A0-515E-2B79695E919F}"/>
                </a:ext>
              </a:extLst>
            </p:cNvPr>
            <p:cNvSpPr/>
            <p:nvPr/>
          </p:nvSpPr>
          <p:spPr>
            <a:xfrm>
              <a:off x="1011863" y="1545075"/>
              <a:ext cx="317375" cy="345350"/>
            </a:xfrm>
            <a:custGeom>
              <a:avLst/>
              <a:gdLst/>
              <a:ahLst/>
              <a:cxnLst/>
              <a:rect l="l" t="t" r="r" b="b"/>
              <a:pathLst>
                <a:path w="12695" h="13814" extrusionOk="0">
                  <a:moveTo>
                    <a:pt x="5809" y="813"/>
                  </a:moveTo>
                  <a:cubicBezTo>
                    <a:pt x="5837" y="813"/>
                    <a:pt x="5864" y="813"/>
                    <a:pt x="5891" y="814"/>
                  </a:cubicBezTo>
                  <a:cubicBezTo>
                    <a:pt x="8593" y="862"/>
                    <a:pt x="10789" y="3154"/>
                    <a:pt x="10789" y="5841"/>
                  </a:cubicBezTo>
                  <a:lnTo>
                    <a:pt x="10789" y="6882"/>
                  </a:lnTo>
                  <a:cubicBezTo>
                    <a:pt x="10789" y="6963"/>
                    <a:pt x="10812" y="7033"/>
                    <a:pt x="10859" y="7103"/>
                  </a:cubicBezTo>
                  <a:lnTo>
                    <a:pt x="11679" y="8343"/>
                  </a:lnTo>
                  <a:lnTo>
                    <a:pt x="11011" y="8669"/>
                  </a:lnTo>
                  <a:cubicBezTo>
                    <a:pt x="10907" y="8728"/>
                    <a:pt x="10823" y="8834"/>
                    <a:pt x="10801" y="8963"/>
                  </a:cubicBezTo>
                  <a:lnTo>
                    <a:pt x="10649" y="9710"/>
                  </a:lnTo>
                  <a:lnTo>
                    <a:pt x="10122" y="9710"/>
                  </a:lnTo>
                  <a:cubicBezTo>
                    <a:pt x="9925" y="9710"/>
                    <a:pt x="9737" y="9861"/>
                    <a:pt x="9715" y="10071"/>
                  </a:cubicBezTo>
                  <a:cubicBezTo>
                    <a:pt x="9690" y="10318"/>
                    <a:pt x="9878" y="10517"/>
                    <a:pt x="10110" y="10517"/>
                  </a:cubicBezTo>
                  <a:lnTo>
                    <a:pt x="10498" y="10517"/>
                  </a:lnTo>
                  <a:lnTo>
                    <a:pt x="10402" y="11008"/>
                  </a:lnTo>
                  <a:cubicBezTo>
                    <a:pt x="10357" y="11194"/>
                    <a:pt x="10192" y="11323"/>
                    <a:pt x="10007" y="11323"/>
                  </a:cubicBezTo>
                  <a:lnTo>
                    <a:pt x="8183" y="11323"/>
                  </a:lnTo>
                  <a:cubicBezTo>
                    <a:pt x="7586" y="10492"/>
                    <a:pt x="6615" y="9979"/>
                    <a:pt x="5577" y="9979"/>
                  </a:cubicBezTo>
                  <a:lnTo>
                    <a:pt x="2702" y="9979"/>
                  </a:lnTo>
                  <a:cubicBezTo>
                    <a:pt x="1565" y="9067"/>
                    <a:pt x="819" y="7406"/>
                    <a:pt x="819" y="5807"/>
                  </a:cubicBezTo>
                  <a:cubicBezTo>
                    <a:pt x="819" y="3052"/>
                    <a:pt x="3053" y="813"/>
                    <a:pt x="5809" y="813"/>
                  </a:cubicBezTo>
                  <a:close/>
                  <a:moveTo>
                    <a:pt x="5577" y="10787"/>
                  </a:moveTo>
                  <a:cubicBezTo>
                    <a:pt x="6371" y="10787"/>
                    <a:pt x="7120" y="11194"/>
                    <a:pt x="7552" y="11850"/>
                  </a:cubicBezTo>
                  <a:lnTo>
                    <a:pt x="7552" y="12995"/>
                  </a:lnTo>
                  <a:lnTo>
                    <a:pt x="2968" y="12995"/>
                  </a:lnTo>
                  <a:lnTo>
                    <a:pt x="2968" y="10787"/>
                  </a:lnTo>
                  <a:close/>
                  <a:moveTo>
                    <a:pt x="5786" y="0"/>
                  </a:moveTo>
                  <a:cubicBezTo>
                    <a:pt x="5550" y="0"/>
                    <a:pt x="5312" y="14"/>
                    <a:pt x="5072" y="42"/>
                  </a:cubicBezTo>
                  <a:cubicBezTo>
                    <a:pt x="4045" y="171"/>
                    <a:pt x="3052" y="581"/>
                    <a:pt x="2233" y="1223"/>
                  </a:cubicBezTo>
                  <a:cubicBezTo>
                    <a:pt x="808" y="2357"/>
                    <a:pt x="0" y="4018"/>
                    <a:pt x="0" y="5807"/>
                  </a:cubicBezTo>
                  <a:cubicBezTo>
                    <a:pt x="0" y="6730"/>
                    <a:pt x="222" y="7676"/>
                    <a:pt x="631" y="8554"/>
                  </a:cubicBezTo>
                  <a:cubicBezTo>
                    <a:pt x="1018" y="9370"/>
                    <a:pt x="1543" y="10071"/>
                    <a:pt x="2163" y="10576"/>
                  </a:cubicBezTo>
                  <a:lnTo>
                    <a:pt x="2163" y="13404"/>
                  </a:lnTo>
                  <a:cubicBezTo>
                    <a:pt x="2163" y="13626"/>
                    <a:pt x="2337" y="13814"/>
                    <a:pt x="2573" y="13814"/>
                  </a:cubicBezTo>
                  <a:lnTo>
                    <a:pt x="7962" y="13814"/>
                  </a:lnTo>
                  <a:cubicBezTo>
                    <a:pt x="8183" y="13814"/>
                    <a:pt x="8357" y="13626"/>
                    <a:pt x="8357" y="13404"/>
                  </a:cubicBezTo>
                  <a:lnTo>
                    <a:pt x="8357" y="12142"/>
                  </a:lnTo>
                  <a:lnTo>
                    <a:pt x="9995" y="12142"/>
                  </a:lnTo>
                  <a:cubicBezTo>
                    <a:pt x="10568" y="12142"/>
                    <a:pt x="11070" y="11732"/>
                    <a:pt x="11188" y="11160"/>
                  </a:cubicBezTo>
                  <a:lnTo>
                    <a:pt x="11550" y="9314"/>
                  </a:lnTo>
                  <a:lnTo>
                    <a:pt x="12450" y="8857"/>
                  </a:lnTo>
                  <a:cubicBezTo>
                    <a:pt x="12554" y="8809"/>
                    <a:pt x="12635" y="8716"/>
                    <a:pt x="12660" y="8599"/>
                  </a:cubicBezTo>
                  <a:cubicBezTo>
                    <a:pt x="12694" y="8484"/>
                    <a:pt x="12672" y="8366"/>
                    <a:pt x="12613" y="8273"/>
                  </a:cubicBezTo>
                  <a:lnTo>
                    <a:pt x="11594" y="6753"/>
                  </a:lnTo>
                  <a:lnTo>
                    <a:pt x="11594" y="5841"/>
                  </a:lnTo>
                  <a:cubicBezTo>
                    <a:pt x="11594" y="4346"/>
                    <a:pt x="11033" y="2895"/>
                    <a:pt x="10007" y="1810"/>
                  </a:cubicBezTo>
                  <a:cubicBezTo>
                    <a:pt x="8896" y="648"/>
                    <a:pt x="7393" y="0"/>
                    <a:pt x="57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 name="Google Shape;1459;p48">
              <a:extLst>
                <a:ext uri="{FF2B5EF4-FFF2-40B4-BE49-F238E27FC236}">
                  <a16:creationId xmlns:a16="http://schemas.microsoft.com/office/drawing/2014/main" id="{1CD2E5D3-EDE3-399D-0905-A431A8163297}"/>
                </a:ext>
              </a:extLst>
            </p:cNvPr>
            <p:cNvSpPr/>
            <p:nvPr/>
          </p:nvSpPr>
          <p:spPr>
            <a:xfrm>
              <a:off x="1065363" y="1592275"/>
              <a:ext cx="183225" cy="182200"/>
            </a:xfrm>
            <a:custGeom>
              <a:avLst/>
              <a:gdLst/>
              <a:ahLst/>
              <a:cxnLst/>
              <a:rect l="l" t="t" r="r" b="b"/>
              <a:pathLst>
                <a:path w="7329" h="7288" extrusionOk="0">
                  <a:moveTo>
                    <a:pt x="5317" y="1616"/>
                  </a:moveTo>
                  <a:lnTo>
                    <a:pt x="5681" y="1989"/>
                  </a:lnTo>
                  <a:lnTo>
                    <a:pt x="5681" y="5297"/>
                  </a:lnTo>
                  <a:lnTo>
                    <a:pt x="5317" y="5659"/>
                  </a:lnTo>
                  <a:lnTo>
                    <a:pt x="2009" y="5659"/>
                  </a:lnTo>
                  <a:lnTo>
                    <a:pt x="1636" y="5297"/>
                  </a:lnTo>
                  <a:lnTo>
                    <a:pt x="1636" y="1989"/>
                  </a:lnTo>
                  <a:lnTo>
                    <a:pt x="2009" y="1616"/>
                  </a:lnTo>
                  <a:close/>
                  <a:moveTo>
                    <a:pt x="2047" y="1"/>
                  </a:moveTo>
                  <a:cubicBezTo>
                    <a:pt x="1822" y="1"/>
                    <a:pt x="1636" y="181"/>
                    <a:pt x="1636" y="413"/>
                  </a:cubicBezTo>
                  <a:lnTo>
                    <a:pt x="1636" y="867"/>
                  </a:lnTo>
                  <a:cubicBezTo>
                    <a:pt x="1614" y="878"/>
                    <a:pt x="1577" y="904"/>
                    <a:pt x="1555" y="926"/>
                  </a:cubicBezTo>
                  <a:lnTo>
                    <a:pt x="946" y="1535"/>
                  </a:lnTo>
                  <a:cubicBezTo>
                    <a:pt x="923" y="1557"/>
                    <a:pt x="898" y="1591"/>
                    <a:pt x="887" y="1616"/>
                  </a:cubicBezTo>
                  <a:lnTo>
                    <a:pt x="433" y="1616"/>
                  </a:lnTo>
                  <a:cubicBezTo>
                    <a:pt x="233" y="1616"/>
                    <a:pt x="45" y="1779"/>
                    <a:pt x="23" y="1978"/>
                  </a:cubicBezTo>
                  <a:cubicBezTo>
                    <a:pt x="1" y="2222"/>
                    <a:pt x="186" y="2433"/>
                    <a:pt x="433" y="2433"/>
                  </a:cubicBezTo>
                  <a:lnTo>
                    <a:pt x="828" y="2433"/>
                  </a:lnTo>
                  <a:lnTo>
                    <a:pt x="828" y="3240"/>
                  </a:lnTo>
                  <a:lnTo>
                    <a:pt x="433" y="3240"/>
                  </a:lnTo>
                  <a:cubicBezTo>
                    <a:pt x="233" y="3240"/>
                    <a:pt x="45" y="3392"/>
                    <a:pt x="23" y="3602"/>
                  </a:cubicBezTo>
                  <a:cubicBezTo>
                    <a:pt x="1" y="3835"/>
                    <a:pt x="186" y="4046"/>
                    <a:pt x="433" y="4046"/>
                  </a:cubicBezTo>
                  <a:lnTo>
                    <a:pt x="828" y="4046"/>
                  </a:lnTo>
                  <a:lnTo>
                    <a:pt x="828" y="4854"/>
                  </a:lnTo>
                  <a:lnTo>
                    <a:pt x="433" y="4854"/>
                  </a:lnTo>
                  <a:cubicBezTo>
                    <a:pt x="233" y="4854"/>
                    <a:pt x="45" y="5005"/>
                    <a:pt x="23" y="5215"/>
                  </a:cubicBezTo>
                  <a:cubicBezTo>
                    <a:pt x="1" y="5462"/>
                    <a:pt x="186" y="5659"/>
                    <a:pt x="433" y="5659"/>
                  </a:cubicBezTo>
                  <a:lnTo>
                    <a:pt x="887" y="5659"/>
                  </a:lnTo>
                  <a:cubicBezTo>
                    <a:pt x="898" y="5695"/>
                    <a:pt x="923" y="5718"/>
                    <a:pt x="946" y="5754"/>
                  </a:cubicBezTo>
                  <a:lnTo>
                    <a:pt x="1555" y="6360"/>
                  </a:lnTo>
                  <a:cubicBezTo>
                    <a:pt x="1577" y="6385"/>
                    <a:pt x="1614" y="6408"/>
                    <a:pt x="1636" y="6419"/>
                  </a:cubicBezTo>
                  <a:lnTo>
                    <a:pt x="1636" y="6865"/>
                  </a:lnTo>
                  <a:cubicBezTo>
                    <a:pt x="1636" y="7075"/>
                    <a:pt x="1788" y="7260"/>
                    <a:pt x="1998" y="7286"/>
                  </a:cubicBezTo>
                  <a:cubicBezTo>
                    <a:pt x="2011" y="7287"/>
                    <a:pt x="2025" y="7288"/>
                    <a:pt x="2038" y="7288"/>
                  </a:cubicBezTo>
                  <a:cubicBezTo>
                    <a:pt x="2267" y="7288"/>
                    <a:pt x="2455" y="7107"/>
                    <a:pt x="2455" y="6876"/>
                  </a:cubicBezTo>
                  <a:lnTo>
                    <a:pt x="2455" y="6478"/>
                  </a:lnTo>
                  <a:lnTo>
                    <a:pt x="3260" y="6478"/>
                  </a:lnTo>
                  <a:lnTo>
                    <a:pt x="3260" y="6865"/>
                  </a:lnTo>
                  <a:cubicBezTo>
                    <a:pt x="3260" y="7075"/>
                    <a:pt x="3412" y="7260"/>
                    <a:pt x="3611" y="7286"/>
                  </a:cubicBezTo>
                  <a:cubicBezTo>
                    <a:pt x="3624" y="7287"/>
                    <a:pt x="3638" y="7288"/>
                    <a:pt x="3651" y="7288"/>
                  </a:cubicBezTo>
                  <a:cubicBezTo>
                    <a:pt x="3880" y="7288"/>
                    <a:pt x="4068" y="7107"/>
                    <a:pt x="4068" y="6876"/>
                  </a:cubicBezTo>
                  <a:lnTo>
                    <a:pt x="4068" y="6478"/>
                  </a:lnTo>
                  <a:lnTo>
                    <a:pt x="4873" y="6478"/>
                  </a:lnTo>
                  <a:lnTo>
                    <a:pt x="4873" y="6865"/>
                  </a:lnTo>
                  <a:cubicBezTo>
                    <a:pt x="4873" y="7075"/>
                    <a:pt x="5025" y="7260"/>
                    <a:pt x="5235" y="7286"/>
                  </a:cubicBezTo>
                  <a:cubicBezTo>
                    <a:pt x="5249" y="7287"/>
                    <a:pt x="5262" y="7288"/>
                    <a:pt x="5275" y="7288"/>
                  </a:cubicBezTo>
                  <a:cubicBezTo>
                    <a:pt x="5503" y="7288"/>
                    <a:pt x="5681" y="7107"/>
                    <a:pt x="5681" y="6876"/>
                  </a:cubicBezTo>
                  <a:lnTo>
                    <a:pt x="5681" y="6419"/>
                  </a:lnTo>
                  <a:cubicBezTo>
                    <a:pt x="5715" y="6408"/>
                    <a:pt x="5737" y="6385"/>
                    <a:pt x="5774" y="6360"/>
                  </a:cubicBezTo>
                  <a:lnTo>
                    <a:pt x="6369" y="5754"/>
                  </a:lnTo>
                  <a:cubicBezTo>
                    <a:pt x="6405" y="5718"/>
                    <a:pt x="6416" y="5695"/>
                    <a:pt x="6439" y="5659"/>
                  </a:cubicBezTo>
                  <a:lnTo>
                    <a:pt x="6885" y="5659"/>
                  </a:lnTo>
                  <a:cubicBezTo>
                    <a:pt x="7095" y="5659"/>
                    <a:pt x="7280" y="5507"/>
                    <a:pt x="7306" y="5308"/>
                  </a:cubicBezTo>
                  <a:cubicBezTo>
                    <a:pt x="7328" y="5064"/>
                    <a:pt x="7140" y="4854"/>
                    <a:pt x="6896" y="4854"/>
                  </a:cubicBezTo>
                  <a:lnTo>
                    <a:pt x="6498" y="4854"/>
                  </a:lnTo>
                  <a:lnTo>
                    <a:pt x="6498" y="4046"/>
                  </a:lnTo>
                  <a:lnTo>
                    <a:pt x="6885" y="4046"/>
                  </a:lnTo>
                  <a:cubicBezTo>
                    <a:pt x="7095" y="4046"/>
                    <a:pt x="7280" y="3894"/>
                    <a:pt x="7306" y="3684"/>
                  </a:cubicBezTo>
                  <a:cubicBezTo>
                    <a:pt x="7328" y="3451"/>
                    <a:pt x="7140" y="3240"/>
                    <a:pt x="6896" y="3240"/>
                  </a:cubicBezTo>
                  <a:lnTo>
                    <a:pt x="6498" y="3240"/>
                  </a:lnTo>
                  <a:lnTo>
                    <a:pt x="6498" y="2433"/>
                  </a:lnTo>
                  <a:lnTo>
                    <a:pt x="6896" y="2433"/>
                  </a:lnTo>
                  <a:cubicBezTo>
                    <a:pt x="7140" y="2433"/>
                    <a:pt x="7328" y="2222"/>
                    <a:pt x="7306" y="1978"/>
                  </a:cubicBezTo>
                  <a:cubicBezTo>
                    <a:pt x="7280" y="1779"/>
                    <a:pt x="7095" y="1616"/>
                    <a:pt x="6885" y="1616"/>
                  </a:cubicBezTo>
                  <a:lnTo>
                    <a:pt x="6439" y="1616"/>
                  </a:lnTo>
                  <a:cubicBezTo>
                    <a:pt x="6416" y="1591"/>
                    <a:pt x="6405" y="1557"/>
                    <a:pt x="6369" y="1535"/>
                  </a:cubicBezTo>
                  <a:lnTo>
                    <a:pt x="5774" y="926"/>
                  </a:lnTo>
                  <a:cubicBezTo>
                    <a:pt x="5737" y="904"/>
                    <a:pt x="5715" y="878"/>
                    <a:pt x="5681" y="867"/>
                  </a:cubicBezTo>
                  <a:lnTo>
                    <a:pt x="5681" y="424"/>
                  </a:lnTo>
                  <a:cubicBezTo>
                    <a:pt x="5681" y="214"/>
                    <a:pt x="5527" y="26"/>
                    <a:pt x="5331" y="3"/>
                  </a:cubicBezTo>
                  <a:cubicBezTo>
                    <a:pt x="5316" y="2"/>
                    <a:pt x="5301" y="1"/>
                    <a:pt x="5286" y="1"/>
                  </a:cubicBezTo>
                  <a:cubicBezTo>
                    <a:pt x="5059" y="1"/>
                    <a:pt x="4873" y="181"/>
                    <a:pt x="4873" y="413"/>
                  </a:cubicBezTo>
                  <a:lnTo>
                    <a:pt x="4873" y="808"/>
                  </a:lnTo>
                  <a:lnTo>
                    <a:pt x="4068" y="808"/>
                  </a:lnTo>
                  <a:lnTo>
                    <a:pt x="4068" y="424"/>
                  </a:lnTo>
                  <a:cubicBezTo>
                    <a:pt x="4068" y="214"/>
                    <a:pt x="3914" y="26"/>
                    <a:pt x="3704" y="3"/>
                  </a:cubicBezTo>
                  <a:cubicBezTo>
                    <a:pt x="3689" y="2"/>
                    <a:pt x="3674" y="1"/>
                    <a:pt x="3660" y="1"/>
                  </a:cubicBezTo>
                  <a:cubicBezTo>
                    <a:pt x="3436" y="1"/>
                    <a:pt x="3260" y="181"/>
                    <a:pt x="3260" y="413"/>
                  </a:cubicBezTo>
                  <a:lnTo>
                    <a:pt x="3260" y="808"/>
                  </a:lnTo>
                  <a:lnTo>
                    <a:pt x="2455" y="808"/>
                  </a:lnTo>
                  <a:lnTo>
                    <a:pt x="2455" y="424"/>
                  </a:lnTo>
                  <a:cubicBezTo>
                    <a:pt x="2455" y="214"/>
                    <a:pt x="2301" y="26"/>
                    <a:pt x="2090" y="3"/>
                  </a:cubicBezTo>
                  <a:cubicBezTo>
                    <a:pt x="2076" y="2"/>
                    <a:pt x="2061" y="1"/>
                    <a:pt x="20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 name="Google Shape;1460;p48">
              <a:extLst>
                <a:ext uri="{FF2B5EF4-FFF2-40B4-BE49-F238E27FC236}">
                  <a16:creationId xmlns:a16="http://schemas.microsoft.com/office/drawing/2014/main" id="{A38361A9-E1C3-0904-1708-17950CFD4D39}"/>
                </a:ext>
              </a:extLst>
            </p:cNvPr>
            <p:cNvSpPr/>
            <p:nvPr/>
          </p:nvSpPr>
          <p:spPr>
            <a:xfrm>
              <a:off x="1126738" y="1653075"/>
              <a:ext cx="60750" cy="60825"/>
            </a:xfrm>
            <a:custGeom>
              <a:avLst/>
              <a:gdLst/>
              <a:ahLst/>
              <a:cxnLst/>
              <a:rect l="l" t="t" r="r" b="b"/>
              <a:pathLst>
                <a:path w="2430" h="2433" extrusionOk="0">
                  <a:moveTo>
                    <a:pt x="1215" y="820"/>
                  </a:moveTo>
                  <a:cubicBezTo>
                    <a:pt x="1437" y="820"/>
                    <a:pt x="1624" y="996"/>
                    <a:pt x="1624" y="1218"/>
                  </a:cubicBezTo>
                  <a:cubicBezTo>
                    <a:pt x="1624" y="1440"/>
                    <a:pt x="1437" y="1628"/>
                    <a:pt x="1215" y="1628"/>
                  </a:cubicBezTo>
                  <a:cubicBezTo>
                    <a:pt x="993" y="1628"/>
                    <a:pt x="817" y="1440"/>
                    <a:pt x="817" y="1218"/>
                  </a:cubicBezTo>
                  <a:cubicBezTo>
                    <a:pt x="817" y="996"/>
                    <a:pt x="993" y="820"/>
                    <a:pt x="1215" y="820"/>
                  </a:cubicBezTo>
                  <a:close/>
                  <a:moveTo>
                    <a:pt x="1215" y="1"/>
                  </a:moveTo>
                  <a:cubicBezTo>
                    <a:pt x="547" y="1"/>
                    <a:pt x="0" y="550"/>
                    <a:pt x="0" y="1218"/>
                  </a:cubicBezTo>
                  <a:cubicBezTo>
                    <a:pt x="0" y="1883"/>
                    <a:pt x="547" y="2433"/>
                    <a:pt x="1215" y="2433"/>
                  </a:cubicBezTo>
                  <a:cubicBezTo>
                    <a:pt x="1880" y="2433"/>
                    <a:pt x="2430" y="1883"/>
                    <a:pt x="2430" y="1218"/>
                  </a:cubicBezTo>
                  <a:cubicBezTo>
                    <a:pt x="2430" y="550"/>
                    <a:pt x="1880" y="1"/>
                    <a:pt x="12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15" name="Google Shape;1447;p48">
            <a:extLst>
              <a:ext uri="{FF2B5EF4-FFF2-40B4-BE49-F238E27FC236}">
                <a16:creationId xmlns:a16="http://schemas.microsoft.com/office/drawing/2014/main" id="{60B1F8ED-A828-5719-62CF-95C2A57A6A76}"/>
              </a:ext>
            </a:extLst>
          </p:cNvPr>
          <p:cNvGrpSpPr/>
          <p:nvPr/>
        </p:nvGrpSpPr>
        <p:grpSpPr>
          <a:xfrm>
            <a:off x="982670" y="1533832"/>
            <a:ext cx="345150" cy="345075"/>
            <a:chOff x="3269563" y="2118050"/>
            <a:chExt cx="345150" cy="345075"/>
          </a:xfrm>
        </p:grpSpPr>
        <p:sp>
          <p:nvSpPr>
            <p:cNvPr id="16" name="Google Shape;1448;p48">
              <a:extLst>
                <a:ext uri="{FF2B5EF4-FFF2-40B4-BE49-F238E27FC236}">
                  <a16:creationId xmlns:a16="http://schemas.microsoft.com/office/drawing/2014/main" id="{9627F3A8-70EA-7247-5973-5356CD0337BF}"/>
                </a:ext>
              </a:extLst>
            </p:cNvPr>
            <p:cNvSpPr/>
            <p:nvPr/>
          </p:nvSpPr>
          <p:spPr>
            <a:xfrm>
              <a:off x="3324213" y="2118050"/>
              <a:ext cx="235800" cy="345075"/>
            </a:xfrm>
            <a:custGeom>
              <a:avLst/>
              <a:gdLst/>
              <a:ahLst/>
              <a:cxnLst/>
              <a:rect l="l" t="t" r="r" b="b"/>
              <a:pathLst>
                <a:path w="9432" h="13803" extrusionOk="0">
                  <a:moveTo>
                    <a:pt x="4710" y="806"/>
                  </a:moveTo>
                  <a:cubicBezTo>
                    <a:pt x="6873" y="806"/>
                    <a:pt x="8627" y="2559"/>
                    <a:pt x="8627" y="4711"/>
                  </a:cubicBezTo>
                  <a:cubicBezTo>
                    <a:pt x="8627" y="5833"/>
                    <a:pt x="8147" y="6896"/>
                    <a:pt x="7305" y="7631"/>
                  </a:cubicBezTo>
                  <a:cubicBezTo>
                    <a:pt x="6697" y="8170"/>
                    <a:pt x="6324" y="8908"/>
                    <a:pt x="6220" y="9701"/>
                  </a:cubicBezTo>
                  <a:lnTo>
                    <a:pt x="3204" y="9701"/>
                  </a:lnTo>
                  <a:cubicBezTo>
                    <a:pt x="3109" y="8908"/>
                    <a:pt x="2724" y="8170"/>
                    <a:pt x="2127" y="7631"/>
                  </a:cubicBezTo>
                  <a:cubicBezTo>
                    <a:pt x="1285" y="6896"/>
                    <a:pt x="805" y="5833"/>
                    <a:pt x="805" y="4711"/>
                  </a:cubicBezTo>
                  <a:cubicBezTo>
                    <a:pt x="805" y="2559"/>
                    <a:pt x="2559" y="806"/>
                    <a:pt x="4710" y="806"/>
                  </a:cubicBezTo>
                  <a:close/>
                  <a:moveTo>
                    <a:pt x="6194" y="10507"/>
                  </a:moveTo>
                  <a:lnTo>
                    <a:pt x="6194" y="11244"/>
                  </a:lnTo>
                  <a:cubicBezTo>
                    <a:pt x="6194" y="11315"/>
                    <a:pt x="6136" y="11373"/>
                    <a:pt x="6065" y="11373"/>
                  </a:cubicBezTo>
                  <a:lnTo>
                    <a:pt x="3367" y="11373"/>
                  </a:lnTo>
                  <a:cubicBezTo>
                    <a:pt x="3297" y="11373"/>
                    <a:pt x="3226" y="11315"/>
                    <a:pt x="3226" y="11244"/>
                  </a:cubicBezTo>
                  <a:lnTo>
                    <a:pt x="3226" y="10507"/>
                  </a:lnTo>
                  <a:close/>
                  <a:moveTo>
                    <a:pt x="5659" y="12179"/>
                  </a:moveTo>
                  <a:lnTo>
                    <a:pt x="5659" y="12588"/>
                  </a:lnTo>
                  <a:cubicBezTo>
                    <a:pt x="5659" y="12810"/>
                    <a:pt x="5471" y="12987"/>
                    <a:pt x="5249" y="12987"/>
                  </a:cubicBezTo>
                  <a:lnTo>
                    <a:pt x="4172" y="12987"/>
                  </a:lnTo>
                  <a:cubicBezTo>
                    <a:pt x="3950" y="12987"/>
                    <a:pt x="3776" y="12810"/>
                    <a:pt x="3776" y="12588"/>
                  </a:cubicBezTo>
                  <a:lnTo>
                    <a:pt x="3776" y="12179"/>
                  </a:lnTo>
                  <a:close/>
                  <a:moveTo>
                    <a:pt x="4710" y="1"/>
                  </a:moveTo>
                  <a:cubicBezTo>
                    <a:pt x="2116" y="1"/>
                    <a:pt x="0" y="2116"/>
                    <a:pt x="0" y="4711"/>
                  </a:cubicBezTo>
                  <a:cubicBezTo>
                    <a:pt x="0" y="6066"/>
                    <a:pt x="573" y="7351"/>
                    <a:pt x="1591" y="8240"/>
                  </a:cubicBezTo>
                  <a:cubicBezTo>
                    <a:pt x="2116" y="8708"/>
                    <a:pt x="2418" y="9399"/>
                    <a:pt x="2418" y="10111"/>
                  </a:cubicBezTo>
                  <a:lnTo>
                    <a:pt x="2418" y="11244"/>
                  </a:lnTo>
                  <a:cubicBezTo>
                    <a:pt x="2418" y="11618"/>
                    <a:pt x="2643" y="11935"/>
                    <a:pt x="2957" y="12086"/>
                  </a:cubicBezTo>
                  <a:lnTo>
                    <a:pt x="2957" y="12588"/>
                  </a:lnTo>
                  <a:cubicBezTo>
                    <a:pt x="2957" y="13256"/>
                    <a:pt x="3507" y="13803"/>
                    <a:pt x="4172" y="13803"/>
                  </a:cubicBezTo>
                  <a:lnTo>
                    <a:pt x="5249" y="13803"/>
                  </a:lnTo>
                  <a:cubicBezTo>
                    <a:pt x="5925" y="13803"/>
                    <a:pt x="6464" y="13256"/>
                    <a:pt x="6464" y="12588"/>
                  </a:cubicBezTo>
                  <a:lnTo>
                    <a:pt x="6464" y="12086"/>
                  </a:lnTo>
                  <a:cubicBezTo>
                    <a:pt x="6781" y="11935"/>
                    <a:pt x="7002" y="11618"/>
                    <a:pt x="7002" y="11244"/>
                  </a:cubicBezTo>
                  <a:lnTo>
                    <a:pt x="7002" y="10111"/>
                  </a:lnTo>
                  <a:cubicBezTo>
                    <a:pt x="7002" y="9399"/>
                    <a:pt x="7305" y="8708"/>
                    <a:pt x="7844" y="8240"/>
                  </a:cubicBezTo>
                  <a:cubicBezTo>
                    <a:pt x="8848" y="7351"/>
                    <a:pt x="9432" y="6066"/>
                    <a:pt x="9432" y="4711"/>
                  </a:cubicBezTo>
                  <a:cubicBezTo>
                    <a:pt x="9432" y="2116"/>
                    <a:pt x="7317" y="1"/>
                    <a:pt x="47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7" name="Google Shape;1449;p48">
              <a:extLst>
                <a:ext uri="{FF2B5EF4-FFF2-40B4-BE49-F238E27FC236}">
                  <a16:creationId xmlns:a16="http://schemas.microsoft.com/office/drawing/2014/main" id="{1514FB57-3EF7-FE54-0606-E9454453CBB7}"/>
                </a:ext>
              </a:extLst>
            </p:cNvPr>
            <p:cNvSpPr/>
            <p:nvPr/>
          </p:nvSpPr>
          <p:spPr>
            <a:xfrm>
              <a:off x="3574013" y="2225850"/>
              <a:ext cx="40700" cy="20225"/>
            </a:xfrm>
            <a:custGeom>
              <a:avLst/>
              <a:gdLst/>
              <a:ahLst/>
              <a:cxnLst/>
              <a:rect l="l" t="t" r="r" b="b"/>
              <a:pathLst>
                <a:path w="1628" h="809" extrusionOk="0">
                  <a:moveTo>
                    <a:pt x="410" y="0"/>
                  </a:moveTo>
                  <a:cubicBezTo>
                    <a:pt x="189" y="0"/>
                    <a:pt x="1" y="177"/>
                    <a:pt x="1" y="399"/>
                  </a:cubicBezTo>
                  <a:cubicBezTo>
                    <a:pt x="1" y="620"/>
                    <a:pt x="189" y="808"/>
                    <a:pt x="410" y="808"/>
                  </a:cubicBezTo>
                  <a:lnTo>
                    <a:pt x="1218" y="808"/>
                  </a:lnTo>
                  <a:cubicBezTo>
                    <a:pt x="1440" y="808"/>
                    <a:pt x="1628" y="620"/>
                    <a:pt x="1628" y="399"/>
                  </a:cubicBezTo>
                  <a:cubicBezTo>
                    <a:pt x="1628" y="177"/>
                    <a:pt x="1440" y="0"/>
                    <a:pt x="12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8" name="Google Shape;1450;p48">
              <a:extLst>
                <a:ext uri="{FF2B5EF4-FFF2-40B4-BE49-F238E27FC236}">
                  <a16:creationId xmlns:a16="http://schemas.microsoft.com/office/drawing/2014/main" id="{047889FF-A9A1-9344-5CD1-C6B2A9C76975}"/>
                </a:ext>
              </a:extLst>
            </p:cNvPr>
            <p:cNvSpPr/>
            <p:nvPr/>
          </p:nvSpPr>
          <p:spPr>
            <a:xfrm>
              <a:off x="3565888" y="2158375"/>
              <a:ext cx="40625" cy="30375"/>
            </a:xfrm>
            <a:custGeom>
              <a:avLst/>
              <a:gdLst/>
              <a:ahLst/>
              <a:cxnLst/>
              <a:rect l="l" t="t" r="r" b="b"/>
              <a:pathLst>
                <a:path w="1625" h="1215" extrusionOk="0">
                  <a:moveTo>
                    <a:pt x="1168" y="1"/>
                  </a:moveTo>
                  <a:cubicBezTo>
                    <a:pt x="1101" y="1"/>
                    <a:pt x="1032" y="19"/>
                    <a:pt x="971" y="57"/>
                  </a:cubicBezTo>
                  <a:lnTo>
                    <a:pt x="270" y="455"/>
                  </a:lnTo>
                  <a:cubicBezTo>
                    <a:pt x="71" y="573"/>
                    <a:pt x="0" y="817"/>
                    <a:pt x="115" y="1016"/>
                  </a:cubicBezTo>
                  <a:cubicBezTo>
                    <a:pt x="186" y="1141"/>
                    <a:pt x="325" y="1214"/>
                    <a:pt x="464" y="1214"/>
                  </a:cubicBezTo>
                  <a:cubicBezTo>
                    <a:pt x="533" y="1214"/>
                    <a:pt x="603" y="1196"/>
                    <a:pt x="665" y="1157"/>
                  </a:cubicBezTo>
                  <a:lnTo>
                    <a:pt x="1367" y="758"/>
                  </a:lnTo>
                  <a:cubicBezTo>
                    <a:pt x="1566" y="643"/>
                    <a:pt x="1625" y="396"/>
                    <a:pt x="1518" y="197"/>
                  </a:cubicBezTo>
                  <a:cubicBezTo>
                    <a:pt x="1441" y="73"/>
                    <a:pt x="1305" y="1"/>
                    <a:pt x="11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9" name="Google Shape;1451;p48">
              <a:extLst>
                <a:ext uri="{FF2B5EF4-FFF2-40B4-BE49-F238E27FC236}">
                  <a16:creationId xmlns:a16="http://schemas.microsoft.com/office/drawing/2014/main" id="{3B884462-E866-30A0-C235-0458DB49669A}"/>
                </a:ext>
              </a:extLst>
            </p:cNvPr>
            <p:cNvSpPr/>
            <p:nvPr/>
          </p:nvSpPr>
          <p:spPr>
            <a:xfrm>
              <a:off x="3565888" y="2283075"/>
              <a:ext cx="40625" cy="30425"/>
            </a:xfrm>
            <a:custGeom>
              <a:avLst/>
              <a:gdLst/>
              <a:ahLst/>
              <a:cxnLst/>
              <a:rect l="l" t="t" r="r" b="b"/>
              <a:pathLst>
                <a:path w="1625" h="1217" extrusionOk="0">
                  <a:moveTo>
                    <a:pt x="476" y="0"/>
                  </a:moveTo>
                  <a:cubicBezTo>
                    <a:pt x="333" y="0"/>
                    <a:pt x="189" y="74"/>
                    <a:pt x="115" y="203"/>
                  </a:cubicBezTo>
                  <a:cubicBezTo>
                    <a:pt x="0" y="399"/>
                    <a:pt x="71" y="646"/>
                    <a:pt x="270" y="750"/>
                  </a:cubicBezTo>
                  <a:lnTo>
                    <a:pt x="971" y="1159"/>
                  </a:lnTo>
                  <a:cubicBezTo>
                    <a:pt x="1032" y="1198"/>
                    <a:pt x="1100" y="1217"/>
                    <a:pt x="1168" y="1217"/>
                  </a:cubicBezTo>
                  <a:cubicBezTo>
                    <a:pt x="1305" y="1217"/>
                    <a:pt x="1441" y="1141"/>
                    <a:pt x="1518" y="1008"/>
                  </a:cubicBezTo>
                  <a:cubicBezTo>
                    <a:pt x="1625" y="820"/>
                    <a:pt x="1566" y="576"/>
                    <a:pt x="1367" y="458"/>
                  </a:cubicBezTo>
                  <a:lnTo>
                    <a:pt x="665" y="48"/>
                  </a:lnTo>
                  <a:cubicBezTo>
                    <a:pt x="607" y="16"/>
                    <a:pt x="542" y="0"/>
                    <a:pt x="4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0" name="Google Shape;1452;p48">
              <a:extLst>
                <a:ext uri="{FF2B5EF4-FFF2-40B4-BE49-F238E27FC236}">
                  <a16:creationId xmlns:a16="http://schemas.microsoft.com/office/drawing/2014/main" id="{356D562F-6123-B068-5731-8EE039E13A08}"/>
                </a:ext>
              </a:extLst>
            </p:cNvPr>
            <p:cNvSpPr/>
            <p:nvPr/>
          </p:nvSpPr>
          <p:spPr>
            <a:xfrm>
              <a:off x="3269563" y="2225850"/>
              <a:ext cx="40375" cy="20225"/>
            </a:xfrm>
            <a:custGeom>
              <a:avLst/>
              <a:gdLst/>
              <a:ahLst/>
              <a:cxnLst/>
              <a:rect l="l" t="t" r="r" b="b"/>
              <a:pathLst>
                <a:path w="1615" h="809" extrusionOk="0">
                  <a:moveTo>
                    <a:pt x="397" y="0"/>
                  </a:moveTo>
                  <a:cubicBezTo>
                    <a:pt x="175" y="0"/>
                    <a:pt x="1" y="177"/>
                    <a:pt x="1" y="399"/>
                  </a:cubicBezTo>
                  <a:cubicBezTo>
                    <a:pt x="1" y="620"/>
                    <a:pt x="175" y="808"/>
                    <a:pt x="397" y="808"/>
                  </a:cubicBezTo>
                  <a:lnTo>
                    <a:pt x="1216" y="808"/>
                  </a:lnTo>
                  <a:cubicBezTo>
                    <a:pt x="1437" y="808"/>
                    <a:pt x="1614" y="620"/>
                    <a:pt x="1614" y="399"/>
                  </a:cubicBezTo>
                  <a:cubicBezTo>
                    <a:pt x="1614" y="177"/>
                    <a:pt x="1437" y="0"/>
                    <a:pt x="12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5" name="Google Shape;1453;p48">
              <a:extLst>
                <a:ext uri="{FF2B5EF4-FFF2-40B4-BE49-F238E27FC236}">
                  <a16:creationId xmlns:a16="http://schemas.microsoft.com/office/drawing/2014/main" id="{45AA10A5-376D-E635-A549-AB8779F76A45}"/>
                </a:ext>
              </a:extLst>
            </p:cNvPr>
            <p:cNvSpPr/>
            <p:nvPr/>
          </p:nvSpPr>
          <p:spPr>
            <a:xfrm>
              <a:off x="3277438" y="2158375"/>
              <a:ext cx="40625" cy="30375"/>
            </a:xfrm>
            <a:custGeom>
              <a:avLst/>
              <a:gdLst/>
              <a:ahLst/>
              <a:cxnLst/>
              <a:rect l="l" t="t" r="r" b="b"/>
              <a:pathLst>
                <a:path w="1625" h="1215" extrusionOk="0">
                  <a:moveTo>
                    <a:pt x="461" y="1"/>
                  </a:moveTo>
                  <a:cubicBezTo>
                    <a:pt x="321" y="1"/>
                    <a:pt x="187" y="73"/>
                    <a:pt x="118" y="197"/>
                  </a:cubicBezTo>
                  <a:cubicBezTo>
                    <a:pt x="0" y="396"/>
                    <a:pt x="70" y="643"/>
                    <a:pt x="258" y="758"/>
                  </a:cubicBezTo>
                  <a:lnTo>
                    <a:pt x="960" y="1157"/>
                  </a:lnTo>
                  <a:cubicBezTo>
                    <a:pt x="1026" y="1196"/>
                    <a:pt x="1098" y="1214"/>
                    <a:pt x="1168" y="1214"/>
                  </a:cubicBezTo>
                  <a:cubicBezTo>
                    <a:pt x="1308" y="1214"/>
                    <a:pt x="1442" y="1141"/>
                    <a:pt x="1521" y="1016"/>
                  </a:cubicBezTo>
                  <a:cubicBezTo>
                    <a:pt x="1624" y="817"/>
                    <a:pt x="1554" y="573"/>
                    <a:pt x="1369" y="455"/>
                  </a:cubicBezTo>
                  <a:lnTo>
                    <a:pt x="668" y="57"/>
                  </a:lnTo>
                  <a:cubicBezTo>
                    <a:pt x="602" y="19"/>
                    <a:pt x="531" y="1"/>
                    <a:pt x="46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6" name="Google Shape;1454;p48">
              <a:extLst>
                <a:ext uri="{FF2B5EF4-FFF2-40B4-BE49-F238E27FC236}">
                  <a16:creationId xmlns:a16="http://schemas.microsoft.com/office/drawing/2014/main" id="{9AC21C03-1C04-256F-721B-DA99068118B3}"/>
                </a:ext>
              </a:extLst>
            </p:cNvPr>
            <p:cNvSpPr/>
            <p:nvPr/>
          </p:nvSpPr>
          <p:spPr>
            <a:xfrm>
              <a:off x="3277438" y="2283075"/>
              <a:ext cx="40625" cy="30425"/>
            </a:xfrm>
            <a:custGeom>
              <a:avLst/>
              <a:gdLst/>
              <a:ahLst/>
              <a:cxnLst/>
              <a:rect l="l" t="t" r="r" b="b"/>
              <a:pathLst>
                <a:path w="1625" h="1217" extrusionOk="0">
                  <a:moveTo>
                    <a:pt x="1155" y="0"/>
                  </a:moveTo>
                  <a:cubicBezTo>
                    <a:pt x="1089" y="0"/>
                    <a:pt x="1022" y="16"/>
                    <a:pt x="960" y="48"/>
                  </a:cubicBezTo>
                  <a:lnTo>
                    <a:pt x="258" y="458"/>
                  </a:lnTo>
                  <a:cubicBezTo>
                    <a:pt x="70" y="576"/>
                    <a:pt x="0" y="820"/>
                    <a:pt x="118" y="1008"/>
                  </a:cubicBezTo>
                  <a:cubicBezTo>
                    <a:pt x="187" y="1141"/>
                    <a:pt x="321" y="1217"/>
                    <a:pt x="462" y="1217"/>
                  </a:cubicBezTo>
                  <a:cubicBezTo>
                    <a:pt x="531" y="1217"/>
                    <a:pt x="602" y="1198"/>
                    <a:pt x="668" y="1159"/>
                  </a:cubicBezTo>
                  <a:lnTo>
                    <a:pt x="1369" y="750"/>
                  </a:lnTo>
                  <a:cubicBezTo>
                    <a:pt x="1554" y="646"/>
                    <a:pt x="1624" y="399"/>
                    <a:pt x="1521" y="203"/>
                  </a:cubicBezTo>
                  <a:cubicBezTo>
                    <a:pt x="1440" y="74"/>
                    <a:pt x="1300" y="0"/>
                    <a:pt x="11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7" name="Google Shape;1455;p48">
              <a:extLst>
                <a:ext uri="{FF2B5EF4-FFF2-40B4-BE49-F238E27FC236}">
                  <a16:creationId xmlns:a16="http://schemas.microsoft.com/office/drawing/2014/main" id="{CB659419-0CEF-C44B-6B60-47CE2428A300}"/>
                </a:ext>
              </a:extLst>
            </p:cNvPr>
            <p:cNvSpPr/>
            <p:nvPr/>
          </p:nvSpPr>
          <p:spPr>
            <a:xfrm>
              <a:off x="3363613" y="2158375"/>
              <a:ext cx="156700" cy="155175"/>
            </a:xfrm>
            <a:custGeom>
              <a:avLst/>
              <a:gdLst/>
              <a:ahLst/>
              <a:cxnLst/>
              <a:rect l="l" t="t" r="r" b="b"/>
              <a:pathLst>
                <a:path w="6268" h="6207" extrusionOk="0">
                  <a:moveTo>
                    <a:pt x="3426" y="806"/>
                  </a:moveTo>
                  <a:lnTo>
                    <a:pt x="3437" y="1086"/>
                  </a:lnTo>
                  <a:cubicBezTo>
                    <a:pt x="3451" y="1249"/>
                    <a:pt x="3555" y="1389"/>
                    <a:pt x="3707" y="1448"/>
                  </a:cubicBezTo>
                  <a:cubicBezTo>
                    <a:pt x="3917" y="1518"/>
                    <a:pt x="4116" y="1636"/>
                    <a:pt x="4279" y="1777"/>
                  </a:cubicBezTo>
                  <a:cubicBezTo>
                    <a:pt x="4359" y="1841"/>
                    <a:pt x="4457" y="1875"/>
                    <a:pt x="4556" y="1875"/>
                  </a:cubicBezTo>
                  <a:cubicBezTo>
                    <a:pt x="4617" y="1875"/>
                    <a:pt x="4679" y="1862"/>
                    <a:pt x="4736" y="1835"/>
                  </a:cubicBezTo>
                  <a:lnTo>
                    <a:pt x="4980" y="1706"/>
                  </a:lnTo>
                  <a:lnTo>
                    <a:pt x="5261" y="2209"/>
                  </a:lnTo>
                  <a:lnTo>
                    <a:pt x="5039" y="2360"/>
                  </a:lnTo>
                  <a:cubicBezTo>
                    <a:pt x="4899" y="2441"/>
                    <a:pt x="4829" y="2607"/>
                    <a:pt x="4854" y="2770"/>
                  </a:cubicBezTo>
                  <a:cubicBezTo>
                    <a:pt x="4877" y="2887"/>
                    <a:pt x="4888" y="2991"/>
                    <a:pt x="4888" y="3098"/>
                  </a:cubicBezTo>
                  <a:cubicBezTo>
                    <a:pt x="4888" y="3202"/>
                    <a:pt x="4877" y="3319"/>
                    <a:pt x="4854" y="3437"/>
                  </a:cubicBezTo>
                  <a:cubicBezTo>
                    <a:pt x="4829" y="3589"/>
                    <a:pt x="4899" y="3763"/>
                    <a:pt x="5039" y="3844"/>
                  </a:cubicBezTo>
                  <a:lnTo>
                    <a:pt x="5261" y="3998"/>
                  </a:lnTo>
                  <a:lnTo>
                    <a:pt x="4980" y="4500"/>
                  </a:lnTo>
                  <a:lnTo>
                    <a:pt x="4736" y="4371"/>
                  </a:lnTo>
                  <a:cubicBezTo>
                    <a:pt x="4675" y="4343"/>
                    <a:pt x="4609" y="4328"/>
                    <a:pt x="4544" y="4328"/>
                  </a:cubicBezTo>
                  <a:cubicBezTo>
                    <a:pt x="4449" y="4328"/>
                    <a:pt x="4356" y="4360"/>
                    <a:pt x="4279" y="4430"/>
                  </a:cubicBezTo>
                  <a:cubicBezTo>
                    <a:pt x="4116" y="4571"/>
                    <a:pt x="3917" y="4686"/>
                    <a:pt x="3707" y="4756"/>
                  </a:cubicBezTo>
                  <a:cubicBezTo>
                    <a:pt x="3555" y="4803"/>
                    <a:pt x="3451" y="4955"/>
                    <a:pt x="3437" y="5120"/>
                  </a:cubicBezTo>
                  <a:lnTo>
                    <a:pt x="3426" y="5387"/>
                  </a:lnTo>
                  <a:lnTo>
                    <a:pt x="2854" y="5387"/>
                  </a:lnTo>
                  <a:lnTo>
                    <a:pt x="2831" y="5120"/>
                  </a:lnTo>
                  <a:cubicBezTo>
                    <a:pt x="2831" y="4955"/>
                    <a:pt x="2714" y="4803"/>
                    <a:pt x="2562" y="4756"/>
                  </a:cubicBezTo>
                  <a:cubicBezTo>
                    <a:pt x="2352" y="4686"/>
                    <a:pt x="2164" y="4571"/>
                    <a:pt x="1990" y="4430"/>
                  </a:cubicBezTo>
                  <a:cubicBezTo>
                    <a:pt x="1920" y="4360"/>
                    <a:pt x="1825" y="4328"/>
                    <a:pt x="1730" y="4328"/>
                  </a:cubicBezTo>
                  <a:cubicBezTo>
                    <a:pt x="1665" y="4328"/>
                    <a:pt x="1601" y="4343"/>
                    <a:pt x="1544" y="4371"/>
                  </a:cubicBezTo>
                  <a:lnTo>
                    <a:pt x="1300" y="4500"/>
                  </a:lnTo>
                  <a:lnTo>
                    <a:pt x="1008" y="3998"/>
                  </a:lnTo>
                  <a:lnTo>
                    <a:pt x="1241" y="3844"/>
                  </a:lnTo>
                  <a:cubicBezTo>
                    <a:pt x="1381" y="3763"/>
                    <a:pt x="1451" y="3589"/>
                    <a:pt x="1418" y="3437"/>
                  </a:cubicBezTo>
                  <a:cubicBezTo>
                    <a:pt x="1392" y="3319"/>
                    <a:pt x="1381" y="3202"/>
                    <a:pt x="1381" y="3098"/>
                  </a:cubicBezTo>
                  <a:cubicBezTo>
                    <a:pt x="1381" y="2991"/>
                    <a:pt x="1392" y="2887"/>
                    <a:pt x="1418" y="2770"/>
                  </a:cubicBezTo>
                  <a:cubicBezTo>
                    <a:pt x="1451" y="2607"/>
                    <a:pt x="1381" y="2441"/>
                    <a:pt x="1241" y="2360"/>
                  </a:cubicBezTo>
                  <a:lnTo>
                    <a:pt x="1008" y="2209"/>
                  </a:lnTo>
                  <a:lnTo>
                    <a:pt x="1300" y="1706"/>
                  </a:lnTo>
                  <a:lnTo>
                    <a:pt x="1544" y="1835"/>
                  </a:lnTo>
                  <a:cubicBezTo>
                    <a:pt x="1597" y="1862"/>
                    <a:pt x="1657" y="1875"/>
                    <a:pt x="1718" y="1875"/>
                  </a:cubicBezTo>
                  <a:cubicBezTo>
                    <a:pt x="1817" y="1875"/>
                    <a:pt x="1917" y="1841"/>
                    <a:pt x="1990" y="1777"/>
                  </a:cubicBezTo>
                  <a:cubicBezTo>
                    <a:pt x="2164" y="1636"/>
                    <a:pt x="2352" y="1518"/>
                    <a:pt x="2562" y="1448"/>
                  </a:cubicBezTo>
                  <a:cubicBezTo>
                    <a:pt x="2714" y="1389"/>
                    <a:pt x="2831" y="1249"/>
                    <a:pt x="2831" y="1086"/>
                  </a:cubicBezTo>
                  <a:lnTo>
                    <a:pt x="2854" y="806"/>
                  </a:lnTo>
                  <a:close/>
                  <a:moveTo>
                    <a:pt x="2470" y="1"/>
                  </a:moveTo>
                  <a:cubicBezTo>
                    <a:pt x="2245" y="1"/>
                    <a:pt x="2071" y="175"/>
                    <a:pt x="2060" y="385"/>
                  </a:cubicBezTo>
                  <a:lnTo>
                    <a:pt x="2035" y="795"/>
                  </a:lnTo>
                  <a:cubicBezTo>
                    <a:pt x="1920" y="854"/>
                    <a:pt x="1802" y="913"/>
                    <a:pt x="1684" y="994"/>
                  </a:cubicBezTo>
                  <a:lnTo>
                    <a:pt x="1322" y="806"/>
                  </a:lnTo>
                  <a:cubicBezTo>
                    <a:pt x="1267" y="778"/>
                    <a:pt x="1208" y="765"/>
                    <a:pt x="1148" y="765"/>
                  </a:cubicBezTo>
                  <a:cubicBezTo>
                    <a:pt x="1008" y="765"/>
                    <a:pt x="867" y="839"/>
                    <a:pt x="786" y="969"/>
                  </a:cubicBezTo>
                  <a:lnTo>
                    <a:pt x="119" y="2138"/>
                  </a:lnTo>
                  <a:cubicBezTo>
                    <a:pt x="1" y="2326"/>
                    <a:pt x="60" y="2559"/>
                    <a:pt x="248" y="2677"/>
                  </a:cubicBezTo>
                  <a:lnTo>
                    <a:pt x="587" y="2899"/>
                  </a:lnTo>
                  <a:cubicBezTo>
                    <a:pt x="576" y="2969"/>
                    <a:pt x="576" y="3039"/>
                    <a:pt x="576" y="3098"/>
                  </a:cubicBezTo>
                  <a:cubicBezTo>
                    <a:pt x="576" y="3168"/>
                    <a:pt x="576" y="3238"/>
                    <a:pt x="587" y="3308"/>
                  </a:cubicBezTo>
                  <a:lnTo>
                    <a:pt x="248" y="3530"/>
                  </a:lnTo>
                  <a:cubicBezTo>
                    <a:pt x="60" y="3648"/>
                    <a:pt x="1" y="3881"/>
                    <a:pt x="119" y="4068"/>
                  </a:cubicBezTo>
                  <a:lnTo>
                    <a:pt x="786" y="5235"/>
                  </a:lnTo>
                  <a:cubicBezTo>
                    <a:pt x="865" y="5364"/>
                    <a:pt x="999" y="5437"/>
                    <a:pt x="1135" y="5437"/>
                  </a:cubicBezTo>
                  <a:cubicBezTo>
                    <a:pt x="1199" y="5437"/>
                    <a:pt x="1263" y="5421"/>
                    <a:pt x="1322" y="5387"/>
                  </a:cubicBezTo>
                  <a:lnTo>
                    <a:pt x="1684" y="5213"/>
                  </a:lnTo>
                  <a:cubicBezTo>
                    <a:pt x="1802" y="5283"/>
                    <a:pt x="1920" y="5353"/>
                    <a:pt x="2035" y="5412"/>
                  </a:cubicBezTo>
                  <a:lnTo>
                    <a:pt x="2060" y="5822"/>
                  </a:lnTo>
                  <a:cubicBezTo>
                    <a:pt x="2071" y="6032"/>
                    <a:pt x="2245" y="6206"/>
                    <a:pt x="2470" y="6206"/>
                  </a:cubicBezTo>
                  <a:lnTo>
                    <a:pt x="3813" y="6206"/>
                  </a:lnTo>
                  <a:cubicBezTo>
                    <a:pt x="4024" y="6206"/>
                    <a:pt x="4209" y="6032"/>
                    <a:pt x="4209" y="5822"/>
                  </a:cubicBezTo>
                  <a:lnTo>
                    <a:pt x="4234" y="5412"/>
                  </a:lnTo>
                  <a:cubicBezTo>
                    <a:pt x="4363" y="5353"/>
                    <a:pt x="4478" y="5283"/>
                    <a:pt x="4596" y="5213"/>
                  </a:cubicBezTo>
                  <a:lnTo>
                    <a:pt x="4947" y="5387"/>
                  </a:lnTo>
                  <a:cubicBezTo>
                    <a:pt x="5010" y="5421"/>
                    <a:pt x="5077" y="5437"/>
                    <a:pt x="5142" y="5437"/>
                  </a:cubicBezTo>
                  <a:cubicBezTo>
                    <a:pt x="5281" y="5437"/>
                    <a:pt x="5413" y="5364"/>
                    <a:pt x="5485" y="5235"/>
                  </a:cubicBezTo>
                  <a:lnTo>
                    <a:pt x="6161" y="4068"/>
                  </a:lnTo>
                  <a:cubicBezTo>
                    <a:pt x="6268" y="3881"/>
                    <a:pt x="6209" y="3648"/>
                    <a:pt x="6032" y="3530"/>
                  </a:cubicBezTo>
                  <a:lnTo>
                    <a:pt x="5696" y="3308"/>
                  </a:lnTo>
                  <a:lnTo>
                    <a:pt x="5696" y="3098"/>
                  </a:lnTo>
                  <a:lnTo>
                    <a:pt x="5696" y="2899"/>
                  </a:lnTo>
                  <a:lnTo>
                    <a:pt x="6032" y="2677"/>
                  </a:lnTo>
                  <a:cubicBezTo>
                    <a:pt x="6209" y="2559"/>
                    <a:pt x="6268" y="2326"/>
                    <a:pt x="6161" y="2138"/>
                  </a:cubicBezTo>
                  <a:lnTo>
                    <a:pt x="5485" y="969"/>
                  </a:lnTo>
                  <a:cubicBezTo>
                    <a:pt x="5410" y="839"/>
                    <a:pt x="5273" y="765"/>
                    <a:pt x="5129" y="765"/>
                  </a:cubicBezTo>
                  <a:cubicBezTo>
                    <a:pt x="5068" y="765"/>
                    <a:pt x="5006" y="778"/>
                    <a:pt x="4947" y="806"/>
                  </a:cubicBezTo>
                  <a:lnTo>
                    <a:pt x="4596" y="994"/>
                  </a:lnTo>
                  <a:cubicBezTo>
                    <a:pt x="4478" y="913"/>
                    <a:pt x="4363" y="854"/>
                    <a:pt x="4234" y="795"/>
                  </a:cubicBezTo>
                  <a:lnTo>
                    <a:pt x="4209" y="385"/>
                  </a:lnTo>
                  <a:cubicBezTo>
                    <a:pt x="4209" y="175"/>
                    <a:pt x="4024" y="1"/>
                    <a:pt x="3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9" name="Google Shape;1456;p48">
              <a:extLst>
                <a:ext uri="{FF2B5EF4-FFF2-40B4-BE49-F238E27FC236}">
                  <a16:creationId xmlns:a16="http://schemas.microsoft.com/office/drawing/2014/main" id="{4F52ADB0-BC17-1BD4-DDB7-D400FE58B5B4}"/>
                </a:ext>
              </a:extLst>
            </p:cNvPr>
            <p:cNvSpPr/>
            <p:nvPr/>
          </p:nvSpPr>
          <p:spPr>
            <a:xfrm>
              <a:off x="3411588" y="2205725"/>
              <a:ext cx="60775" cy="60475"/>
            </a:xfrm>
            <a:custGeom>
              <a:avLst/>
              <a:gdLst/>
              <a:ahLst/>
              <a:cxnLst/>
              <a:rect l="l" t="t" r="r" b="b"/>
              <a:pathLst>
                <a:path w="2431" h="2419" extrusionOk="0">
                  <a:moveTo>
                    <a:pt x="1215" y="805"/>
                  </a:moveTo>
                  <a:cubicBezTo>
                    <a:pt x="1437" y="805"/>
                    <a:pt x="1625" y="982"/>
                    <a:pt x="1625" y="1204"/>
                  </a:cubicBezTo>
                  <a:cubicBezTo>
                    <a:pt x="1625" y="1425"/>
                    <a:pt x="1437" y="1613"/>
                    <a:pt x="1215" y="1613"/>
                  </a:cubicBezTo>
                  <a:cubicBezTo>
                    <a:pt x="994" y="1613"/>
                    <a:pt x="817" y="1425"/>
                    <a:pt x="817" y="1204"/>
                  </a:cubicBezTo>
                  <a:cubicBezTo>
                    <a:pt x="817" y="982"/>
                    <a:pt x="994" y="805"/>
                    <a:pt x="1215" y="805"/>
                  </a:cubicBezTo>
                  <a:close/>
                  <a:moveTo>
                    <a:pt x="1215" y="0"/>
                  </a:moveTo>
                  <a:cubicBezTo>
                    <a:pt x="551" y="0"/>
                    <a:pt x="1" y="536"/>
                    <a:pt x="1" y="1204"/>
                  </a:cubicBezTo>
                  <a:cubicBezTo>
                    <a:pt x="1" y="1880"/>
                    <a:pt x="551" y="2419"/>
                    <a:pt x="1215" y="2419"/>
                  </a:cubicBezTo>
                  <a:cubicBezTo>
                    <a:pt x="1883" y="2419"/>
                    <a:pt x="2430" y="1880"/>
                    <a:pt x="2430" y="1204"/>
                  </a:cubicBezTo>
                  <a:cubicBezTo>
                    <a:pt x="2430" y="536"/>
                    <a:pt x="1883" y="0"/>
                    <a:pt x="1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
        <p:nvSpPr>
          <p:cNvPr id="30" name="CaixaDeTexto 29">
            <a:extLst>
              <a:ext uri="{FF2B5EF4-FFF2-40B4-BE49-F238E27FC236}">
                <a16:creationId xmlns:a16="http://schemas.microsoft.com/office/drawing/2014/main" id="{FF06C2D2-28A7-5E2F-CCC7-7FDACD6E9DF4}"/>
              </a:ext>
            </a:extLst>
          </p:cNvPr>
          <p:cNvSpPr txBox="1"/>
          <p:nvPr/>
        </p:nvSpPr>
        <p:spPr>
          <a:xfrm>
            <a:off x="1448064" y="1427341"/>
            <a:ext cx="3089787" cy="1384995"/>
          </a:xfrm>
          <a:prstGeom prst="rect">
            <a:avLst/>
          </a:prstGeom>
          <a:noFill/>
        </p:spPr>
        <p:txBody>
          <a:bodyPr wrap="square" rtlCol="0">
            <a:spAutoFit/>
          </a:bodyPr>
          <a:lstStyle/>
          <a:p>
            <a:r>
              <a:rPr lang="pt-BR" sz="1200" dirty="0">
                <a:solidFill>
                  <a:schemeClr val="tx1"/>
                </a:solidFill>
                <a:latin typeface="Hanken Grotesk" pitchFamily="2" charset="0"/>
              </a:rPr>
              <a:t>Aplicativos móveis são programas de softwares desenvolvidos para funcionar em dispositivos móveis, como smartphones e tablets, oferecendo uma variedade de funcionalidades e serviços aos usuários, desde jogos e redes sociais até utilitários e produtividade.</a:t>
            </a:r>
          </a:p>
        </p:txBody>
      </p:sp>
      <p:sp>
        <p:nvSpPr>
          <p:cNvPr id="31" name="CaixaDeTexto 30">
            <a:extLst>
              <a:ext uri="{FF2B5EF4-FFF2-40B4-BE49-F238E27FC236}">
                <a16:creationId xmlns:a16="http://schemas.microsoft.com/office/drawing/2014/main" id="{393F0DA1-A57B-8ABC-4D32-AB0A55BB03BD}"/>
              </a:ext>
            </a:extLst>
          </p:cNvPr>
          <p:cNvSpPr txBox="1"/>
          <p:nvPr/>
        </p:nvSpPr>
        <p:spPr>
          <a:xfrm>
            <a:off x="3339582" y="3350647"/>
            <a:ext cx="2709927" cy="1200329"/>
          </a:xfrm>
          <a:prstGeom prst="rect">
            <a:avLst/>
          </a:prstGeom>
          <a:noFill/>
        </p:spPr>
        <p:txBody>
          <a:bodyPr wrap="square" rtlCol="0">
            <a:spAutoFit/>
          </a:bodyPr>
          <a:lstStyle/>
          <a:p>
            <a:r>
              <a:rPr lang="pt-BR" sz="1200" dirty="0">
                <a:solidFill>
                  <a:schemeClr val="tx1"/>
                </a:solidFill>
                <a:latin typeface="Hanken Grotesk" pitchFamily="2" charset="0"/>
              </a:rPr>
              <a:t>Exemplos de aplicativos móveis em Java incluem redes sociais como Facebook e Twitter, aplicativos de mensagens como WhatsApp e Telegram, e jogos populares como </a:t>
            </a:r>
            <a:r>
              <a:rPr lang="pt-BR" sz="1200" dirty="0" err="1">
                <a:solidFill>
                  <a:schemeClr val="tx1"/>
                </a:solidFill>
                <a:latin typeface="Hanken Grotesk" pitchFamily="2" charset="0"/>
              </a:rPr>
              <a:t>Angry</a:t>
            </a:r>
            <a:r>
              <a:rPr lang="pt-BR" sz="1200" dirty="0">
                <a:solidFill>
                  <a:schemeClr val="tx1"/>
                </a:solidFill>
                <a:latin typeface="Hanken Grotesk" pitchFamily="2" charset="0"/>
              </a:rPr>
              <a:t> Birds e </a:t>
            </a:r>
            <a:r>
              <a:rPr lang="pt-BR" sz="1200" dirty="0" err="1">
                <a:solidFill>
                  <a:schemeClr val="tx1"/>
                </a:solidFill>
                <a:latin typeface="Hanken Grotesk" pitchFamily="2" charset="0"/>
              </a:rPr>
              <a:t>Candy</a:t>
            </a:r>
            <a:r>
              <a:rPr lang="pt-BR" sz="1200" dirty="0">
                <a:solidFill>
                  <a:schemeClr val="tx1"/>
                </a:solidFill>
                <a:latin typeface="Hanken Grotesk" pitchFamily="2" charset="0"/>
              </a:rPr>
              <a:t> Crush.</a:t>
            </a:r>
          </a:p>
        </p:txBody>
      </p:sp>
    </p:spTree>
    <p:extLst>
      <p:ext uri="{BB962C8B-B14F-4D97-AF65-F5344CB8AC3E}">
        <p14:creationId xmlns:p14="http://schemas.microsoft.com/office/powerpoint/2010/main" val="7013472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55A601D0-6B5D-BC07-5D85-EA459729DE98}"/>
              </a:ext>
            </a:extLst>
          </p:cNvPr>
          <p:cNvPicPr>
            <a:picLocks noChangeAspect="1"/>
          </p:cNvPicPr>
          <p:nvPr/>
        </p:nvPicPr>
        <p:blipFill>
          <a:blip r:embed="rId2"/>
          <a:stretch>
            <a:fillRect/>
          </a:stretch>
        </p:blipFill>
        <p:spPr>
          <a:xfrm>
            <a:off x="247573" y="250031"/>
            <a:ext cx="4088683" cy="2444209"/>
          </a:xfrm>
          <a:prstGeom prst="rect">
            <a:avLst/>
          </a:prstGeom>
        </p:spPr>
      </p:pic>
      <p:pic>
        <p:nvPicPr>
          <p:cNvPr id="5" name="Imagem 4">
            <a:extLst>
              <a:ext uri="{FF2B5EF4-FFF2-40B4-BE49-F238E27FC236}">
                <a16:creationId xmlns:a16="http://schemas.microsoft.com/office/drawing/2014/main" id="{9D8865D5-E7BB-085E-D716-02C88C61240E}"/>
              </a:ext>
            </a:extLst>
          </p:cNvPr>
          <p:cNvPicPr>
            <a:picLocks noChangeAspect="1"/>
          </p:cNvPicPr>
          <p:nvPr/>
        </p:nvPicPr>
        <p:blipFill>
          <a:blip r:embed="rId3"/>
          <a:stretch>
            <a:fillRect/>
          </a:stretch>
        </p:blipFill>
        <p:spPr>
          <a:xfrm>
            <a:off x="1678781" y="3207939"/>
            <a:ext cx="6072188" cy="1574448"/>
          </a:xfrm>
          <a:prstGeom prst="rect">
            <a:avLst/>
          </a:prstGeom>
        </p:spPr>
      </p:pic>
      <p:pic>
        <p:nvPicPr>
          <p:cNvPr id="7" name="Imagem 6">
            <a:extLst>
              <a:ext uri="{FF2B5EF4-FFF2-40B4-BE49-F238E27FC236}">
                <a16:creationId xmlns:a16="http://schemas.microsoft.com/office/drawing/2014/main" id="{16EE434E-A18C-8510-1406-1136EFED99C9}"/>
              </a:ext>
            </a:extLst>
          </p:cNvPr>
          <p:cNvPicPr>
            <a:picLocks noChangeAspect="1"/>
          </p:cNvPicPr>
          <p:nvPr/>
        </p:nvPicPr>
        <p:blipFill>
          <a:blip r:embed="rId4"/>
          <a:stretch>
            <a:fillRect/>
          </a:stretch>
        </p:blipFill>
        <p:spPr>
          <a:xfrm>
            <a:off x="4572001" y="250031"/>
            <a:ext cx="4324426" cy="2444209"/>
          </a:xfrm>
          <a:prstGeom prst="rect">
            <a:avLst/>
          </a:prstGeom>
        </p:spPr>
      </p:pic>
    </p:spTree>
    <p:extLst>
      <p:ext uri="{BB962C8B-B14F-4D97-AF65-F5344CB8AC3E}">
        <p14:creationId xmlns:p14="http://schemas.microsoft.com/office/powerpoint/2010/main" val="10339998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1" name="Google Shape;761;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r>
              <a:rPr lang="en" sz="2500" dirty="0">
                <a:solidFill>
                  <a:srgbClr val="FFFFFF"/>
                </a:solidFill>
              </a:rPr>
              <a:t>Sistemas de Empresas</a:t>
            </a:r>
          </a:p>
        </p:txBody>
      </p:sp>
      <p:sp>
        <p:nvSpPr>
          <p:cNvPr id="22" name="CaixaDeTexto 21">
            <a:extLst>
              <a:ext uri="{FF2B5EF4-FFF2-40B4-BE49-F238E27FC236}">
                <a16:creationId xmlns:a16="http://schemas.microsoft.com/office/drawing/2014/main" id="{AFA06ABD-B53D-F75F-EB80-32EDC9C5530A}"/>
              </a:ext>
            </a:extLst>
          </p:cNvPr>
          <p:cNvSpPr txBox="1"/>
          <p:nvPr/>
        </p:nvSpPr>
        <p:spPr>
          <a:xfrm>
            <a:off x="1053775" y="1422697"/>
            <a:ext cx="3598607" cy="1384995"/>
          </a:xfrm>
          <a:prstGeom prst="rect">
            <a:avLst/>
          </a:prstGeom>
          <a:noFill/>
        </p:spPr>
        <p:txBody>
          <a:bodyPr wrap="square" rtlCol="0">
            <a:spAutoFit/>
          </a:bodyPr>
          <a:lstStyle/>
          <a:p>
            <a:r>
              <a:rPr lang="pt-BR" sz="1200" b="0" i="0" dirty="0">
                <a:solidFill>
                  <a:schemeClr val="tx1"/>
                </a:solidFill>
                <a:effectLst/>
                <a:latin typeface="Hanken Grotesk" pitchFamily="2" charset="0"/>
              </a:rPr>
              <a:t>Sistemas de empresas em Java são aplicativos de softwares desenvolvidos para atender às necessidades específicas de uma organização, como gestão de recursos humanos, controle de estoque, processamento de pedidos e análise de dados, utilizando a linguagem de programação Java e suas bibliotecas associadas</a:t>
            </a:r>
            <a:endParaRPr lang="pt-BR" sz="1050" dirty="0">
              <a:solidFill>
                <a:schemeClr val="tx1"/>
              </a:solidFill>
              <a:latin typeface="Hanken Grotesk" pitchFamily="2" charset="0"/>
            </a:endParaRPr>
          </a:p>
        </p:txBody>
      </p:sp>
      <p:sp>
        <p:nvSpPr>
          <p:cNvPr id="23" name="CaixaDeTexto 22">
            <a:extLst>
              <a:ext uri="{FF2B5EF4-FFF2-40B4-BE49-F238E27FC236}">
                <a16:creationId xmlns:a16="http://schemas.microsoft.com/office/drawing/2014/main" id="{53D3081A-FFDA-B93B-C677-B3CC06DA6C54}"/>
              </a:ext>
            </a:extLst>
          </p:cNvPr>
          <p:cNvSpPr txBox="1"/>
          <p:nvPr/>
        </p:nvSpPr>
        <p:spPr>
          <a:xfrm>
            <a:off x="5605325" y="1422697"/>
            <a:ext cx="3233004" cy="1569660"/>
          </a:xfrm>
          <a:prstGeom prst="rect">
            <a:avLst/>
          </a:prstGeom>
          <a:noFill/>
        </p:spPr>
        <p:txBody>
          <a:bodyPr wrap="square" rtlCol="0">
            <a:spAutoFit/>
          </a:bodyPr>
          <a:lstStyle/>
          <a:p>
            <a:r>
              <a:rPr lang="pt-BR" sz="1200" dirty="0">
                <a:solidFill>
                  <a:schemeClr val="tx1"/>
                </a:solidFill>
                <a:latin typeface="Hanken Grotesk" pitchFamily="2" charset="0"/>
              </a:rPr>
              <a:t>As APIs de Java para sistemas comerciais, como Java EE (Enterprise </a:t>
            </a:r>
            <a:r>
              <a:rPr lang="pt-BR" sz="1200" dirty="0" err="1">
                <a:solidFill>
                  <a:schemeClr val="tx1"/>
                </a:solidFill>
                <a:latin typeface="Hanken Grotesk" pitchFamily="2" charset="0"/>
              </a:rPr>
              <a:t>Edition</a:t>
            </a:r>
            <a:r>
              <a:rPr lang="pt-BR" sz="1200" dirty="0">
                <a:solidFill>
                  <a:schemeClr val="tx1"/>
                </a:solidFill>
                <a:latin typeface="Hanken Grotesk" pitchFamily="2" charset="0"/>
              </a:rPr>
              <a:t>) e Spring Framework, fornecem ferramentas e bibliotecas para o desenvolvimento de aplicativos empresariais escaláveis, seguros e de alto desempenho, com suporte para integração de bancos de dados, transações seguras e comunicação entre sistemas</a:t>
            </a:r>
          </a:p>
        </p:txBody>
      </p:sp>
      <p:sp>
        <p:nvSpPr>
          <p:cNvPr id="24" name="CaixaDeTexto 23">
            <a:extLst>
              <a:ext uri="{FF2B5EF4-FFF2-40B4-BE49-F238E27FC236}">
                <a16:creationId xmlns:a16="http://schemas.microsoft.com/office/drawing/2014/main" id="{6A9188C7-390D-982E-EE3F-54BD6194B490}"/>
              </a:ext>
            </a:extLst>
          </p:cNvPr>
          <p:cNvSpPr txBox="1"/>
          <p:nvPr/>
        </p:nvSpPr>
        <p:spPr>
          <a:xfrm>
            <a:off x="3180378" y="3304524"/>
            <a:ext cx="2204884" cy="830997"/>
          </a:xfrm>
          <a:prstGeom prst="rect">
            <a:avLst/>
          </a:prstGeom>
          <a:noFill/>
        </p:spPr>
        <p:txBody>
          <a:bodyPr wrap="square" rtlCol="0">
            <a:spAutoFit/>
          </a:bodyPr>
          <a:lstStyle/>
          <a:p>
            <a:r>
              <a:rPr lang="pt-BR" sz="1200" dirty="0">
                <a:solidFill>
                  <a:schemeClr val="tx1"/>
                </a:solidFill>
                <a:latin typeface="Hanken Grotesk" pitchFamily="2" charset="0"/>
              </a:rPr>
              <a:t>Algumas empresas como o LinkedIn, </a:t>
            </a:r>
            <a:r>
              <a:rPr lang="pt-BR" sz="1200" dirty="0" err="1">
                <a:solidFill>
                  <a:schemeClr val="tx1"/>
                </a:solidFill>
                <a:latin typeface="Hanken Grotesk" pitchFamily="2" charset="0"/>
              </a:rPr>
              <a:t>Paypal</a:t>
            </a:r>
            <a:r>
              <a:rPr lang="pt-BR" sz="1200" dirty="0">
                <a:solidFill>
                  <a:schemeClr val="tx1"/>
                </a:solidFill>
                <a:latin typeface="Hanken Grotesk" pitchFamily="2" charset="0"/>
              </a:rPr>
              <a:t>, </a:t>
            </a:r>
            <a:r>
              <a:rPr lang="pt-BR" sz="1200" dirty="0" err="1">
                <a:solidFill>
                  <a:schemeClr val="tx1"/>
                </a:solidFill>
                <a:latin typeface="Hanken Grotesk" pitchFamily="2" charset="0"/>
              </a:rPr>
              <a:t>Amazon</a:t>
            </a:r>
            <a:r>
              <a:rPr lang="pt-BR" sz="1200" dirty="0">
                <a:solidFill>
                  <a:schemeClr val="tx1"/>
                </a:solidFill>
                <a:latin typeface="Hanken Grotesk" pitchFamily="2" charset="0"/>
              </a:rPr>
              <a:t> e Uber utilizam Java em seus sistemas 	</a:t>
            </a:r>
          </a:p>
        </p:txBody>
      </p:sp>
      <p:grpSp>
        <p:nvGrpSpPr>
          <p:cNvPr id="2" name="Google Shape;1262;p48">
            <a:extLst>
              <a:ext uri="{FF2B5EF4-FFF2-40B4-BE49-F238E27FC236}">
                <a16:creationId xmlns:a16="http://schemas.microsoft.com/office/drawing/2014/main" id="{FE90B11E-F7AF-C14C-F9ED-943F27D4D5B1}"/>
              </a:ext>
            </a:extLst>
          </p:cNvPr>
          <p:cNvGrpSpPr/>
          <p:nvPr/>
        </p:nvGrpSpPr>
        <p:grpSpPr>
          <a:xfrm>
            <a:off x="2680515" y="3304524"/>
            <a:ext cx="345125" cy="345150"/>
            <a:chOff x="997838" y="3797375"/>
            <a:chExt cx="345125" cy="345150"/>
          </a:xfrm>
        </p:grpSpPr>
        <p:sp>
          <p:nvSpPr>
            <p:cNvPr id="3" name="Google Shape;1263;p48">
              <a:extLst>
                <a:ext uri="{FF2B5EF4-FFF2-40B4-BE49-F238E27FC236}">
                  <a16:creationId xmlns:a16="http://schemas.microsoft.com/office/drawing/2014/main" id="{98E8356C-0ADD-03B8-E456-1D20F000A1F2}"/>
                </a:ext>
              </a:extLst>
            </p:cNvPr>
            <p:cNvSpPr/>
            <p:nvPr/>
          </p:nvSpPr>
          <p:spPr>
            <a:xfrm>
              <a:off x="997838" y="3797375"/>
              <a:ext cx="345125" cy="345150"/>
            </a:xfrm>
            <a:custGeom>
              <a:avLst/>
              <a:gdLst/>
              <a:ahLst/>
              <a:cxnLst/>
              <a:rect l="l" t="t" r="r" b="b"/>
              <a:pathLst>
                <a:path w="13805" h="13806" extrusionOk="0">
                  <a:moveTo>
                    <a:pt x="6895" y="809"/>
                  </a:moveTo>
                  <a:cubicBezTo>
                    <a:pt x="8172" y="809"/>
                    <a:pt x="9199" y="1838"/>
                    <a:pt x="9199" y="3101"/>
                  </a:cubicBezTo>
                  <a:cubicBezTo>
                    <a:pt x="9199" y="3788"/>
                    <a:pt x="8896" y="4433"/>
                    <a:pt x="8357" y="4865"/>
                  </a:cubicBezTo>
                  <a:cubicBezTo>
                    <a:pt x="8018" y="5157"/>
                    <a:pt x="7785" y="5530"/>
                    <a:pt x="7715" y="5928"/>
                  </a:cubicBezTo>
                  <a:lnTo>
                    <a:pt x="7305" y="5928"/>
                  </a:lnTo>
                  <a:lnTo>
                    <a:pt x="7305" y="3813"/>
                  </a:lnTo>
                  <a:lnTo>
                    <a:pt x="7995" y="3123"/>
                  </a:lnTo>
                  <a:cubicBezTo>
                    <a:pt x="8158" y="2960"/>
                    <a:pt x="8158" y="2702"/>
                    <a:pt x="7995" y="2551"/>
                  </a:cubicBezTo>
                  <a:cubicBezTo>
                    <a:pt x="7919" y="2468"/>
                    <a:pt x="7817" y="2427"/>
                    <a:pt x="7713" y="2427"/>
                  </a:cubicBezTo>
                  <a:cubicBezTo>
                    <a:pt x="7609" y="2427"/>
                    <a:pt x="7504" y="2468"/>
                    <a:pt x="7423" y="2551"/>
                  </a:cubicBezTo>
                  <a:lnTo>
                    <a:pt x="6895" y="3064"/>
                  </a:lnTo>
                  <a:lnTo>
                    <a:pt x="6382" y="2551"/>
                  </a:lnTo>
                  <a:cubicBezTo>
                    <a:pt x="6304" y="2473"/>
                    <a:pt x="6197" y="2430"/>
                    <a:pt x="6089" y="2430"/>
                  </a:cubicBezTo>
                  <a:cubicBezTo>
                    <a:pt x="6003" y="2430"/>
                    <a:pt x="5917" y="2457"/>
                    <a:pt x="5843" y="2514"/>
                  </a:cubicBezTo>
                  <a:cubicBezTo>
                    <a:pt x="5647" y="2666"/>
                    <a:pt x="5633" y="2946"/>
                    <a:pt x="5810" y="3123"/>
                  </a:cubicBezTo>
                  <a:lnTo>
                    <a:pt x="6500" y="3813"/>
                  </a:lnTo>
                  <a:lnTo>
                    <a:pt x="6500" y="5928"/>
                  </a:lnTo>
                  <a:lnTo>
                    <a:pt x="6090" y="5928"/>
                  </a:lnTo>
                  <a:cubicBezTo>
                    <a:pt x="6020" y="5530"/>
                    <a:pt x="5787" y="5157"/>
                    <a:pt x="5448" y="4865"/>
                  </a:cubicBezTo>
                  <a:cubicBezTo>
                    <a:pt x="4909" y="4433"/>
                    <a:pt x="4606" y="3788"/>
                    <a:pt x="4606" y="3101"/>
                  </a:cubicBezTo>
                  <a:cubicBezTo>
                    <a:pt x="4606" y="1838"/>
                    <a:pt x="5633" y="809"/>
                    <a:pt x="6895" y="809"/>
                  </a:cubicBezTo>
                  <a:close/>
                  <a:moveTo>
                    <a:pt x="7681" y="6748"/>
                  </a:moveTo>
                  <a:lnTo>
                    <a:pt x="7681" y="7412"/>
                  </a:lnTo>
                  <a:cubicBezTo>
                    <a:pt x="7681" y="7494"/>
                    <a:pt x="7622" y="7553"/>
                    <a:pt x="7552" y="7553"/>
                  </a:cubicBezTo>
                  <a:lnTo>
                    <a:pt x="6253" y="7553"/>
                  </a:lnTo>
                  <a:cubicBezTo>
                    <a:pt x="6183" y="7553"/>
                    <a:pt x="6124" y="7494"/>
                    <a:pt x="6124" y="7412"/>
                  </a:cubicBezTo>
                  <a:lnTo>
                    <a:pt x="6124" y="6748"/>
                  </a:lnTo>
                  <a:close/>
                  <a:moveTo>
                    <a:pt x="12857" y="3507"/>
                  </a:moveTo>
                  <a:cubicBezTo>
                    <a:pt x="12941" y="3507"/>
                    <a:pt x="12997" y="3566"/>
                    <a:pt x="12997" y="3637"/>
                  </a:cubicBezTo>
                  <a:lnTo>
                    <a:pt x="12997" y="9166"/>
                  </a:lnTo>
                  <a:lnTo>
                    <a:pt x="808" y="9166"/>
                  </a:lnTo>
                  <a:lnTo>
                    <a:pt x="808" y="3637"/>
                  </a:lnTo>
                  <a:cubicBezTo>
                    <a:pt x="808" y="3566"/>
                    <a:pt x="864" y="3507"/>
                    <a:pt x="948" y="3507"/>
                  </a:cubicBezTo>
                  <a:lnTo>
                    <a:pt x="3824" y="3507"/>
                  </a:lnTo>
                  <a:cubicBezTo>
                    <a:pt x="3927" y="4279"/>
                    <a:pt x="4315" y="4994"/>
                    <a:pt x="4921" y="5496"/>
                  </a:cubicBezTo>
                  <a:cubicBezTo>
                    <a:pt x="5167" y="5696"/>
                    <a:pt x="5308" y="5976"/>
                    <a:pt x="5308" y="6257"/>
                  </a:cubicBezTo>
                  <a:lnTo>
                    <a:pt x="5308" y="7412"/>
                  </a:lnTo>
                  <a:cubicBezTo>
                    <a:pt x="5308" y="7940"/>
                    <a:pt x="5740" y="8361"/>
                    <a:pt x="6253" y="8361"/>
                  </a:cubicBezTo>
                  <a:lnTo>
                    <a:pt x="7527" y="8361"/>
                  </a:lnTo>
                  <a:cubicBezTo>
                    <a:pt x="8043" y="8361"/>
                    <a:pt x="8464" y="7940"/>
                    <a:pt x="8464" y="7412"/>
                  </a:cubicBezTo>
                  <a:lnTo>
                    <a:pt x="8464" y="6257"/>
                  </a:lnTo>
                  <a:cubicBezTo>
                    <a:pt x="8464" y="5976"/>
                    <a:pt x="8604" y="5696"/>
                    <a:pt x="8848" y="5496"/>
                  </a:cubicBezTo>
                  <a:cubicBezTo>
                    <a:pt x="9457" y="4994"/>
                    <a:pt x="9855" y="4279"/>
                    <a:pt x="9948" y="3507"/>
                  </a:cubicBezTo>
                  <a:close/>
                  <a:moveTo>
                    <a:pt x="12997" y="9974"/>
                  </a:moveTo>
                  <a:lnTo>
                    <a:pt x="12997" y="10650"/>
                  </a:lnTo>
                  <a:cubicBezTo>
                    <a:pt x="12997" y="10720"/>
                    <a:pt x="12941" y="10790"/>
                    <a:pt x="12857" y="10790"/>
                  </a:cubicBezTo>
                  <a:lnTo>
                    <a:pt x="948" y="10790"/>
                  </a:lnTo>
                  <a:cubicBezTo>
                    <a:pt x="864" y="10790"/>
                    <a:pt x="808" y="10720"/>
                    <a:pt x="808" y="10650"/>
                  </a:cubicBezTo>
                  <a:lnTo>
                    <a:pt x="808" y="9974"/>
                  </a:lnTo>
                  <a:close/>
                  <a:moveTo>
                    <a:pt x="8194" y="11598"/>
                  </a:moveTo>
                  <a:lnTo>
                    <a:pt x="8534" y="13001"/>
                  </a:lnTo>
                  <a:lnTo>
                    <a:pt x="5249" y="13001"/>
                  </a:lnTo>
                  <a:lnTo>
                    <a:pt x="5588" y="11598"/>
                  </a:lnTo>
                  <a:close/>
                  <a:moveTo>
                    <a:pt x="6895" y="1"/>
                  </a:moveTo>
                  <a:cubicBezTo>
                    <a:pt x="5330" y="1"/>
                    <a:pt x="4020" y="1182"/>
                    <a:pt x="3824" y="2702"/>
                  </a:cubicBezTo>
                  <a:lnTo>
                    <a:pt x="948" y="2702"/>
                  </a:lnTo>
                  <a:cubicBezTo>
                    <a:pt x="421" y="2702"/>
                    <a:pt x="0" y="3123"/>
                    <a:pt x="0" y="3637"/>
                  </a:cubicBezTo>
                  <a:lnTo>
                    <a:pt x="0" y="10650"/>
                  </a:lnTo>
                  <a:cubicBezTo>
                    <a:pt x="0" y="11177"/>
                    <a:pt x="421" y="11598"/>
                    <a:pt x="948" y="11598"/>
                  </a:cubicBezTo>
                  <a:lnTo>
                    <a:pt x="4769" y="11598"/>
                  </a:lnTo>
                  <a:lnTo>
                    <a:pt x="4430" y="13001"/>
                  </a:lnTo>
                  <a:lnTo>
                    <a:pt x="3669" y="13001"/>
                  </a:lnTo>
                  <a:cubicBezTo>
                    <a:pt x="3459" y="13001"/>
                    <a:pt x="3274" y="13152"/>
                    <a:pt x="3249" y="13351"/>
                  </a:cubicBezTo>
                  <a:cubicBezTo>
                    <a:pt x="3226" y="13595"/>
                    <a:pt x="3414" y="13806"/>
                    <a:pt x="3658" y="13806"/>
                  </a:cubicBezTo>
                  <a:lnTo>
                    <a:pt x="10110" y="13806"/>
                  </a:lnTo>
                  <a:cubicBezTo>
                    <a:pt x="10321" y="13806"/>
                    <a:pt x="10509" y="13654"/>
                    <a:pt x="10531" y="13444"/>
                  </a:cubicBezTo>
                  <a:cubicBezTo>
                    <a:pt x="10556" y="13200"/>
                    <a:pt x="10368" y="13001"/>
                    <a:pt x="10122" y="13001"/>
                  </a:cubicBezTo>
                  <a:lnTo>
                    <a:pt x="9364" y="13001"/>
                  </a:lnTo>
                  <a:lnTo>
                    <a:pt x="9025" y="11598"/>
                  </a:lnTo>
                  <a:lnTo>
                    <a:pt x="12857" y="11598"/>
                  </a:lnTo>
                  <a:cubicBezTo>
                    <a:pt x="13384" y="11598"/>
                    <a:pt x="13805" y="11177"/>
                    <a:pt x="13805" y="10650"/>
                  </a:cubicBezTo>
                  <a:lnTo>
                    <a:pt x="13805" y="3637"/>
                  </a:lnTo>
                  <a:cubicBezTo>
                    <a:pt x="13805" y="3123"/>
                    <a:pt x="13384" y="2702"/>
                    <a:pt x="12857" y="2702"/>
                  </a:cubicBezTo>
                  <a:lnTo>
                    <a:pt x="9970" y="2702"/>
                  </a:lnTo>
                  <a:cubicBezTo>
                    <a:pt x="9771" y="1182"/>
                    <a:pt x="8475" y="1"/>
                    <a:pt x="68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lt1"/>
                </a:solidFill>
              </a:endParaRPr>
            </a:p>
          </p:txBody>
        </p:sp>
        <p:sp>
          <p:nvSpPr>
            <p:cNvPr id="4" name="Google Shape;1264;p48">
              <a:extLst>
                <a:ext uri="{FF2B5EF4-FFF2-40B4-BE49-F238E27FC236}">
                  <a16:creationId xmlns:a16="http://schemas.microsoft.com/office/drawing/2014/main" id="{18D22812-4879-DEC9-78A5-A3A7A6F25B04}"/>
                </a:ext>
              </a:extLst>
            </p:cNvPr>
            <p:cNvSpPr/>
            <p:nvPr/>
          </p:nvSpPr>
          <p:spPr>
            <a:xfrm>
              <a:off x="1259638" y="3810725"/>
              <a:ext cx="40700" cy="30375"/>
            </a:xfrm>
            <a:custGeom>
              <a:avLst/>
              <a:gdLst/>
              <a:ahLst/>
              <a:cxnLst/>
              <a:rect l="l" t="t" r="r" b="b"/>
              <a:pathLst>
                <a:path w="1628" h="1215" extrusionOk="0">
                  <a:moveTo>
                    <a:pt x="1165" y="1"/>
                  </a:moveTo>
                  <a:cubicBezTo>
                    <a:pt x="1096" y="1"/>
                    <a:pt x="1025" y="18"/>
                    <a:pt x="960" y="53"/>
                  </a:cubicBezTo>
                  <a:lnTo>
                    <a:pt x="258" y="463"/>
                  </a:lnTo>
                  <a:cubicBezTo>
                    <a:pt x="70" y="567"/>
                    <a:pt x="0" y="825"/>
                    <a:pt x="118" y="1010"/>
                  </a:cubicBezTo>
                  <a:cubicBezTo>
                    <a:pt x="190" y="1144"/>
                    <a:pt x="324" y="1214"/>
                    <a:pt x="465" y="1214"/>
                  </a:cubicBezTo>
                  <a:cubicBezTo>
                    <a:pt x="533" y="1214"/>
                    <a:pt x="603" y="1198"/>
                    <a:pt x="668" y="1164"/>
                  </a:cubicBezTo>
                  <a:lnTo>
                    <a:pt x="1369" y="754"/>
                  </a:lnTo>
                  <a:cubicBezTo>
                    <a:pt x="1557" y="648"/>
                    <a:pt x="1627" y="393"/>
                    <a:pt x="1510" y="205"/>
                  </a:cubicBezTo>
                  <a:cubicBezTo>
                    <a:pt x="1438" y="71"/>
                    <a:pt x="1305" y="1"/>
                    <a:pt x="11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5" name="Google Shape;1265;p48">
              <a:extLst>
                <a:ext uri="{FF2B5EF4-FFF2-40B4-BE49-F238E27FC236}">
                  <a16:creationId xmlns:a16="http://schemas.microsoft.com/office/drawing/2014/main" id="{ED5AE653-BFE9-4A69-AAEC-597A2351F2D7}"/>
                </a:ext>
              </a:extLst>
            </p:cNvPr>
            <p:cNvSpPr/>
            <p:nvPr/>
          </p:nvSpPr>
          <p:spPr>
            <a:xfrm>
              <a:off x="1259638" y="3908500"/>
              <a:ext cx="40700" cy="30325"/>
            </a:xfrm>
            <a:custGeom>
              <a:avLst/>
              <a:gdLst/>
              <a:ahLst/>
              <a:cxnLst/>
              <a:rect l="l" t="t" r="r" b="b"/>
              <a:pathLst>
                <a:path w="1628" h="1213" extrusionOk="0">
                  <a:moveTo>
                    <a:pt x="460" y="1"/>
                  </a:moveTo>
                  <a:cubicBezTo>
                    <a:pt x="321" y="1"/>
                    <a:pt x="189" y="73"/>
                    <a:pt x="118" y="199"/>
                  </a:cubicBezTo>
                  <a:cubicBezTo>
                    <a:pt x="0" y="395"/>
                    <a:pt x="70" y="642"/>
                    <a:pt x="258" y="760"/>
                  </a:cubicBezTo>
                  <a:lnTo>
                    <a:pt x="960" y="1155"/>
                  </a:lnTo>
                  <a:cubicBezTo>
                    <a:pt x="1026" y="1195"/>
                    <a:pt x="1098" y="1213"/>
                    <a:pt x="1168" y="1213"/>
                  </a:cubicBezTo>
                  <a:cubicBezTo>
                    <a:pt x="1307" y="1213"/>
                    <a:pt x="1439" y="1140"/>
                    <a:pt x="1510" y="1015"/>
                  </a:cubicBezTo>
                  <a:cubicBezTo>
                    <a:pt x="1627" y="816"/>
                    <a:pt x="1557" y="572"/>
                    <a:pt x="1369" y="454"/>
                  </a:cubicBezTo>
                  <a:lnTo>
                    <a:pt x="668" y="58"/>
                  </a:lnTo>
                  <a:cubicBezTo>
                    <a:pt x="601" y="19"/>
                    <a:pt x="530" y="1"/>
                    <a:pt x="4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 name="Google Shape;1266;p48">
              <a:extLst>
                <a:ext uri="{FF2B5EF4-FFF2-40B4-BE49-F238E27FC236}">
                  <a16:creationId xmlns:a16="http://schemas.microsoft.com/office/drawing/2014/main" id="{E54A476D-E516-5A28-EEF1-0327BF374A59}"/>
                </a:ext>
              </a:extLst>
            </p:cNvPr>
            <p:cNvSpPr/>
            <p:nvPr/>
          </p:nvSpPr>
          <p:spPr>
            <a:xfrm>
              <a:off x="1039913" y="3810725"/>
              <a:ext cx="40625" cy="30375"/>
            </a:xfrm>
            <a:custGeom>
              <a:avLst/>
              <a:gdLst/>
              <a:ahLst/>
              <a:cxnLst/>
              <a:rect l="l" t="t" r="r" b="b"/>
              <a:pathLst>
                <a:path w="1625" h="1215" extrusionOk="0">
                  <a:moveTo>
                    <a:pt x="462" y="1"/>
                  </a:moveTo>
                  <a:cubicBezTo>
                    <a:pt x="321" y="1"/>
                    <a:pt x="188" y="71"/>
                    <a:pt x="118" y="205"/>
                  </a:cubicBezTo>
                  <a:cubicBezTo>
                    <a:pt x="0" y="393"/>
                    <a:pt x="70" y="648"/>
                    <a:pt x="258" y="754"/>
                  </a:cubicBezTo>
                  <a:lnTo>
                    <a:pt x="960" y="1164"/>
                  </a:lnTo>
                  <a:cubicBezTo>
                    <a:pt x="1025" y="1198"/>
                    <a:pt x="1094" y="1214"/>
                    <a:pt x="1163" y="1214"/>
                  </a:cubicBezTo>
                  <a:cubicBezTo>
                    <a:pt x="1303" y="1214"/>
                    <a:pt x="1438" y="1144"/>
                    <a:pt x="1509" y="1010"/>
                  </a:cubicBezTo>
                  <a:cubicBezTo>
                    <a:pt x="1624" y="825"/>
                    <a:pt x="1554" y="567"/>
                    <a:pt x="1369" y="463"/>
                  </a:cubicBezTo>
                  <a:lnTo>
                    <a:pt x="668" y="53"/>
                  </a:lnTo>
                  <a:cubicBezTo>
                    <a:pt x="602" y="18"/>
                    <a:pt x="531" y="1"/>
                    <a:pt x="4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 name="Google Shape;1267;p48">
              <a:extLst>
                <a:ext uri="{FF2B5EF4-FFF2-40B4-BE49-F238E27FC236}">
                  <a16:creationId xmlns:a16="http://schemas.microsoft.com/office/drawing/2014/main" id="{7096D1DF-ACD4-EE75-C64F-6299112CA9E5}"/>
                </a:ext>
              </a:extLst>
            </p:cNvPr>
            <p:cNvSpPr/>
            <p:nvPr/>
          </p:nvSpPr>
          <p:spPr>
            <a:xfrm>
              <a:off x="1039913" y="3908500"/>
              <a:ext cx="40625" cy="30325"/>
            </a:xfrm>
            <a:custGeom>
              <a:avLst/>
              <a:gdLst/>
              <a:ahLst/>
              <a:cxnLst/>
              <a:rect l="l" t="t" r="r" b="b"/>
              <a:pathLst>
                <a:path w="1625" h="1213" extrusionOk="0">
                  <a:moveTo>
                    <a:pt x="1168" y="1"/>
                  </a:moveTo>
                  <a:cubicBezTo>
                    <a:pt x="1098" y="1"/>
                    <a:pt x="1026" y="19"/>
                    <a:pt x="960" y="58"/>
                  </a:cubicBezTo>
                  <a:lnTo>
                    <a:pt x="258" y="454"/>
                  </a:lnTo>
                  <a:cubicBezTo>
                    <a:pt x="70" y="572"/>
                    <a:pt x="0" y="816"/>
                    <a:pt x="118" y="1015"/>
                  </a:cubicBezTo>
                  <a:cubicBezTo>
                    <a:pt x="187" y="1140"/>
                    <a:pt x="320" y="1213"/>
                    <a:pt x="459" y="1213"/>
                  </a:cubicBezTo>
                  <a:cubicBezTo>
                    <a:pt x="529" y="1213"/>
                    <a:pt x="601" y="1195"/>
                    <a:pt x="668" y="1155"/>
                  </a:cubicBezTo>
                  <a:lnTo>
                    <a:pt x="1369" y="760"/>
                  </a:lnTo>
                  <a:cubicBezTo>
                    <a:pt x="1554" y="642"/>
                    <a:pt x="1624" y="395"/>
                    <a:pt x="1509" y="199"/>
                  </a:cubicBezTo>
                  <a:cubicBezTo>
                    <a:pt x="1438" y="73"/>
                    <a:pt x="1307" y="1"/>
                    <a:pt x="11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8" name="Google Shape;1457;p48">
            <a:extLst>
              <a:ext uri="{FF2B5EF4-FFF2-40B4-BE49-F238E27FC236}">
                <a16:creationId xmlns:a16="http://schemas.microsoft.com/office/drawing/2014/main" id="{548AF489-D5BC-FE34-9DD1-106EA97CB115}"/>
              </a:ext>
            </a:extLst>
          </p:cNvPr>
          <p:cNvGrpSpPr/>
          <p:nvPr/>
        </p:nvGrpSpPr>
        <p:grpSpPr>
          <a:xfrm>
            <a:off x="5226575" y="1503509"/>
            <a:ext cx="317375" cy="345350"/>
            <a:chOff x="1011863" y="1545075"/>
            <a:chExt cx="317375" cy="345350"/>
          </a:xfrm>
        </p:grpSpPr>
        <p:sp>
          <p:nvSpPr>
            <p:cNvPr id="9" name="Google Shape;1458;p48">
              <a:extLst>
                <a:ext uri="{FF2B5EF4-FFF2-40B4-BE49-F238E27FC236}">
                  <a16:creationId xmlns:a16="http://schemas.microsoft.com/office/drawing/2014/main" id="{DBF26282-5781-F126-76B5-A8016ED3388E}"/>
                </a:ext>
              </a:extLst>
            </p:cNvPr>
            <p:cNvSpPr/>
            <p:nvPr/>
          </p:nvSpPr>
          <p:spPr>
            <a:xfrm>
              <a:off x="1011863" y="1545075"/>
              <a:ext cx="317375" cy="345350"/>
            </a:xfrm>
            <a:custGeom>
              <a:avLst/>
              <a:gdLst/>
              <a:ahLst/>
              <a:cxnLst/>
              <a:rect l="l" t="t" r="r" b="b"/>
              <a:pathLst>
                <a:path w="12695" h="13814" extrusionOk="0">
                  <a:moveTo>
                    <a:pt x="5809" y="813"/>
                  </a:moveTo>
                  <a:cubicBezTo>
                    <a:pt x="5837" y="813"/>
                    <a:pt x="5864" y="813"/>
                    <a:pt x="5891" y="814"/>
                  </a:cubicBezTo>
                  <a:cubicBezTo>
                    <a:pt x="8593" y="862"/>
                    <a:pt x="10789" y="3154"/>
                    <a:pt x="10789" y="5841"/>
                  </a:cubicBezTo>
                  <a:lnTo>
                    <a:pt x="10789" y="6882"/>
                  </a:lnTo>
                  <a:cubicBezTo>
                    <a:pt x="10789" y="6963"/>
                    <a:pt x="10812" y="7033"/>
                    <a:pt x="10859" y="7103"/>
                  </a:cubicBezTo>
                  <a:lnTo>
                    <a:pt x="11679" y="8343"/>
                  </a:lnTo>
                  <a:lnTo>
                    <a:pt x="11011" y="8669"/>
                  </a:lnTo>
                  <a:cubicBezTo>
                    <a:pt x="10907" y="8728"/>
                    <a:pt x="10823" y="8834"/>
                    <a:pt x="10801" y="8963"/>
                  </a:cubicBezTo>
                  <a:lnTo>
                    <a:pt x="10649" y="9710"/>
                  </a:lnTo>
                  <a:lnTo>
                    <a:pt x="10122" y="9710"/>
                  </a:lnTo>
                  <a:cubicBezTo>
                    <a:pt x="9925" y="9710"/>
                    <a:pt x="9737" y="9861"/>
                    <a:pt x="9715" y="10071"/>
                  </a:cubicBezTo>
                  <a:cubicBezTo>
                    <a:pt x="9690" y="10318"/>
                    <a:pt x="9878" y="10517"/>
                    <a:pt x="10110" y="10517"/>
                  </a:cubicBezTo>
                  <a:lnTo>
                    <a:pt x="10498" y="10517"/>
                  </a:lnTo>
                  <a:lnTo>
                    <a:pt x="10402" y="11008"/>
                  </a:lnTo>
                  <a:cubicBezTo>
                    <a:pt x="10357" y="11194"/>
                    <a:pt x="10192" y="11323"/>
                    <a:pt x="10007" y="11323"/>
                  </a:cubicBezTo>
                  <a:lnTo>
                    <a:pt x="8183" y="11323"/>
                  </a:lnTo>
                  <a:cubicBezTo>
                    <a:pt x="7586" y="10492"/>
                    <a:pt x="6615" y="9979"/>
                    <a:pt x="5577" y="9979"/>
                  </a:cubicBezTo>
                  <a:lnTo>
                    <a:pt x="2702" y="9979"/>
                  </a:lnTo>
                  <a:cubicBezTo>
                    <a:pt x="1565" y="9067"/>
                    <a:pt x="819" y="7406"/>
                    <a:pt x="819" y="5807"/>
                  </a:cubicBezTo>
                  <a:cubicBezTo>
                    <a:pt x="819" y="3052"/>
                    <a:pt x="3053" y="813"/>
                    <a:pt x="5809" y="813"/>
                  </a:cubicBezTo>
                  <a:close/>
                  <a:moveTo>
                    <a:pt x="5577" y="10787"/>
                  </a:moveTo>
                  <a:cubicBezTo>
                    <a:pt x="6371" y="10787"/>
                    <a:pt x="7120" y="11194"/>
                    <a:pt x="7552" y="11850"/>
                  </a:cubicBezTo>
                  <a:lnTo>
                    <a:pt x="7552" y="12995"/>
                  </a:lnTo>
                  <a:lnTo>
                    <a:pt x="2968" y="12995"/>
                  </a:lnTo>
                  <a:lnTo>
                    <a:pt x="2968" y="10787"/>
                  </a:lnTo>
                  <a:close/>
                  <a:moveTo>
                    <a:pt x="5786" y="0"/>
                  </a:moveTo>
                  <a:cubicBezTo>
                    <a:pt x="5550" y="0"/>
                    <a:pt x="5312" y="14"/>
                    <a:pt x="5072" y="42"/>
                  </a:cubicBezTo>
                  <a:cubicBezTo>
                    <a:pt x="4045" y="171"/>
                    <a:pt x="3052" y="581"/>
                    <a:pt x="2233" y="1223"/>
                  </a:cubicBezTo>
                  <a:cubicBezTo>
                    <a:pt x="808" y="2357"/>
                    <a:pt x="0" y="4018"/>
                    <a:pt x="0" y="5807"/>
                  </a:cubicBezTo>
                  <a:cubicBezTo>
                    <a:pt x="0" y="6730"/>
                    <a:pt x="222" y="7676"/>
                    <a:pt x="631" y="8554"/>
                  </a:cubicBezTo>
                  <a:cubicBezTo>
                    <a:pt x="1018" y="9370"/>
                    <a:pt x="1543" y="10071"/>
                    <a:pt x="2163" y="10576"/>
                  </a:cubicBezTo>
                  <a:lnTo>
                    <a:pt x="2163" y="13404"/>
                  </a:lnTo>
                  <a:cubicBezTo>
                    <a:pt x="2163" y="13626"/>
                    <a:pt x="2337" y="13814"/>
                    <a:pt x="2573" y="13814"/>
                  </a:cubicBezTo>
                  <a:lnTo>
                    <a:pt x="7962" y="13814"/>
                  </a:lnTo>
                  <a:cubicBezTo>
                    <a:pt x="8183" y="13814"/>
                    <a:pt x="8357" y="13626"/>
                    <a:pt x="8357" y="13404"/>
                  </a:cubicBezTo>
                  <a:lnTo>
                    <a:pt x="8357" y="12142"/>
                  </a:lnTo>
                  <a:lnTo>
                    <a:pt x="9995" y="12142"/>
                  </a:lnTo>
                  <a:cubicBezTo>
                    <a:pt x="10568" y="12142"/>
                    <a:pt x="11070" y="11732"/>
                    <a:pt x="11188" y="11160"/>
                  </a:cubicBezTo>
                  <a:lnTo>
                    <a:pt x="11550" y="9314"/>
                  </a:lnTo>
                  <a:lnTo>
                    <a:pt x="12450" y="8857"/>
                  </a:lnTo>
                  <a:cubicBezTo>
                    <a:pt x="12554" y="8809"/>
                    <a:pt x="12635" y="8716"/>
                    <a:pt x="12660" y="8599"/>
                  </a:cubicBezTo>
                  <a:cubicBezTo>
                    <a:pt x="12694" y="8484"/>
                    <a:pt x="12672" y="8366"/>
                    <a:pt x="12613" y="8273"/>
                  </a:cubicBezTo>
                  <a:lnTo>
                    <a:pt x="11594" y="6753"/>
                  </a:lnTo>
                  <a:lnTo>
                    <a:pt x="11594" y="5841"/>
                  </a:lnTo>
                  <a:cubicBezTo>
                    <a:pt x="11594" y="4346"/>
                    <a:pt x="11033" y="2895"/>
                    <a:pt x="10007" y="1810"/>
                  </a:cubicBezTo>
                  <a:cubicBezTo>
                    <a:pt x="8896" y="648"/>
                    <a:pt x="7393" y="0"/>
                    <a:pt x="57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 name="Google Shape;1459;p48">
              <a:extLst>
                <a:ext uri="{FF2B5EF4-FFF2-40B4-BE49-F238E27FC236}">
                  <a16:creationId xmlns:a16="http://schemas.microsoft.com/office/drawing/2014/main" id="{C72F394B-8D71-AC43-4324-AE9E40C0557F}"/>
                </a:ext>
              </a:extLst>
            </p:cNvPr>
            <p:cNvSpPr/>
            <p:nvPr/>
          </p:nvSpPr>
          <p:spPr>
            <a:xfrm>
              <a:off x="1065363" y="1592275"/>
              <a:ext cx="183225" cy="182200"/>
            </a:xfrm>
            <a:custGeom>
              <a:avLst/>
              <a:gdLst/>
              <a:ahLst/>
              <a:cxnLst/>
              <a:rect l="l" t="t" r="r" b="b"/>
              <a:pathLst>
                <a:path w="7329" h="7288" extrusionOk="0">
                  <a:moveTo>
                    <a:pt x="5317" y="1616"/>
                  </a:moveTo>
                  <a:lnTo>
                    <a:pt x="5681" y="1989"/>
                  </a:lnTo>
                  <a:lnTo>
                    <a:pt x="5681" y="5297"/>
                  </a:lnTo>
                  <a:lnTo>
                    <a:pt x="5317" y="5659"/>
                  </a:lnTo>
                  <a:lnTo>
                    <a:pt x="2009" y="5659"/>
                  </a:lnTo>
                  <a:lnTo>
                    <a:pt x="1636" y="5297"/>
                  </a:lnTo>
                  <a:lnTo>
                    <a:pt x="1636" y="1989"/>
                  </a:lnTo>
                  <a:lnTo>
                    <a:pt x="2009" y="1616"/>
                  </a:lnTo>
                  <a:close/>
                  <a:moveTo>
                    <a:pt x="2047" y="1"/>
                  </a:moveTo>
                  <a:cubicBezTo>
                    <a:pt x="1822" y="1"/>
                    <a:pt x="1636" y="181"/>
                    <a:pt x="1636" y="413"/>
                  </a:cubicBezTo>
                  <a:lnTo>
                    <a:pt x="1636" y="867"/>
                  </a:lnTo>
                  <a:cubicBezTo>
                    <a:pt x="1614" y="878"/>
                    <a:pt x="1577" y="904"/>
                    <a:pt x="1555" y="926"/>
                  </a:cubicBezTo>
                  <a:lnTo>
                    <a:pt x="946" y="1535"/>
                  </a:lnTo>
                  <a:cubicBezTo>
                    <a:pt x="923" y="1557"/>
                    <a:pt x="898" y="1591"/>
                    <a:pt x="887" y="1616"/>
                  </a:cubicBezTo>
                  <a:lnTo>
                    <a:pt x="433" y="1616"/>
                  </a:lnTo>
                  <a:cubicBezTo>
                    <a:pt x="233" y="1616"/>
                    <a:pt x="45" y="1779"/>
                    <a:pt x="23" y="1978"/>
                  </a:cubicBezTo>
                  <a:cubicBezTo>
                    <a:pt x="1" y="2222"/>
                    <a:pt x="186" y="2433"/>
                    <a:pt x="433" y="2433"/>
                  </a:cubicBezTo>
                  <a:lnTo>
                    <a:pt x="828" y="2433"/>
                  </a:lnTo>
                  <a:lnTo>
                    <a:pt x="828" y="3240"/>
                  </a:lnTo>
                  <a:lnTo>
                    <a:pt x="433" y="3240"/>
                  </a:lnTo>
                  <a:cubicBezTo>
                    <a:pt x="233" y="3240"/>
                    <a:pt x="45" y="3392"/>
                    <a:pt x="23" y="3602"/>
                  </a:cubicBezTo>
                  <a:cubicBezTo>
                    <a:pt x="1" y="3835"/>
                    <a:pt x="186" y="4046"/>
                    <a:pt x="433" y="4046"/>
                  </a:cubicBezTo>
                  <a:lnTo>
                    <a:pt x="828" y="4046"/>
                  </a:lnTo>
                  <a:lnTo>
                    <a:pt x="828" y="4854"/>
                  </a:lnTo>
                  <a:lnTo>
                    <a:pt x="433" y="4854"/>
                  </a:lnTo>
                  <a:cubicBezTo>
                    <a:pt x="233" y="4854"/>
                    <a:pt x="45" y="5005"/>
                    <a:pt x="23" y="5215"/>
                  </a:cubicBezTo>
                  <a:cubicBezTo>
                    <a:pt x="1" y="5462"/>
                    <a:pt x="186" y="5659"/>
                    <a:pt x="433" y="5659"/>
                  </a:cubicBezTo>
                  <a:lnTo>
                    <a:pt x="887" y="5659"/>
                  </a:lnTo>
                  <a:cubicBezTo>
                    <a:pt x="898" y="5695"/>
                    <a:pt x="923" y="5718"/>
                    <a:pt x="946" y="5754"/>
                  </a:cubicBezTo>
                  <a:lnTo>
                    <a:pt x="1555" y="6360"/>
                  </a:lnTo>
                  <a:cubicBezTo>
                    <a:pt x="1577" y="6385"/>
                    <a:pt x="1614" y="6408"/>
                    <a:pt x="1636" y="6419"/>
                  </a:cubicBezTo>
                  <a:lnTo>
                    <a:pt x="1636" y="6865"/>
                  </a:lnTo>
                  <a:cubicBezTo>
                    <a:pt x="1636" y="7075"/>
                    <a:pt x="1788" y="7260"/>
                    <a:pt x="1998" y="7286"/>
                  </a:cubicBezTo>
                  <a:cubicBezTo>
                    <a:pt x="2011" y="7287"/>
                    <a:pt x="2025" y="7288"/>
                    <a:pt x="2038" y="7288"/>
                  </a:cubicBezTo>
                  <a:cubicBezTo>
                    <a:pt x="2267" y="7288"/>
                    <a:pt x="2455" y="7107"/>
                    <a:pt x="2455" y="6876"/>
                  </a:cubicBezTo>
                  <a:lnTo>
                    <a:pt x="2455" y="6478"/>
                  </a:lnTo>
                  <a:lnTo>
                    <a:pt x="3260" y="6478"/>
                  </a:lnTo>
                  <a:lnTo>
                    <a:pt x="3260" y="6865"/>
                  </a:lnTo>
                  <a:cubicBezTo>
                    <a:pt x="3260" y="7075"/>
                    <a:pt x="3412" y="7260"/>
                    <a:pt x="3611" y="7286"/>
                  </a:cubicBezTo>
                  <a:cubicBezTo>
                    <a:pt x="3624" y="7287"/>
                    <a:pt x="3638" y="7288"/>
                    <a:pt x="3651" y="7288"/>
                  </a:cubicBezTo>
                  <a:cubicBezTo>
                    <a:pt x="3880" y="7288"/>
                    <a:pt x="4068" y="7107"/>
                    <a:pt x="4068" y="6876"/>
                  </a:cubicBezTo>
                  <a:lnTo>
                    <a:pt x="4068" y="6478"/>
                  </a:lnTo>
                  <a:lnTo>
                    <a:pt x="4873" y="6478"/>
                  </a:lnTo>
                  <a:lnTo>
                    <a:pt x="4873" y="6865"/>
                  </a:lnTo>
                  <a:cubicBezTo>
                    <a:pt x="4873" y="7075"/>
                    <a:pt x="5025" y="7260"/>
                    <a:pt x="5235" y="7286"/>
                  </a:cubicBezTo>
                  <a:cubicBezTo>
                    <a:pt x="5249" y="7287"/>
                    <a:pt x="5262" y="7288"/>
                    <a:pt x="5275" y="7288"/>
                  </a:cubicBezTo>
                  <a:cubicBezTo>
                    <a:pt x="5503" y="7288"/>
                    <a:pt x="5681" y="7107"/>
                    <a:pt x="5681" y="6876"/>
                  </a:cubicBezTo>
                  <a:lnTo>
                    <a:pt x="5681" y="6419"/>
                  </a:lnTo>
                  <a:cubicBezTo>
                    <a:pt x="5715" y="6408"/>
                    <a:pt x="5737" y="6385"/>
                    <a:pt x="5774" y="6360"/>
                  </a:cubicBezTo>
                  <a:lnTo>
                    <a:pt x="6369" y="5754"/>
                  </a:lnTo>
                  <a:cubicBezTo>
                    <a:pt x="6405" y="5718"/>
                    <a:pt x="6416" y="5695"/>
                    <a:pt x="6439" y="5659"/>
                  </a:cubicBezTo>
                  <a:lnTo>
                    <a:pt x="6885" y="5659"/>
                  </a:lnTo>
                  <a:cubicBezTo>
                    <a:pt x="7095" y="5659"/>
                    <a:pt x="7280" y="5507"/>
                    <a:pt x="7306" y="5308"/>
                  </a:cubicBezTo>
                  <a:cubicBezTo>
                    <a:pt x="7328" y="5064"/>
                    <a:pt x="7140" y="4854"/>
                    <a:pt x="6896" y="4854"/>
                  </a:cubicBezTo>
                  <a:lnTo>
                    <a:pt x="6498" y="4854"/>
                  </a:lnTo>
                  <a:lnTo>
                    <a:pt x="6498" y="4046"/>
                  </a:lnTo>
                  <a:lnTo>
                    <a:pt x="6885" y="4046"/>
                  </a:lnTo>
                  <a:cubicBezTo>
                    <a:pt x="7095" y="4046"/>
                    <a:pt x="7280" y="3894"/>
                    <a:pt x="7306" y="3684"/>
                  </a:cubicBezTo>
                  <a:cubicBezTo>
                    <a:pt x="7328" y="3451"/>
                    <a:pt x="7140" y="3240"/>
                    <a:pt x="6896" y="3240"/>
                  </a:cubicBezTo>
                  <a:lnTo>
                    <a:pt x="6498" y="3240"/>
                  </a:lnTo>
                  <a:lnTo>
                    <a:pt x="6498" y="2433"/>
                  </a:lnTo>
                  <a:lnTo>
                    <a:pt x="6896" y="2433"/>
                  </a:lnTo>
                  <a:cubicBezTo>
                    <a:pt x="7140" y="2433"/>
                    <a:pt x="7328" y="2222"/>
                    <a:pt x="7306" y="1978"/>
                  </a:cubicBezTo>
                  <a:cubicBezTo>
                    <a:pt x="7280" y="1779"/>
                    <a:pt x="7095" y="1616"/>
                    <a:pt x="6885" y="1616"/>
                  </a:cubicBezTo>
                  <a:lnTo>
                    <a:pt x="6439" y="1616"/>
                  </a:lnTo>
                  <a:cubicBezTo>
                    <a:pt x="6416" y="1591"/>
                    <a:pt x="6405" y="1557"/>
                    <a:pt x="6369" y="1535"/>
                  </a:cubicBezTo>
                  <a:lnTo>
                    <a:pt x="5774" y="926"/>
                  </a:lnTo>
                  <a:cubicBezTo>
                    <a:pt x="5737" y="904"/>
                    <a:pt x="5715" y="878"/>
                    <a:pt x="5681" y="867"/>
                  </a:cubicBezTo>
                  <a:lnTo>
                    <a:pt x="5681" y="424"/>
                  </a:lnTo>
                  <a:cubicBezTo>
                    <a:pt x="5681" y="214"/>
                    <a:pt x="5527" y="26"/>
                    <a:pt x="5331" y="3"/>
                  </a:cubicBezTo>
                  <a:cubicBezTo>
                    <a:pt x="5316" y="2"/>
                    <a:pt x="5301" y="1"/>
                    <a:pt x="5286" y="1"/>
                  </a:cubicBezTo>
                  <a:cubicBezTo>
                    <a:pt x="5059" y="1"/>
                    <a:pt x="4873" y="181"/>
                    <a:pt x="4873" y="413"/>
                  </a:cubicBezTo>
                  <a:lnTo>
                    <a:pt x="4873" y="808"/>
                  </a:lnTo>
                  <a:lnTo>
                    <a:pt x="4068" y="808"/>
                  </a:lnTo>
                  <a:lnTo>
                    <a:pt x="4068" y="424"/>
                  </a:lnTo>
                  <a:cubicBezTo>
                    <a:pt x="4068" y="214"/>
                    <a:pt x="3914" y="26"/>
                    <a:pt x="3704" y="3"/>
                  </a:cubicBezTo>
                  <a:cubicBezTo>
                    <a:pt x="3689" y="2"/>
                    <a:pt x="3674" y="1"/>
                    <a:pt x="3660" y="1"/>
                  </a:cubicBezTo>
                  <a:cubicBezTo>
                    <a:pt x="3436" y="1"/>
                    <a:pt x="3260" y="181"/>
                    <a:pt x="3260" y="413"/>
                  </a:cubicBezTo>
                  <a:lnTo>
                    <a:pt x="3260" y="808"/>
                  </a:lnTo>
                  <a:lnTo>
                    <a:pt x="2455" y="808"/>
                  </a:lnTo>
                  <a:lnTo>
                    <a:pt x="2455" y="424"/>
                  </a:lnTo>
                  <a:cubicBezTo>
                    <a:pt x="2455" y="214"/>
                    <a:pt x="2301" y="26"/>
                    <a:pt x="2090" y="3"/>
                  </a:cubicBezTo>
                  <a:cubicBezTo>
                    <a:pt x="2076" y="2"/>
                    <a:pt x="2061" y="1"/>
                    <a:pt x="20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lt1"/>
                </a:solidFill>
              </a:endParaRPr>
            </a:p>
          </p:txBody>
        </p:sp>
        <p:sp>
          <p:nvSpPr>
            <p:cNvPr id="14" name="Google Shape;1460;p48">
              <a:extLst>
                <a:ext uri="{FF2B5EF4-FFF2-40B4-BE49-F238E27FC236}">
                  <a16:creationId xmlns:a16="http://schemas.microsoft.com/office/drawing/2014/main" id="{A707A5FB-0B3A-2EF0-EBD0-621AD49F2150}"/>
                </a:ext>
              </a:extLst>
            </p:cNvPr>
            <p:cNvSpPr/>
            <p:nvPr/>
          </p:nvSpPr>
          <p:spPr>
            <a:xfrm>
              <a:off x="1126738" y="1653075"/>
              <a:ext cx="60750" cy="60825"/>
            </a:xfrm>
            <a:custGeom>
              <a:avLst/>
              <a:gdLst/>
              <a:ahLst/>
              <a:cxnLst/>
              <a:rect l="l" t="t" r="r" b="b"/>
              <a:pathLst>
                <a:path w="2430" h="2433" extrusionOk="0">
                  <a:moveTo>
                    <a:pt x="1215" y="820"/>
                  </a:moveTo>
                  <a:cubicBezTo>
                    <a:pt x="1437" y="820"/>
                    <a:pt x="1624" y="996"/>
                    <a:pt x="1624" y="1218"/>
                  </a:cubicBezTo>
                  <a:cubicBezTo>
                    <a:pt x="1624" y="1440"/>
                    <a:pt x="1437" y="1628"/>
                    <a:pt x="1215" y="1628"/>
                  </a:cubicBezTo>
                  <a:cubicBezTo>
                    <a:pt x="993" y="1628"/>
                    <a:pt x="817" y="1440"/>
                    <a:pt x="817" y="1218"/>
                  </a:cubicBezTo>
                  <a:cubicBezTo>
                    <a:pt x="817" y="996"/>
                    <a:pt x="993" y="820"/>
                    <a:pt x="1215" y="820"/>
                  </a:cubicBezTo>
                  <a:close/>
                  <a:moveTo>
                    <a:pt x="1215" y="1"/>
                  </a:moveTo>
                  <a:cubicBezTo>
                    <a:pt x="547" y="1"/>
                    <a:pt x="0" y="550"/>
                    <a:pt x="0" y="1218"/>
                  </a:cubicBezTo>
                  <a:cubicBezTo>
                    <a:pt x="0" y="1883"/>
                    <a:pt x="547" y="2433"/>
                    <a:pt x="1215" y="2433"/>
                  </a:cubicBezTo>
                  <a:cubicBezTo>
                    <a:pt x="1880" y="2433"/>
                    <a:pt x="2430" y="1883"/>
                    <a:pt x="2430" y="1218"/>
                  </a:cubicBezTo>
                  <a:cubicBezTo>
                    <a:pt x="2430" y="550"/>
                    <a:pt x="1880" y="1"/>
                    <a:pt x="12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15" name="Google Shape;1447;p48">
            <a:extLst>
              <a:ext uri="{FF2B5EF4-FFF2-40B4-BE49-F238E27FC236}">
                <a16:creationId xmlns:a16="http://schemas.microsoft.com/office/drawing/2014/main" id="{96A783F7-689C-C92D-B018-6E28DF397273}"/>
              </a:ext>
            </a:extLst>
          </p:cNvPr>
          <p:cNvGrpSpPr/>
          <p:nvPr/>
        </p:nvGrpSpPr>
        <p:grpSpPr>
          <a:xfrm>
            <a:off x="663325" y="1503784"/>
            <a:ext cx="345150" cy="345075"/>
            <a:chOff x="3269563" y="2118050"/>
            <a:chExt cx="345150" cy="345075"/>
          </a:xfrm>
        </p:grpSpPr>
        <p:sp>
          <p:nvSpPr>
            <p:cNvPr id="16" name="Google Shape;1448;p48">
              <a:extLst>
                <a:ext uri="{FF2B5EF4-FFF2-40B4-BE49-F238E27FC236}">
                  <a16:creationId xmlns:a16="http://schemas.microsoft.com/office/drawing/2014/main" id="{FA09A2CC-B481-D4A9-B548-45D3F6F567BA}"/>
                </a:ext>
              </a:extLst>
            </p:cNvPr>
            <p:cNvSpPr/>
            <p:nvPr/>
          </p:nvSpPr>
          <p:spPr>
            <a:xfrm>
              <a:off x="3324213" y="2118050"/>
              <a:ext cx="235800" cy="345075"/>
            </a:xfrm>
            <a:custGeom>
              <a:avLst/>
              <a:gdLst/>
              <a:ahLst/>
              <a:cxnLst/>
              <a:rect l="l" t="t" r="r" b="b"/>
              <a:pathLst>
                <a:path w="9432" h="13803" extrusionOk="0">
                  <a:moveTo>
                    <a:pt x="4710" y="806"/>
                  </a:moveTo>
                  <a:cubicBezTo>
                    <a:pt x="6873" y="806"/>
                    <a:pt x="8627" y="2559"/>
                    <a:pt x="8627" y="4711"/>
                  </a:cubicBezTo>
                  <a:cubicBezTo>
                    <a:pt x="8627" y="5833"/>
                    <a:pt x="8147" y="6896"/>
                    <a:pt x="7305" y="7631"/>
                  </a:cubicBezTo>
                  <a:cubicBezTo>
                    <a:pt x="6697" y="8170"/>
                    <a:pt x="6324" y="8908"/>
                    <a:pt x="6220" y="9701"/>
                  </a:cubicBezTo>
                  <a:lnTo>
                    <a:pt x="3204" y="9701"/>
                  </a:lnTo>
                  <a:cubicBezTo>
                    <a:pt x="3109" y="8908"/>
                    <a:pt x="2724" y="8170"/>
                    <a:pt x="2127" y="7631"/>
                  </a:cubicBezTo>
                  <a:cubicBezTo>
                    <a:pt x="1285" y="6896"/>
                    <a:pt x="805" y="5833"/>
                    <a:pt x="805" y="4711"/>
                  </a:cubicBezTo>
                  <a:cubicBezTo>
                    <a:pt x="805" y="2559"/>
                    <a:pt x="2559" y="806"/>
                    <a:pt x="4710" y="806"/>
                  </a:cubicBezTo>
                  <a:close/>
                  <a:moveTo>
                    <a:pt x="6194" y="10507"/>
                  </a:moveTo>
                  <a:lnTo>
                    <a:pt x="6194" y="11244"/>
                  </a:lnTo>
                  <a:cubicBezTo>
                    <a:pt x="6194" y="11315"/>
                    <a:pt x="6136" y="11373"/>
                    <a:pt x="6065" y="11373"/>
                  </a:cubicBezTo>
                  <a:lnTo>
                    <a:pt x="3367" y="11373"/>
                  </a:lnTo>
                  <a:cubicBezTo>
                    <a:pt x="3297" y="11373"/>
                    <a:pt x="3226" y="11315"/>
                    <a:pt x="3226" y="11244"/>
                  </a:cubicBezTo>
                  <a:lnTo>
                    <a:pt x="3226" y="10507"/>
                  </a:lnTo>
                  <a:close/>
                  <a:moveTo>
                    <a:pt x="5659" y="12179"/>
                  </a:moveTo>
                  <a:lnTo>
                    <a:pt x="5659" y="12588"/>
                  </a:lnTo>
                  <a:cubicBezTo>
                    <a:pt x="5659" y="12810"/>
                    <a:pt x="5471" y="12987"/>
                    <a:pt x="5249" y="12987"/>
                  </a:cubicBezTo>
                  <a:lnTo>
                    <a:pt x="4172" y="12987"/>
                  </a:lnTo>
                  <a:cubicBezTo>
                    <a:pt x="3950" y="12987"/>
                    <a:pt x="3776" y="12810"/>
                    <a:pt x="3776" y="12588"/>
                  </a:cubicBezTo>
                  <a:lnTo>
                    <a:pt x="3776" y="12179"/>
                  </a:lnTo>
                  <a:close/>
                  <a:moveTo>
                    <a:pt x="4710" y="1"/>
                  </a:moveTo>
                  <a:cubicBezTo>
                    <a:pt x="2116" y="1"/>
                    <a:pt x="0" y="2116"/>
                    <a:pt x="0" y="4711"/>
                  </a:cubicBezTo>
                  <a:cubicBezTo>
                    <a:pt x="0" y="6066"/>
                    <a:pt x="573" y="7351"/>
                    <a:pt x="1591" y="8240"/>
                  </a:cubicBezTo>
                  <a:cubicBezTo>
                    <a:pt x="2116" y="8708"/>
                    <a:pt x="2418" y="9399"/>
                    <a:pt x="2418" y="10111"/>
                  </a:cubicBezTo>
                  <a:lnTo>
                    <a:pt x="2418" y="11244"/>
                  </a:lnTo>
                  <a:cubicBezTo>
                    <a:pt x="2418" y="11618"/>
                    <a:pt x="2643" y="11935"/>
                    <a:pt x="2957" y="12086"/>
                  </a:cubicBezTo>
                  <a:lnTo>
                    <a:pt x="2957" y="12588"/>
                  </a:lnTo>
                  <a:cubicBezTo>
                    <a:pt x="2957" y="13256"/>
                    <a:pt x="3507" y="13803"/>
                    <a:pt x="4172" y="13803"/>
                  </a:cubicBezTo>
                  <a:lnTo>
                    <a:pt x="5249" y="13803"/>
                  </a:lnTo>
                  <a:cubicBezTo>
                    <a:pt x="5925" y="13803"/>
                    <a:pt x="6464" y="13256"/>
                    <a:pt x="6464" y="12588"/>
                  </a:cubicBezTo>
                  <a:lnTo>
                    <a:pt x="6464" y="12086"/>
                  </a:lnTo>
                  <a:cubicBezTo>
                    <a:pt x="6781" y="11935"/>
                    <a:pt x="7002" y="11618"/>
                    <a:pt x="7002" y="11244"/>
                  </a:cubicBezTo>
                  <a:lnTo>
                    <a:pt x="7002" y="10111"/>
                  </a:lnTo>
                  <a:cubicBezTo>
                    <a:pt x="7002" y="9399"/>
                    <a:pt x="7305" y="8708"/>
                    <a:pt x="7844" y="8240"/>
                  </a:cubicBezTo>
                  <a:cubicBezTo>
                    <a:pt x="8848" y="7351"/>
                    <a:pt x="9432" y="6066"/>
                    <a:pt x="9432" y="4711"/>
                  </a:cubicBezTo>
                  <a:cubicBezTo>
                    <a:pt x="9432" y="2116"/>
                    <a:pt x="7317" y="1"/>
                    <a:pt x="47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7" name="Google Shape;1449;p48">
              <a:extLst>
                <a:ext uri="{FF2B5EF4-FFF2-40B4-BE49-F238E27FC236}">
                  <a16:creationId xmlns:a16="http://schemas.microsoft.com/office/drawing/2014/main" id="{2F330BB1-D230-8B22-97C2-309ADA8A5C85}"/>
                </a:ext>
              </a:extLst>
            </p:cNvPr>
            <p:cNvSpPr/>
            <p:nvPr/>
          </p:nvSpPr>
          <p:spPr>
            <a:xfrm>
              <a:off x="3574013" y="2225850"/>
              <a:ext cx="40700" cy="20225"/>
            </a:xfrm>
            <a:custGeom>
              <a:avLst/>
              <a:gdLst/>
              <a:ahLst/>
              <a:cxnLst/>
              <a:rect l="l" t="t" r="r" b="b"/>
              <a:pathLst>
                <a:path w="1628" h="809" extrusionOk="0">
                  <a:moveTo>
                    <a:pt x="410" y="0"/>
                  </a:moveTo>
                  <a:cubicBezTo>
                    <a:pt x="189" y="0"/>
                    <a:pt x="1" y="177"/>
                    <a:pt x="1" y="399"/>
                  </a:cubicBezTo>
                  <a:cubicBezTo>
                    <a:pt x="1" y="620"/>
                    <a:pt x="189" y="808"/>
                    <a:pt x="410" y="808"/>
                  </a:cubicBezTo>
                  <a:lnTo>
                    <a:pt x="1218" y="808"/>
                  </a:lnTo>
                  <a:cubicBezTo>
                    <a:pt x="1440" y="808"/>
                    <a:pt x="1628" y="620"/>
                    <a:pt x="1628" y="399"/>
                  </a:cubicBezTo>
                  <a:cubicBezTo>
                    <a:pt x="1628" y="177"/>
                    <a:pt x="1440" y="0"/>
                    <a:pt x="12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8" name="Google Shape;1450;p48">
              <a:extLst>
                <a:ext uri="{FF2B5EF4-FFF2-40B4-BE49-F238E27FC236}">
                  <a16:creationId xmlns:a16="http://schemas.microsoft.com/office/drawing/2014/main" id="{10D08901-374E-BD21-3A9E-DB26F6873725}"/>
                </a:ext>
              </a:extLst>
            </p:cNvPr>
            <p:cNvSpPr/>
            <p:nvPr/>
          </p:nvSpPr>
          <p:spPr>
            <a:xfrm>
              <a:off x="3565888" y="2158375"/>
              <a:ext cx="40625" cy="30375"/>
            </a:xfrm>
            <a:custGeom>
              <a:avLst/>
              <a:gdLst/>
              <a:ahLst/>
              <a:cxnLst/>
              <a:rect l="l" t="t" r="r" b="b"/>
              <a:pathLst>
                <a:path w="1625" h="1215" extrusionOk="0">
                  <a:moveTo>
                    <a:pt x="1168" y="1"/>
                  </a:moveTo>
                  <a:cubicBezTo>
                    <a:pt x="1101" y="1"/>
                    <a:pt x="1032" y="19"/>
                    <a:pt x="971" y="57"/>
                  </a:cubicBezTo>
                  <a:lnTo>
                    <a:pt x="270" y="455"/>
                  </a:lnTo>
                  <a:cubicBezTo>
                    <a:pt x="71" y="573"/>
                    <a:pt x="0" y="817"/>
                    <a:pt x="115" y="1016"/>
                  </a:cubicBezTo>
                  <a:cubicBezTo>
                    <a:pt x="186" y="1141"/>
                    <a:pt x="325" y="1214"/>
                    <a:pt x="464" y="1214"/>
                  </a:cubicBezTo>
                  <a:cubicBezTo>
                    <a:pt x="533" y="1214"/>
                    <a:pt x="603" y="1196"/>
                    <a:pt x="665" y="1157"/>
                  </a:cubicBezTo>
                  <a:lnTo>
                    <a:pt x="1367" y="758"/>
                  </a:lnTo>
                  <a:cubicBezTo>
                    <a:pt x="1566" y="643"/>
                    <a:pt x="1625" y="396"/>
                    <a:pt x="1518" y="197"/>
                  </a:cubicBezTo>
                  <a:cubicBezTo>
                    <a:pt x="1441" y="73"/>
                    <a:pt x="1305" y="1"/>
                    <a:pt x="11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9" name="Google Shape;1451;p48">
              <a:extLst>
                <a:ext uri="{FF2B5EF4-FFF2-40B4-BE49-F238E27FC236}">
                  <a16:creationId xmlns:a16="http://schemas.microsoft.com/office/drawing/2014/main" id="{C635A624-9F21-D2AD-F9E7-32112AA17D5C}"/>
                </a:ext>
              </a:extLst>
            </p:cNvPr>
            <p:cNvSpPr/>
            <p:nvPr/>
          </p:nvSpPr>
          <p:spPr>
            <a:xfrm>
              <a:off x="3565888" y="2283075"/>
              <a:ext cx="40625" cy="30425"/>
            </a:xfrm>
            <a:custGeom>
              <a:avLst/>
              <a:gdLst/>
              <a:ahLst/>
              <a:cxnLst/>
              <a:rect l="l" t="t" r="r" b="b"/>
              <a:pathLst>
                <a:path w="1625" h="1217" extrusionOk="0">
                  <a:moveTo>
                    <a:pt x="476" y="0"/>
                  </a:moveTo>
                  <a:cubicBezTo>
                    <a:pt x="333" y="0"/>
                    <a:pt x="189" y="74"/>
                    <a:pt x="115" y="203"/>
                  </a:cubicBezTo>
                  <a:cubicBezTo>
                    <a:pt x="0" y="399"/>
                    <a:pt x="71" y="646"/>
                    <a:pt x="270" y="750"/>
                  </a:cubicBezTo>
                  <a:lnTo>
                    <a:pt x="971" y="1159"/>
                  </a:lnTo>
                  <a:cubicBezTo>
                    <a:pt x="1032" y="1198"/>
                    <a:pt x="1100" y="1217"/>
                    <a:pt x="1168" y="1217"/>
                  </a:cubicBezTo>
                  <a:cubicBezTo>
                    <a:pt x="1305" y="1217"/>
                    <a:pt x="1441" y="1141"/>
                    <a:pt x="1518" y="1008"/>
                  </a:cubicBezTo>
                  <a:cubicBezTo>
                    <a:pt x="1625" y="820"/>
                    <a:pt x="1566" y="576"/>
                    <a:pt x="1367" y="458"/>
                  </a:cubicBezTo>
                  <a:lnTo>
                    <a:pt x="665" y="48"/>
                  </a:lnTo>
                  <a:cubicBezTo>
                    <a:pt x="607" y="16"/>
                    <a:pt x="542" y="0"/>
                    <a:pt x="4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0" name="Google Shape;1452;p48">
              <a:extLst>
                <a:ext uri="{FF2B5EF4-FFF2-40B4-BE49-F238E27FC236}">
                  <a16:creationId xmlns:a16="http://schemas.microsoft.com/office/drawing/2014/main" id="{C541760C-34E9-D6AE-FC82-5CE36F239C44}"/>
                </a:ext>
              </a:extLst>
            </p:cNvPr>
            <p:cNvSpPr/>
            <p:nvPr/>
          </p:nvSpPr>
          <p:spPr>
            <a:xfrm>
              <a:off x="3269563" y="2225850"/>
              <a:ext cx="40375" cy="20225"/>
            </a:xfrm>
            <a:custGeom>
              <a:avLst/>
              <a:gdLst/>
              <a:ahLst/>
              <a:cxnLst/>
              <a:rect l="l" t="t" r="r" b="b"/>
              <a:pathLst>
                <a:path w="1615" h="809" extrusionOk="0">
                  <a:moveTo>
                    <a:pt x="397" y="0"/>
                  </a:moveTo>
                  <a:cubicBezTo>
                    <a:pt x="175" y="0"/>
                    <a:pt x="1" y="177"/>
                    <a:pt x="1" y="399"/>
                  </a:cubicBezTo>
                  <a:cubicBezTo>
                    <a:pt x="1" y="620"/>
                    <a:pt x="175" y="808"/>
                    <a:pt x="397" y="808"/>
                  </a:cubicBezTo>
                  <a:lnTo>
                    <a:pt x="1216" y="808"/>
                  </a:lnTo>
                  <a:cubicBezTo>
                    <a:pt x="1437" y="808"/>
                    <a:pt x="1614" y="620"/>
                    <a:pt x="1614" y="399"/>
                  </a:cubicBezTo>
                  <a:cubicBezTo>
                    <a:pt x="1614" y="177"/>
                    <a:pt x="1437" y="0"/>
                    <a:pt x="12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5" name="Google Shape;1453;p48">
              <a:extLst>
                <a:ext uri="{FF2B5EF4-FFF2-40B4-BE49-F238E27FC236}">
                  <a16:creationId xmlns:a16="http://schemas.microsoft.com/office/drawing/2014/main" id="{25162D6F-A0A6-CFE5-84AF-3958CA54F1E8}"/>
                </a:ext>
              </a:extLst>
            </p:cNvPr>
            <p:cNvSpPr/>
            <p:nvPr/>
          </p:nvSpPr>
          <p:spPr>
            <a:xfrm>
              <a:off x="3277438" y="2158375"/>
              <a:ext cx="40625" cy="30375"/>
            </a:xfrm>
            <a:custGeom>
              <a:avLst/>
              <a:gdLst/>
              <a:ahLst/>
              <a:cxnLst/>
              <a:rect l="l" t="t" r="r" b="b"/>
              <a:pathLst>
                <a:path w="1625" h="1215" extrusionOk="0">
                  <a:moveTo>
                    <a:pt x="461" y="1"/>
                  </a:moveTo>
                  <a:cubicBezTo>
                    <a:pt x="321" y="1"/>
                    <a:pt x="187" y="73"/>
                    <a:pt x="118" y="197"/>
                  </a:cubicBezTo>
                  <a:cubicBezTo>
                    <a:pt x="0" y="396"/>
                    <a:pt x="70" y="643"/>
                    <a:pt x="258" y="758"/>
                  </a:cubicBezTo>
                  <a:lnTo>
                    <a:pt x="960" y="1157"/>
                  </a:lnTo>
                  <a:cubicBezTo>
                    <a:pt x="1026" y="1196"/>
                    <a:pt x="1098" y="1214"/>
                    <a:pt x="1168" y="1214"/>
                  </a:cubicBezTo>
                  <a:cubicBezTo>
                    <a:pt x="1308" y="1214"/>
                    <a:pt x="1442" y="1141"/>
                    <a:pt x="1521" y="1016"/>
                  </a:cubicBezTo>
                  <a:cubicBezTo>
                    <a:pt x="1624" y="817"/>
                    <a:pt x="1554" y="573"/>
                    <a:pt x="1369" y="455"/>
                  </a:cubicBezTo>
                  <a:lnTo>
                    <a:pt x="668" y="57"/>
                  </a:lnTo>
                  <a:cubicBezTo>
                    <a:pt x="602" y="19"/>
                    <a:pt x="531" y="1"/>
                    <a:pt x="46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6" name="Google Shape;1454;p48">
              <a:extLst>
                <a:ext uri="{FF2B5EF4-FFF2-40B4-BE49-F238E27FC236}">
                  <a16:creationId xmlns:a16="http://schemas.microsoft.com/office/drawing/2014/main" id="{014ABCAC-1FFD-4766-B263-45974BF29FB8}"/>
                </a:ext>
              </a:extLst>
            </p:cNvPr>
            <p:cNvSpPr/>
            <p:nvPr/>
          </p:nvSpPr>
          <p:spPr>
            <a:xfrm>
              <a:off x="3277438" y="2283075"/>
              <a:ext cx="40625" cy="30425"/>
            </a:xfrm>
            <a:custGeom>
              <a:avLst/>
              <a:gdLst/>
              <a:ahLst/>
              <a:cxnLst/>
              <a:rect l="l" t="t" r="r" b="b"/>
              <a:pathLst>
                <a:path w="1625" h="1217" extrusionOk="0">
                  <a:moveTo>
                    <a:pt x="1155" y="0"/>
                  </a:moveTo>
                  <a:cubicBezTo>
                    <a:pt x="1089" y="0"/>
                    <a:pt x="1022" y="16"/>
                    <a:pt x="960" y="48"/>
                  </a:cubicBezTo>
                  <a:lnTo>
                    <a:pt x="258" y="458"/>
                  </a:lnTo>
                  <a:cubicBezTo>
                    <a:pt x="70" y="576"/>
                    <a:pt x="0" y="820"/>
                    <a:pt x="118" y="1008"/>
                  </a:cubicBezTo>
                  <a:cubicBezTo>
                    <a:pt x="187" y="1141"/>
                    <a:pt x="321" y="1217"/>
                    <a:pt x="462" y="1217"/>
                  </a:cubicBezTo>
                  <a:cubicBezTo>
                    <a:pt x="531" y="1217"/>
                    <a:pt x="602" y="1198"/>
                    <a:pt x="668" y="1159"/>
                  </a:cubicBezTo>
                  <a:lnTo>
                    <a:pt x="1369" y="750"/>
                  </a:lnTo>
                  <a:cubicBezTo>
                    <a:pt x="1554" y="646"/>
                    <a:pt x="1624" y="399"/>
                    <a:pt x="1521" y="203"/>
                  </a:cubicBezTo>
                  <a:cubicBezTo>
                    <a:pt x="1440" y="74"/>
                    <a:pt x="1300" y="0"/>
                    <a:pt x="11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7" name="Google Shape;1455;p48">
              <a:extLst>
                <a:ext uri="{FF2B5EF4-FFF2-40B4-BE49-F238E27FC236}">
                  <a16:creationId xmlns:a16="http://schemas.microsoft.com/office/drawing/2014/main" id="{FB3BA101-FB7B-8E99-A239-62E477C9A358}"/>
                </a:ext>
              </a:extLst>
            </p:cNvPr>
            <p:cNvSpPr/>
            <p:nvPr/>
          </p:nvSpPr>
          <p:spPr>
            <a:xfrm>
              <a:off x="3363613" y="2158375"/>
              <a:ext cx="156700" cy="155175"/>
            </a:xfrm>
            <a:custGeom>
              <a:avLst/>
              <a:gdLst/>
              <a:ahLst/>
              <a:cxnLst/>
              <a:rect l="l" t="t" r="r" b="b"/>
              <a:pathLst>
                <a:path w="6268" h="6207" extrusionOk="0">
                  <a:moveTo>
                    <a:pt x="3426" y="806"/>
                  </a:moveTo>
                  <a:lnTo>
                    <a:pt x="3437" y="1086"/>
                  </a:lnTo>
                  <a:cubicBezTo>
                    <a:pt x="3451" y="1249"/>
                    <a:pt x="3555" y="1389"/>
                    <a:pt x="3707" y="1448"/>
                  </a:cubicBezTo>
                  <a:cubicBezTo>
                    <a:pt x="3917" y="1518"/>
                    <a:pt x="4116" y="1636"/>
                    <a:pt x="4279" y="1777"/>
                  </a:cubicBezTo>
                  <a:cubicBezTo>
                    <a:pt x="4359" y="1841"/>
                    <a:pt x="4457" y="1875"/>
                    <a:pt x="4556" y="1875"/>
                  </a:cubicBezTo>
                  <a:cubicBezTo>
                    <a:pt x="4617" y="1875"/>
                    <a:pt x="4679" y="1862"/>
                    <a:pt x="4736" y="1835"/>
                  </a:cubicBezTo>
                  <a:lnTo>
                    <a:pt x="4980" y="1706"/>
                  </a:lnTo>
                  <a:lnTo>
                    <a:pt x="5261" y="2209"/>
                  </a:lnTo>
                  <a:lnTo>
                    <a:pt x="5039" y="2360"/>
                  </a:lnTo>
                  <a:cubicBezTo>
                    <a:pt x="4899" y="2441"/>
                    <a:pt x="4829" y="2607"/>
                    <a:pt x="4854" y="2770"/>
                  </a:cubicBezTo>
                  <a:cubicBezTo>
                    <a:pt x="4877" y="2887"/>
                    <a:pt x="4888" y="2991"/>
                    <a:pt x="4888" y="3098"/>
                  </a:cubicBezTo>
                  <a:cubicBezTo>
                    <a:pt x="4888" y="3202"/>
                    <a:pt x="4877" y="3319"/>
                    <a:pt x="4854" y="3437"/>
                  </a:cubicBezTo>
                  <a:cubicBezTo>
                    <a:pt x="4829" y="3589"/>
                    <a:pt x="4899" y="3763"/>
                    <a:pt x="5039" y="3844"/>
                  </a:cubicBezTo>
                  <a:lnTo>
                    <a:pt x="5261" y="3998"/>
                  </a:lnTo>
                  <a:lnTo>
                    <a:pt x="4980" y="4500"/>
                  </a:lnTo>
                  <a:lnTo>
                    <a:pt x="4736" y="4371"/>
                  </a:lnTo>
                  <a:cubicBezTo>
                    <a:pt x="4675" y="4343"/>
                    <a:pt x="4609" y="4328"/>
                    <a:pt x="4544" y="4328"/>
                  </a:cubicBezTo>
                  <a:cubicBezTo>
                    <a:pt x="4449" y="4328"/>
                    <a:pt x="4356" y="4360"/>
                    <a:pt x="4279" y="4430"/>
                  </a:cubicBezTo>
                  <a:cubicBezTo>
                    <a:pt x="4116" y="4571"/>
                    <a:pt x="3917" y="4686"/>
                    <a:pt x="3707" y="4756"/>
                  </a:cubicBezTo>
                  <a:cubicBezTo>
                    <a:pt x="3555" y="4803"/>
                    <a:pt x="3451" y="4955"/>
                    <a:pt x="3437" y="5120"/>
                  </a:cubicBezTo>
                  <a:lnTo>
                    <a:pt x="3426" y="5387"/>
                  </a:lnTo>
                  <a:lnTo>
                    <a:pt x="2854" y="5387"/>
                  </a:lnTo>
                  <a:lnTo>
                    <a:pt x="2831" y="5120"/>
                  </a:lnTo>
                  <a:cubicBezTo>
                    <a:pt x="2831" y="4955"/>
                    <a:pt x="2714" y="4803"/>
                    <a:pt x="2562" y="4756"/>
                  </a:cubicBezTo>
                  <a:cubicBezTo>
                    <a:pt x="2352" y="4686"/>
                    <a:pt x="2164" y="4571"/>
                    <a:pt x="1990" y="4430"/>
                  </a:cubicBezTo>
                  <a:cubicBezTo>
                    <a:pt x="1920" y="4360"/>
                    <a:pt x="1825" y="4328"/>
                    <a:pt x="1730" y="4328"/>
                  </a:cubicBezTo>
                  <a:cubicBezTo>
                    <a:pt x="1665" y="4328"/>
                    <a:pt x="1601" y="4343"/>
                    <a:pt x="1544" y="4371"/>
                  </a:cubicBezTo>
                  <a:lnTo>
                    <a:pt x="1300" y="4500"/>
                  </a:lnTo>
                  <a:lnTo>
                    <a:pt x="1008" y="3998"/>
                  </a:lnTo>
                  <a:lnTo>
                    <a:pt x="1241" y="3844"/>
                  </a:lnTo>
                  <a:cubicBezTo>
                    <a:pt x="1381" y="3763"/>
                    <a:pt x="1451" y="3589"/>
                    <a:pt x="1418" y="3437"/>
                  </a:cubicBezTo>
                  <a:cubicBezTo>
                    <a:pt x="1392" y="3319"/>
                    <a:pt x="1381" y="3202"/>
                    <a:pt x="1381" y="3098"/>
                  </a:cubicBezTo>
                  <a:cubicBezTo>
                    <a:pt x="1381" y="2991"/>
                    <a:pt x="1392" y="2887"/>
                    <a:pt x="1418" y="2770"/>
                  </a:cubicBezTo>
                  <a:cubicBezTo>
                    <a:pt x="1451" y="2607"/>
                    <a:pt x="1381" y="2441"/>
                    <a:pt x="1241" y="2360"/>
                  </a:cubicBezTo>
                  <a:lnTo>
                    <a:pt x="1008" y="2209"/>
                  </a:lnTo>
                  <a:lnTo>
                    <a:pt x="1300" y="1706"/>
                  </a:lnTo>
                  <a:lnTo>
                    <a:pt x="1544" y="1835"/>
                  </a:lnTo>
                  <a:cubicBezTo>
                    <a:pt x="1597" y="1862"/>
                    <a:pt x="1657" y="1875"/>
                    <a:pt x="1718" y="1875"/>
                  </a:cubicBezTo>
                  <a:cubicBezTo>
                    <a:pt x="1817" y="1875"/>
                    <a:pt x="1917" y="1841"/>
                    <a:pt x="1990" y="1777"/>
                  </a:cubicBezTo>
                  <a:cubicBezTo>
                    <a:pt x="2164" y="1636"/>
                    <a:pt x="2352" y="1518"/>
                    <a:pt x="2562" y="1448"/>
                  </a:cubicBezTo>
                  <a:cubicBezTo>
                    <a:pt x="2714" y="1389"/>
                    <a:pt x="2831" y="1249"/>
                    <a:pt x="2831" y="1086"/>
                  </a:cubicBezTo>
                  <a:lnTo>
                    <a:pt x="2854" y="806"/>
                  </a:lnTo>
                  <a:close/>
                  <a:moveTo>
                    <a:pt x="2470" y="1"/>
                  </a:moveTo>
                  <a:cubicBezTo>
                    <a:pt x="2245" y="1"/>
                    <a:pt x="2071" y="175"/>
                    <a:pt x="2060" y="385"/>
                  </a:cubicBezTo>
                  <a:lnTo>
                    <a:pt x="2035" y="795"/>
                  </a:lnTo>
                  <a:cubicBezTo>
                    <a:pt x="1920" y="854"/>
                    <a:pt x="1802" y="913"/>
                    <a:pt x="1684" y="994"/>
                  </a:cubicBezTo>
                  <a:lnTo>
                    <a:pt x="1322" y="806"/>
                  </a:lnTo>
                  <a:cubicBezTo>
                    <a:pt x="1267" y="778"/>
                    <a:pt x="1208" y="765"/>
                    <a:pt x="1148" y="765"/>
                  </a:cubicBezTo>
                  <a:cubicBezTo>
                    <a:pt x="1008" y="765"/>
                    <a:pt x="867" y="839"/>
                    <a:pt x="786" y="969"/>
                  </a:cubicBezTo>
                  <a:lnTo>
                    <a:pt x="119" y="2138"/>
                  </a:lnTo>
                  <a:cubicBezTo>
                    <a:pt x="1" y="2326"/>
                    <a:pt x="60" y="2559"/>
                    <a:pt x="248" y="2677"/>
                  </a:cubicBezTo>
                  <a:lnTo>
                    <a:pt x="587" y="2899"/>
                  </a:lnTo>
                  <a:cubicBezTo>
                    <a:pt x="576" y="2969"/>
                    <a:pt x="576" y="3039"/>
                    <a:pt x="576" y="3098"/>
                  </a:cubicBezTo>
                  <a:cubicBezTo>
                    <a:pt x="576" y="3168"/>
                    <a:pt x="576" y="3238"/>
                    <a:pt x="587" y="3308"/>
                  </a:cubicBezTo>
                  <a:lnTo>
                    <a:pt x="248" y="3530"/>
                  </a:lnTo>
                  <a:cubicBezTo>
                    <a:pt x="60" y="3648"/>
                    <a:pt x="1" y="3881"/>
                    <a:pt x="119" y="4068"/>
                  </a:cubicBezTo>
                  <a:lnTo>
                    <a:pt x="786" y="5235"/>
                  </a:lnTo>
                  <a:cubicBezTo>
                    <a:pt x="865" y="5364"/>
                    <a:pt x="999" y="5437"/>
                    <a:pt x="1135" y="5437"/>
                  </a:cubicBezTo>
                  <a:cubicBezTo>
                    <a:pt x="1199" y="5437"/>
                    <a:pt x="1263" y="5421"/>
                    <a:pt x="1322" y="5387"/>
                  </a:cubicBezTo>
                  <a:lnTo>
                    <a:pt x="1684" y="5213"/>
                  </a:lnTo>
                  <a:cubicBezTo>
                    <a:pt x="1802" y="5283"/>
                    <a:pt x="1920" y="5353"/>
                    <a:pt x="2035" y="5412"/>
                  </a:cubicBezTo>
                  <a:lnTo>
                    <a:pt x="2060" y="5822"/>
                  </a:lnTo>
                  <a:cubicBezTo>
                    <a:pt x="2071" y="6032"/>
                    <a:pt x="2245" y="6206"/>
                    <a:pt x="2470" y="6206"/>
                  </a:cubicBezTo>
                  <a:lnTo>
                    <a:pt x="3813" y="6206"/>
                  </a:lnTo>
                  <a:cubicBezTo>
                    <a:pt x="4024" y="6206"/>
                    <a:pt x="4209" y="6032"/>
                    <a:pt x="4209" y="5822"/>
                  </a:cubicBezTo>
                  <a:lnTo>
                    <a:pt x="4234" y="5412"/>
                  </a:lnTo>
                  <a:cubicBezTo>
                    <a:pt x="4363" y="5353"/>
                    <a:pt x="4478" y="5283"/>
                    <a:pt x="4596" y="5213"/>
                  </a:cubicBezTo>
                  <a:lnTo>
                    <a:pt x="4947" y="5387"/>
                  </a:lnTo>
                  <a:cubicBezTo>
                    <a:pt x="5010" y="5421"/>
                    <a:pt x="5077" y="5437"/>
                    <a:pt x="5142" y="5437"/>
                  </a:cubicBezTo>
                  <a:cubicBezTo>
                    <a:pt x="5281" y="5437"/>
                    <a:pt x="5413" y="5364"/>
                    <a:pt x="5485" y="5235"/>
                  </a:cubicBezTo>
                  <a:lnTo>
                    <a:pt x="6161" y="4068"/>
                  </a:lnTo>
                  <a:cubicBezTo>
                    <a:pt x="6268" y="3881"/>
                    <a:pt x="6209" y="3648"/>
                    <a:pt x="6032" y="3530"/>
                  </a:cubicBezTo>
                  <a:lnTo>
                    <a:pt x="5696" y="3308"/>
                  </a:lnTo>
                  <a:lnTo>
                    <a:pt x="5696" y="3098"/>
                  </a:lnTo>
                  <a:lnTo>
                    <a:pt x="5696" y="2899"/>
                  </a:lnTo>
                  <a:lnTo>
                    <a:pt x="6032" y="2677"/>
                  </a:lnTo>
                  <a:cubicBezTo>
                    <a:pt x="6209" y="2559"/>
                    <a:pt x="6268" y="2326"/>
                    <a:pt x="6161" y="2138"/>
                  </a:cubicBezTo>
                  <a:lnTo>
                    <a:pt x="5485" y="969"/>
                  </a:lnTo>
                  <a:cubicBezTo>
                    <a:pt x="5410" y="839"/>
                    <a:pt x="5273" y="765"/>
                    <a:pt x="5129" y="765"/>
                  </a:cubicBezTo>
                  <a:cubicBezTo>
                    <a:pt x="5068" y="765"/>
                    <a:pt x="5006" y="778"/>
                    <a:pt x="4947" y="806"/>
                  </a:cubicBezTo>
                  <a:lnTo>
                    <a:pt x="4596" y="994"/>
                  </a:lnTo>
                  <a:cubicBezTo>
                    <a:pt x="4478" y="913"/>
                    <a:pt x="4363" y="854"/>
                    <a:pt x="4234" y="795"/>
                  </a:cubicBezTo>
                  <a:lnTo>
                    <a:pt x="4209" y="385"/>
                  </a:lnTo>
                  <a:cubicBezTo>
                    <a:pt x="4209" y="175"/>
                    <a:pt x="4024" y="1"/>
                    <a:pt x="3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9" name="Google Shape;1456;p48">
              <a:extLst>
                <a:ext uri="{FF2B5EF4-FFF2-40B4-BE49-F238E27FC236}">
                  <a16:creationId xmlns:a16="http://schemas.microsoft.com/office/drawing/2014/main" id="{7B23C96A-F658-3102-5766-E84B32A7960F}"/>
                </a:ext>
              </a:extLst>
            </p:cNvPr>
            <p:cNvSpPr/>
            <p:nvPr/>
          </p:nvSpPr>
          <p:spPr>
            <a:xfrm>
              <a:off x="3411588" y="2205725"/>
              <a:ext cx="60775" cy="60475"/>
            </a:xfrm>
            <a:custGeom>
              <a:avLst/>
              <a:gdLst/>
              <a:ahLst/>
              <a:cxnLst/>
              <a:rect l="l" t="t" r="r" b="b"/>
              <a:pathLst>
                <a:path w="2431" h="2419" extrusionOk="0">
                  <a:moveTo>
                    <a:pt x="1215" y="805"/>
                  </a:moveTo>
                  <a:cubicBezTo>
                    <a:pt x="1437" y="805"/>
                    <a:pt x="1625" y="982"/>
                    <a:pt x="1625" y="1204"/>
                  </a:cubicBezTo>
                  <a:cubicBezTo>
                    <a:pt x="1625" y="1425"/>
                    <a:pt x="1437" y="1613"/>
                    <a:pt x="1215" y="1613"/>
                  </a:cubicBezTo>
                  <a:cubicBezTo>
                    <a:pt x="994" y="1613"/>
                    <a:pt x="817" y="1425"/>
                    <a:pt x="817" y="1204"/>
                  </a:cubicBezTo>
                  <a:cubicBezTo>
                    <a:pt x="817" y="982"/>
                    <a:pt x="994" y="805"/>
                    <a:pt x="1215" y="805"/>
                  </a:cubicBezTo>
                  <a:close/>
                  <a:moveTo>
                    <a:pt x="1215" y="0"/>
                  </a:moveTo>
                  <a:cubicBezTo>
                    <a:pt x="551" y="0"/>
                    <a:pt x="1" y="536"/>
                    <a:pt x="1" y="1204"/>
                  </a:cubicBezTo>
                  <a:cubicBezTo>
                    <a:pt x="1" y="1880"/>
                    <a:pt x="551" y="2419"/>
                    <a:pt x="1215" y="2419"/>
                  </a:cubicBezTo>
                  <a:cubicBezTo>
                    <a:pt x="1883" y="2419"/>
                    <a:pt x="2430" y="1880"/>
                    <a:pt x="2430" y="1204"/>
                  </a:cubicBezTo>
                  <a:cubicBezTo>
                    <a:pt x="2430" y="536"/>
                    <a:pt x="1883" y="0"/>
                    <a:pt x="1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Tree>
    <p:extLst>
      <p:ext uri="{BB962C8B-B14F-4D97-AF65-F5344CB8AC3E}">
        <p14:creationId xmlns:p14="http://schemas.microsoft.com/office/powerpoint/2010/main" val="22572181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descr="Uma imagem contendo objeto, relógio, desenho, placar&#10;&#10;Descrição gerada automaticamente">
            <a:extLst>
              <a:ext uri="{FF2B5EF4-FFF2-40B4-BE49-F238E27FC236}">
                <a16:creationId xmlns:a16="http://schemas.microsoft.com/office/drawing/2014/main" id="{293E7A45-C636-F5B7-C979-285D3419FF48}"/>
              </a:ext>
            </a:extLst>
          </p:cNvPr>
          <p:cNvPicPr>
            <a:picLocks noChangeAspect="1"/>
          </p:cNvPicPr>
          <p:nvPr/>
        </p:nvPicPr>
        <p:blipFill>
          <a:blip r:embed="rId2"/>
          <a:stretch>
            <a:fillRect/>
          </a:stretch>
        </p:blipFill>
        <p:spPr>
          <a:xfrm>
            <a:off x="1864519" y="3175396"/>
            <a:ext cx="5138445" cy="1360885"/>
          </a:xfrm>
          <a:prstGeom prst="rect">
            <a:avLst/>
          </a:prstGeom>
        </p:spPr>
      </p:pic>
      <p:pic>
        <p:nvPicPr>
          <p:cNvPr id="5" name="Imagem 4">
            <a:extLst>
              <a:ext uri="{FF2B5EF4-FFF2-40B4-BE49-F238E27FC236}">
                <a16:creationId xmlns:a16="http://schemas.microsoft.com/office/drawing/2014/main" id="{69F6848E-C84B-59DA-23E3-9ECAA0F2E2AD}"/>
              </a:ext>
            </a:extLst>
          </p:cNvPr>
          <p:cNvPicPr>
            <a:picLocks noChangeAspect="1"/>
          </p:cNvPicPr>
          <p:nvPr/>
        </p:nvPicPr>
        <p:blipFill>
          <a:blip r:embed="rId3"/>
          <a:stretch>
            <a:fillRect/>
          </a:stretch>
        </p:blipFill>
        <p:spPr>
          <a:xfrm>
            <a:off x="414338" y="471799"/>
            <a:ext cx="4300733" cy="1985651"/>
          </a:xfrm>
          <a:prstGeom prst="rect">
            <a:avLst/>
          </a:prstGeom>
        </p:spPr>
      </p:pic>
      <p:pic>
        <p:nvPicPr>
          <p:cNvPr id="7" name="Imagem 6" descr="Forma&#10;&#10;Descrição gerada automaticamente com confiança média">
            <a:extLst>
              <a:ext uri="{FF2B5EF4-FFF2-40B4-BE49-F238E27FC236}">
                <a16:creationId xmlns:a16="http://schemas.microsoft.com/office/drawing/2014/main" id="{83482A1C-EF28-D3AB-F4ED-32CE1936F559}"/>
              </a:ext>
            </a:extLst>
          </p:cNvPr>
          <p:cNvPicPr>
            <a:picLocks noChangeAspect="1"/>
          </p:cNvPicPr>
          <p:nvPr/>
        </p:nvPicPr>
        <p:blipFill>
          <a:blip r:embed="rId4"/>
          <a:stretch>
            <a:fillRect/>
          </a:stretch>
        </p:blipFill>
        <p:spPr>
          <a:xfrm>
            <a:off x="5079966" y="969919"/>
            <a:ext cx="3649696" cy="989410"/>
          </a:xfrm>
          <a:prstGeom prst="rect">
            <a:avLst/>
          </a:prstGeom>
        </p:spPr>
      </p:pic>
    </p:spTree>
    <p:extLst>
      <p:ext uri="{BB962C8B-B14F-4D97-AF65-F5344CB8AC3E}">
        <p14:creationId xmlns:p14="http://schemas.microsoft.com/office/powerpoint/2010/main" val="38406902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1" name="Google Shape;761;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r>
              <a:rPr lang="en" sz="2500" dirty="0">
                <a:solidFill>
                  <a:srgbClr val="FFFFFF"/>
                </a:solidFill>
              </a:rPr>
              <a:t>Jogos</a:t>
            </a:r>
          </a:p>
        </p:txBody>
      </p:sp>
      <p:sp>
        <p:nvSpPr>
          <p:cNvPr id="22" name="CaixaDeTexto 21">
            <a:extLst>
              <a:ext uri="{FF2B5EF4-FFF2-40B4-BE49-F238E27FC236}">
                <a16:creationId xmlns:a16="http://schemas.microsoft.com/office/drawing/2014/main" id="{AFA06ABD-B53D-F75F-EB80-32EDC9C5530A}"/>
              </a:ext>
            </a:extLst>
          </p:cNvPr>
          <p:cNvSpPr txBox="1"/>
          <p:nvPr/>
        </p:nvSpPr>
        <p:spPr>
          <a:xfrm>
            <a:off x="1428388" y="1460953"/>
            <a:ext cx="3384756" cy="1384995"/>
          </a:xfrm>
          <a:prstGeom prst="rect">
            <a:avLst/>
          </a:prstGeom>
          <a:noFill/>
        </p:spPr>
        <p:txBody>
          <a:bodyPr wrap="square" rtlCol="0">
            <a:spAutoFit/>
          </a:bodyPr>
          <a:lstStyle/>
          <a:p>
            <a:r>
              <a:rPr lang="pt-BR" sz="1200" dirty="0">
                <a:solidFill>
                  <a:schemeClr val="tx1"/>
                </a:solidFill>
                <a:latin typeface="Hanken Grotesk" pitchFamily="2" charset="0"/>
              </a:rPr>
              <a:t>O desenvolvimento de jogos em Java implica na criação de jogos utilizando a linguagem de programação Java, onde os desenvolvedores escrevem código para implementar gráficos, física, lógica do jogo e interações com o usuário, aproveitando as capacidades nativas da linguagem</a:t>
            </a:r>
          </a:p>
        </p:txBody>
      </p:sp>
      <p:sp>
        <p:nvSpPr>
          <p:cNvPr id="23" name="CaixaDeTexto 22">
            <a:extLst>
              <a:ext uri="{FF2B5EF4-FFF2-40B4-BE49-F238E27FC236}">
                <a16:creationId xmlns:a16="http://schemas.microsoft.com/office/drawing/2014/main" id="{53D3081A-FFDA-B93B-C677-B3CC06DA6C54}"/>
              </a:ext>
            </a:extLst>
          </p:cNvPr>
          <p:cNvSpPr txBox="1"/>
          <p:nvPr/>
        </p:nvSpPr>
        <p:spPr>
          <a:xfrm>
            <a:off x="5799985" y="1333779"/>
            <a:ext cx="3197730" cy="2123658"/>
          </a:xfrm>
          <a:prstGeom prst="rect">
            <a:avLst/>
          </a:prstGeom>
          <a:noFill/>
        </p:spPr>
        <p:txBody>
          <a:bodyPr wrap="square" rtlCol="0">
            <a:spAutoFit/>
          </a:bodyPr>
          <a:lstStyle/>
          <a:p>
            <a:r>
              <a:rPr lang="pt-BR" sz="1200" dirty="0">
                <a:solidFill>
                  <a:schemeClr val="tx1"/>
                </a:solidFill>
                <a:latin typeface="Hanken Grotesk" pitchFamily="2" charset="0"/>
              </a:rPr>
              <a:t>As APIs em Java para desenvolvimento de jogos fornecem conjuntos de ferramentas e bibliotecas que permitem aos desenvolvedores criar gráficos, animações, interações de usuário e lógica de jogo. Exemplos incluem Java2D e </a:t>
            </a:r>
            <a:r>
              <a:rPr lang="pt-BR" sz="1200" dirty="0" err="1">
                <a:solidFill>
                  <a:schemeClr val="tx1"/>
                </a:solidFill>
                <a:latin typeface="Hanken Grotesk" pitchFamily="2" charset="0"/>
              </a:rPr>
              <a:t>JavaFX</a:t>
            </a:r>
            <a:r>
              <a:rPr lang="pt-BR" sz="1200" dirty="0">
                <a:solidFill>
                  <a:schemeClr val="tx1"/>
                </a:solidFill>
                <a:latin typeface="Hanken Grotesk" pitchFamily="2" charset="0"/>
              </a:rPr>
              <a:t>, que oferecem recursos para renderização de gráficos e manipulação de imagens, e também APIs como AWT e Swing, que permitem criar interfaces de usuário</a:t>
            </a:r>
          </a:p>
          <a:p>
            <a:r>
              <a:rPr lang="pt-BR" sz="1200" dirty="0">
                <a:solidFill>
                  <a:schemeClr val="tx1"/>
                </a:solidFill>
                <a:latin typeface="Hanken Grotesk" pitchFamily="2" charset="0"/>
              </a:rPr>
              <a:t> </a:t>
            </a:r>
          </a:p>
        </p:txBody>
      </p:sp>
      <p:sp>
        <p:nvSpPr>
          <p:cNvPr id="24" name="CaixaDeTexto 23">
            <a:extLst>
              <a:ext uri="{FF2B5EF4-FFF2-40B4-BE49-F238E27FC236}">
                <a16:creationId xmlns:a16="http://schemas.microsoft.com/office/drawing/2014/main" id="{6A9188C7-390D-982E-EE3F-54BD6194B490}"/>
              </a:ext>
            </a:extLst>
          </p:cNvPr>
          <p:cNvSpPr txBox="1"/>
          <p:nvPr/>
        </p:nvSpPr>
        <p:spPr>
          <a:xfrm>
            <a:off x="2625962" y="3313480"/>
            <a:ext cx="2988426" cy="1384995"/>
          </a:xfrm>
          <a:prstGeom prst="rect">
            <a:avLst/>
          </a:prstGeom>
          <a:noFill/>
        </p:spPr>
        <p:txBody>
          <a:bodyPr wrap="square" rtlCol="0">
            <a:spAutoFit/>
          </a:bodyPr>
          <a:lstStyle/>
          <a:p>
            <a:r>
              <a:rPr lang="pt-BR" sz="1200" dirty="0">
                <a:solidFill>
                  <a:schemeClr val="tx1"/>
                </a:solidFill>
                <a:latin typeface="Hanken Grotesk" pitchFamily="2" charset="0"/>
              </a:rPr>
              <a:t>Exemplos de jogos em Java incluem Minecraft, </a:t>
            </a:r>
            <a:r>
              <a:rPr lang="pt-BR" sz="1200" dirty="0" err="1">
                <a:solidFill>
                  <a:schemeClr val="tx1"/>
                </a:solidFill>
                <a:latin typeface="Hanken Grotesk" pitchFamily="2" charset="0"/>
              </a:rPr>
              <a:t>RuneScape</a:t>
            </a:r>
            <a:r>
              <a:rPr lang="pt-BR" sz="1200" dirty="0">
                <a:solidFill>
                  <a:schemeClr val="tx1"/>
                </a:solidFill>
                <a:latin typeface="Hanken Grotesk" pitchFamily="2" charset="0"/>
              </a:rPr>
              <a:t> e Puzzle </a:t>
            </a:r>
            <a:r>
              <a:rPr lang="pt-BR" sz="1200" dirty="0" err="1">
                <a:solidFill>
                  <a:schemeClr val="tx1"/>
                </a:solidFill>
                <a:latin typeface="Hanken Grotesk" pitchFamily="2" charset="0"/>
              </a:rPr>
              <a:t>Pirates</a:t>
            </a:r>
            <a:r>
              <a:rPr lang="pt-BR" sz="1200" dirty="0">
                <a:solidFill>
                  <a:schemeClr val="tx1"/>
                </a:solidFill>
                <a:latin typeface="Hanken Grotesk" pitchFamily="2" charset="0"/>
              </a:rPr>
              <a:t>, que demonstram a versatilidade da linguagem Java para desenvolver uma variedade de tipos de jogos, desde jogos de aventura em mundo aberto até jogos de quebra-cabeça online</a:t>
            </a:r>
          </a:p>
        </p:txBody>
      </p:sp>
      <p:grpSp>
        <p:nvGrpSpPr>
          <p:cNvPr id="2" name="Google Shape;1262;p48">
            <a:extLst>
              <a:ext uri="{FF2B5EF4-FFF2-40B4-BE49-F238E27FC236}">
                <a16:creationId xmlns:a16="http://schemas.microsoft.com/office/drawing/2014/main" id="{8F2387C2-22C7-1CE0-C804-6D07D04E15E4}"/>
              </a:ext>
            </a:extLst>
          </p:cNvPr>
          <p:cNvGrpSpPr/>
          <p:nvPr/>
        </p:nvGrpSpPr>
        <p:grpSpPr>
          <a:xfrm>
            <a:off x="2122990" y="3413712"/>
            <a:ext cx="345125" cy="345150"/>
            <a:chOff x="997838" y="3797375"/>
            <a:chExt cx="345125" cy="345150"/>
          </a:xfrm>
        </p:grpSpPr>
        <p:sp>
          <p:nvSpPr>
            <p:cNvPr id="3" name="Google Shape;1263;p48">
              <a:extLst>
                <a:ext uri="{FF2B5EF4-FFF2-40B4-BE49-F238E27FC236}">
                  <a16:creationId xmlns:a16="http://schemas.microsoft.com/office/drawing/2014/main" id="{84EA82AF-954F-F9E2-B1E6-421A0DB9D9A2}"/>
                </a:ext>
              </a:extLst>
            </p:cNvPr>
            <p:cNvSpPr/>
            <p:nvPr/>
          </p:nvSpPr>
          <p:spPr>
            <a:xfrm>
              <a:off x="997838" y="3797375"/>
              <a:ext cx="345125" cy="345150"/>
            </a:xfrm>
            <a:custGeom>
              <a:avLst/>
              <a:gdLst/>
              <a:ahLst/>
              <a:cxnLst/>
              <a:rect l="l" t="t" r="r" b="b"/>
              <a:pathLst>
                <a:path w="13805" h="13806" extrusionOk="0">
                  <a:moveTo>
                    <a:pt x="6895" y="809"/>
                  </a:moveTo>
                  <a:cubicBezTo>
                    <a:pt x="8172" y="809"/>
                    <a:pt x="9199" y="1838"/>
                    <a:pt x="9199" y="3101"/>
                  </a:cubicBezTo>
                  <a:cubicBezTo>
                    <a:pt x="9199" y="3788"/>
                    <a:pt x="8896" y="4433"/>
                    <a:pt x="8357" y="4865"/>
                  </a:cubicBezTo>
                  <a:cubicBezTo>
                    <a:pt x="8018" y="5157"/>
                    <a:pt x="7785" y="5530"/>
                    <a:pt x="7715" y="5928"/>
                  </a:cubicBezTo>
                  <a:lnTo>
                    <a:pt x="7305" y="5928"/>
                  </a:lnTo>
                  <a:lnTo>
                    <a:pt x="7305" y="3813"/>
                  </a:lnTo>
                  <a:lnTo>
                    <a:pt x="7995" y="3123"/>
                  </a:lnTo>
                  <a:cubicBezTo>
                    <a:pt x="8158" y="2960"/>
                    <a:pt x="8158" y="2702"/>
                    <a:pt x="7995" y="2551"/>
                  </a:cubicBezTo>
                  <a:cubicBezTo>
                    <a:pt x="7919" y="2468"/>
                    <a:pt x="7817" y="2427"/>
                    <a:pt x="7713" y="2427"/>
                  </a:cubicBezTo>
                  <a:cubicBezTo>
                    <a:pt x="7609" y="2427"/>
                    <a:pt x="7504" y="2468"/>
                    <a:pt x="7423" y="2551"/>
                  </a:cubicBezTo>
                  <a:lnTo>
                    <a:pt x="6895" y="3064"/>
                  </a:lnTo>
                  <a:lnTo>
                    <a:pt x="6382" y="2551"/>
                  </a:lnTo>
                  <a:cubicBezTo>
                    <a:pt x="6304" y="2473"/>
                    <a:pt x="6197" y="2430"/>
                    <a:pt x="6089" y="2430"/>
                  </a:cubicBezTo>
                  <a:cubicBezTo>
                    <a:pt x="6003" y="2430"/>
                    <a:pt x="5917" y="2457"/>
                    <a:pt x="5843" y="2514"/>
                  </a:cubicBezTo>
                  <a:cubicBezTo>
                    <a:pt x="5647" y="2666"/>
                    <a:pt x="5633" y="2946"/>
                    <a:pt x="5810" y="3123"/>
                  </a:cubicBezTo>
                  <a:lnTo>
                    <a:pt x="6500" y="3813"/>
                  </a:lnTo>
                  <a:lnTo>
                    <a:pt x="6500" y="5928"/>
                  </a:lnTo>
                  <a:lnTo>
                    <a:pt x="6090" y="5928"/>
                  </a:lnTo>
                  <a:cubicBezTo>
                    <a:pt x="6020" y="5530"/>
                    <a:pt x="5787" y="5157"/>
                    <a:pt x="5448" y="4865"/>
                  </a:cubicBezTo>
                  <a:cubicBezTo>
                    <a:pt x="4909" y="4433"/>
                    <a:pt x="4606" y="3788"/>
                    <a:pt x="4606" y="3101"/>
                  </a:cubicBezTo>
                  <a:cubicBezTo>
                    <a:pt x="4606" y="1838"/>
                    <a:pt x="5633" y="809"/>
                    <a:pt x="6895" y="809"/>
                  </a:cubicBezTo>
                  <a:close/>
                  <a:moveTo>
                    <a:pt x="7681" y="6748"/>
                  </a:moveTo>
                  <a:lnTo>
                    <a:pt x="7681" y="7412"/>
                  </a:lnTo>
                  <a:cubicBezTo>
                    <a:pt x="7681" y="7494"/>
                    <a:pt x="7622" y="7553"/>
                    <a:pt x="7552" y="7553"/>
                  </a:cubicBezTo>
                  <a:lnTo>
                    <a:pt x="6253" y="7553"/>
                  </a:lnTo>
                  <a:cubicBezTo>
                    <a:pt x="6183" y="7553"/>
                    <a:pt x="6124" y="7494"/>
                    <a:pt x="6124" y="7412"/>
                  </a:cubicBezTo>
                  <a:lnTo>
                    <a:pt x="6124" y="6748"/>
                  </a:lnTo>
                  <a:close/>
                  <a:moveTo>
                    <a:pt x="12857" y="3507"/>
                  </a:moveTo>
                  <a:cubicBezTo>
                    <a:pt x="12941" y="3507"/>
                    <a:pt x="12997" y="3566"/>
                    <a:pt x="12997" y="3637"/>
                  </a:cubicBezTo>
                  <a:lnTo>
                    <a:pt x="12997" y="9166"/>
                  </a:lnTo>
                  <a:lnTo>
                    <a:pt x="808" y="9166"/>
                  </a:lnTo>
                  <a:lnTo>
                    <a:pt x="808" y="3637"/>
                  </a:lnTo>
                  <a:cubicBezTo>
                    <a:pt x="808" y="3566"/>
                    <a:pt x="864" y="3507"/>
                    <a:pt x="948" y="3507"/>
                  </a:cubicBezTo>
                  <a:lnTo>
                    <a:pt x="3824" y="3507"/>
                  </a:lnTo>
                  <a:cubicBezTo>
                    <a:pt x="3927" y="4279"/>
                    <a:pt x="4315" y="4994"/>
                    <a:pt x="4921" y="5496"/>
                  </a:cubicBezTo>
                  <a:cubicBezTo>
                    <a:pt x="5167" y="5696"/>
                    <a:pt x="5308" y="5976"/>
                    <a:pt x="5308" y="6257"/>
                  </a:cubicBezTo>
                  <a:lnTo>
                    <a:pt x="5308" y="7412"/>
                  </a:lnTo>
                  <a:cubicBezTo>
                    <a:pt x="5308" y="7940"/>
                    <a:pt x="5740" y="8361"/>
                    <a:pt x="6253" y="8361"/>
                  </a:cubicBezTo>
                  <a:lnTo>
                    <a:pt x="7527" y="8361"/>
                  </a:lnTo>
                  <a:cubicBezTo>
                    <a:pt x="8043" y="8361"/>
                    <a:pt x="8464" y="7940"/>
                    <a:pt x="8464" y="7412"/>
                  </a:cubicBezTo>
                  <a:lnTo>
                    <a:pt x="8464" y="6257"/>
                  </a:lnTo>
                  <a:cubicBezTo>
                    <a:pt x="8464" y="5976"/>
                    <a:pt x="8604" y="5696"/>
                    <a:pt x="8848" y="5496"/>
                  </a:cubicBezTo>
                  <a:cubicBezTo>
                    <a:pt x="9457" y="4994"/>
                    <a:pt x="9855" y="4279"/>
                    <a:pt x="9948" y="3507"/>
                  </a:cubicBezTo>
                  <a:close/>
                  <a:moveTo>
                    <a:pt x="12997" y="9974"/>
                  </a:moveTo>
                  <a:lnTo>
                    <a:pt x="12997" y="10650"/>
                  </a:lnTo>
                  <a:cubicBezTo>
                    <a:pt x="12997" y="10720"/>
                    <a:pt x="12941" y="10790"/>
                    <a:pt x="12857" y="10790"/>
                  </a:cubicBezTo>
                  <a:lnTo>
                    <a:pt x="948" y="10790"/>
                  </a:lnTo>
                  <a:cubicBezTo>
                    <a:pt x="864" y="10790"/>
                    <a:pt x="808" y="10720"/>
                    <a:pt x="808" y="10650"/>
                  </a:cubicBezTo>
                  <a:lnTo>
                    <a:pt x="808" y="9974"/>
                  </a:lnTo>
                  <a:close/>
                  <a:moveTo>
                    <a:pt x="8194" y="11598"/>
                  </a:moveTo>
                  <a:lnTo>
                    <a:pt x="8534" y="13001"/>
                  </a:lnTo>
                  <a:lnTo>
                    <a:pt x="5249" y="13001"/>
                  </a:lnTo>
                  <a:lnTo>
                    <a:pt x="5588" y="11598"/>
                  </a:lnTo>
                  <a:close/>
                  <a:moveTo>
                    <a:pt x="6895" y="1"/>
                  </a:moveTo>
                  <a:cubicBezTo>
                    <a:pt x="5330" y="1"/>
                    <a:pt x="4020" y="1182"/>
                    <a:pt x="3824" y="2702"/>
                  </a:cubicBezTo>
                  <a:lnTo>
                    <a:pt x="948" y="2702"/>
                  </a:lnTo>
                  <a:cubicBezTo>
                    <a:pt x="421" y="2702"/>
                    <a:pt x="0" y="3123"/>
                    <a:pt x="0" y="3637"/>
                  </a:cubicBezTo>
                  <a:lnTo>
                    <a:pt x="0" y="10650"/>
                  </a:lnTo>
                  <a:cubicBezTo>
                    <a:pt x="0" y="11177"/>
                    <a:pt x="421" y="11598"/>
                    <a:pt x="948" y="11598"/>
                  </a:cubicBezTo>
                  <a:lnTo>
                    <a:pt x="4769" y="11598"/>
                  </a:lnTo>
                  <a:lnTo>
                    <a:pt x="4430" y="13001"/>
                  </a:lnTo>
                  <a:lnTo>
                    <a:pt x="3669" y="13001"/>
                  </a:lnTo>
                  <a:cubicBezTo>
                    <a:pt x="3459" y="13001"/>
                    <a:pt x="3274" y="13152"/>
                    <a:pt x="3249" y="13351"/>
                  </a:cubicBezTo>
                  <a:cubicBezTo>
                    <a:pt x="3226" y="13595"/>
                    <a:pt x="3414" y="13806"/>
                    <a:pt x="3658" y="13806"/>
                  </a:cubicBezTo>
                  <a:lnTo>
                    <a:pt x="10110" y="13806"/>
                  </a:lnTo>
                  <a:cubicBezTo>
                    <a:pt x="10321" y="13806"/>
                    <a:pt x="10509" y="13654"/>
                    <a:pt x="10531" y="13444"/>
                  </a:cubicBezTo>
                  <a:cubicBezTo>
                    <a:pt x="10556" y="13200"/>
                    <a:pt x="10368" y="13001"/>
                    <a:pt x="10122" y="13001"/>
                  </a:cubicBezTo>
                  <a:lnTo>
                    <a:pt x="9364" y="13001"/>
                  </a:lnTo>
                  <a:lnTo>
                    <a:pt x="9025" y="11598"/>
                  </a:lnTo>
                  <a:lnTo>
                    <a:pt x="12857" y="11598"/>
                  </a:lnTo>
                  <a:cubicBezTo>
                    <a:pt x="13384" y="11598"/>
                    <a:pt x="13805" y="11177"/>
                    <a:pt x="13805" y="10650"/>
                  </a:cubicBezTo>
                  <a:lnTo>
                    <a:pt x="13805" y="3637"/>
                  </a:lnTo>
                  <a:cubicBezTo>
                    <a:pt x="13805" y="3123"/>
                    <a:pt x="13384" y="2702"/>
                    <a:pt x="12857" y="2702"/>
                  </a:cubicBezTo>
                  <a:lnTo>
                    <a:pt x="9970" y="2702"/>
                  </a:lnTo>
                  <a:cubicBezTo>
                    <a:pt x="9771" y="1182"/>
                    <a:pt x="8475" y="1"/>
                    <a:pt x="68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 name="Google Shape;1264;p48">
              <a:extLst>
                <a:ext uri="{FF2B5EF4-FFF2-40B4-BE49-F238E27FC236}">
                  <a16:creationId xmlns:a16="http://schemas.microsoft.com/office/drawing/2014/main" id="{D5B43317-FE67-B55A-7E63-4C73325D7A61}"/>
                </a:ext>
              </a:extLst>
            </p:cNvPr>
            <p:cNvSpPr/>
            <p:nvPr/>
          </p:nvSpPr>
          <p:spPr>
            <a:xfrm>
              <a:off x="1259638" y="3810725"/>
              <a:ext cx="40700" cy="30375"/>
            </a:xfrm>
            <a:custGeom>
              <a:avLst/>
              <a:gdLst/>
              <a:ahLst/>
              <a:cxnLst/>
              <a:rect l="l" t="t" r="r" b="b"/>
              <a:pathLst>
                <a:path w="1628" h="1215" extrusionOk="0">
                  <a:moveTo>
                    <a:pt x="1165" y="1"/>
                  </a:moveTo>
                  <a:cubicBezTo>
                    <a:pt x="1096" y="1"/>
                    <a:pt x="1025" y="18"/>
                    <a:pt x="960" y="53"/>
                  </a:cubicBezTo>
                  <a:lnTo>
                    <a:pt x="258" y="463"/>
                  </a:lnTo>
                  <a:cubicBezTo>
                    <a:pt x="70" y="567"/>
                    <a:pt x="0" y="825"/>
                    <a:pt x="118" y="1010"/>
                  </a:cubicBezTo>
                  <a:cubicBezTo>
                    <a:pt x="190" y="1144"/>
                    <a:pt x="324" y="1214"/>
                    <a:pt x="465" y="1214"/>
                  </a:cubicBezTo>
                  <a:cubicBezTo>
                    <a:pt x="533" y="1214"/>
                    <a:pt x="603" y="1198"/>
                    <a:pt x="668" y="1164"/>
                  </a:cubicBezTo>
                  <a:lnTo>
                    <a:pt x="1369" y="754"/>
                  </a:lnTo>
                  <a:cubicBezTo>
                    <a:pt x="1557" y="648"/>
                    <a:pt x="1627" y="393"/>
                    <a:pt x="1510" y="205"/>
                  </a:cubicBezTo>
                  <a:cubicBezTo>
                    <a:pt x="1438" y="71"/>
                    <a:pt x="1305" y="1"/>
                    <a:pt x="11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5" name="Google Shape;1265;p48">
              <a:extLst>
                <a:ext uri="{FF2B5EF4-FFF2-40B4-BE49-F238E27FC236}">
                  <a16:creationId xmlns:a16="http://schemas.microsoft.com/office/drawing/2014/main" id="{54E4C254-7F07-CD2A-B068-554326103B7C}"/>
                </a:ext>
              </a:extLst>
            </p:cNvPr>
            <p:cNvSpPr/>
            <p:nvPr/>
          </p:nvSpPr>
          <p:spPr>
            <a:xfrm>
              <a:off x="1259638" y="3908500"/>
              <a:ext cx="40700" cy="30325"/>
            </a:xfrm>
            <a:custGeom>
              <a:avLst/>
              <a:gdLst/>
              <a:ahLst/>
              <a:cxnLst/>
              <a:rect l="l" t="t" r="r" b="b"/>
              <a:pathLst>
                <a:path w="1628" h="1213" extrusionOk="0">
                  <a:moveTo>
                    <a:pt x="460" y="1"/>
                  </a:moveTo>
                  <a:cubicBezTo>
                    <a:pt x="321" y="1"/>
                    <a:pt x="189" y="73"/>
                    <a:pt x="118" y="199"/>
                  </a:cubicBezTo>
                  <a:cubicBezTo>
                    <a:pt x="0" y="395"/>
                    <a:pt x="70" y="642"/>
                    <a:pt x="258" y="760"/>
                  </a:cubicBezTo>
                  <a:lnTo>
                    <a:pt x="960" y="1155"/>
                  </a:lnTo>
                  <a:cubicBezTo>
                    <a:pt x="1026" y="1195"/>
                    <a:pt x="1098" y="1213"/>
                    <a:pt x="1168" y="1213"/>
                  </a:cubicBezTo>
                  <a:cubicBezTo>
                    <a:pt x="1307" y="1213"/>
                    <a:pt x="1439" y="1140"/>
                    <a:pt x="1510" y="1015"/>
                  </a:cubicBezTo>
                  <a:cubicBezTo>
                    <a:pt x="1627" y="816"/>
                    <a:pt x="1557" y="572"/>
                    <a:pt x="1369" y="454"/>
                  </a:cubicBezTo>
                  <a:lnTo>
                    <a:pt x="668" y="58"/>
                  </a:lnTo>
                  <a:cubicBezTo>
                    <a:pt x="601" y="19"/>
                    <a:pt x="530" y="1"/>
                    <a:pt x="4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 name="Google Shape;1266;p48">
              <a:extLst>
                <a:ext uri="{FF2B5EF4-FFF2-40B4-BE49-F238E27FC236}">
                  <a16:creationId xmlns:a16="http://schemas.microsoft.com/office/drawing/2014/main" id="{9348328A-C2B0-D395-BA9A-BCDBD7A89909}"/>
                </a:ext>
              </a:extLst>
            </p:cNvPr>
            <p:cNvSpPr/>
            <p:nvPr/>
          </p:nvSpPr>
          <p:spPr>
            <a:xfrm>
              <a:off x="1039913" y="3810725"/>
              <a:ext cx="40625" cy="30375"/>
            </a:xfrm>
            <a:custGeom>
              <a:avLst/>
              <a:gdLst/>
              <a:ahLst/>
              <a:cxnLst/>
              <a:rect l="l" t="t" r="r" b="b"/>
              <a:pathLst>
                <a:path w="1625" h="1215" extrusionOk="0">
                  <a:moveTo>
                    <a:pt x="462" y="1"/>
                  </a:moveTo>
                  <a:cubicBezTo>
                    <a:pt x="321" y="1"/>
                    <a:pt x="188" y="71"/>
                    <a:pt x="118" y="205"/>
                  </a:cubicBezTo>
                  <a:cubicBezTo>
                    <a:pt x="0" y="393"/>
                    <a:pt x="70" y="648"/>
                    <a:pt x="258" y="754"/>
                  </a:cubicBezTo>
                  <a:lnTo>
                    <a:pt x="960" y="1164"/>
                  </a:lnTo>
                  <a:cubicBezTo>
                    <a:pt x="1025" y="1198"/>
                    <a:pt x="1094" y="1214"/>
                    <a:pt x="1163" y="1214"/>
                  </a:cubicBezTo>
                  <a:cubicBezTo>
                    <a:pt x="1303" y="1214"/>
                    <a:pt x="1438" y="1144"/>
                    <a:pt x="1509" y="1010"/>
                  </a:cubicBezTo>
                  <a:cubicBezTo>
                    <a:pt x="1624" y="825"/>
                    <a:pt x="1554" y="567"/>
                    <a:pt x="1369" y="463"/>
                  </a:cubicBezTo>
                  <a:lnTo>
                    <a:pt x="668" y="53"/>
                  </a:lnTo>
                  <a:cubicBezTo>
                    <a:pt x="602" y="18"/>
                    <a:pt x="531" y="1"/>
                    <a:pt x="4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 name="Google Shape;1267;p48">
              <a:extLst>
                <a:ext uri="{FF2B5EF4-FFF2-40B4-BE49-F238E27FC236}">
                  <a16:creationId xmlns:a16="http://schemas.microsoft.com/office/drawing/2014/main" id="{E41C31BA-4155-E573-38EF-264F8053E5A9}"/>
                </a:ext>
              </a:extLst>
            </p:cNvPr>
            <p:cNvSpPr/>
            <p:nvPr/>
          </p:nvSpPr>
          <p:spPr>
            <a:xfrm>
              <a:off x="1039913" y="3908500"/>
              <a:ext cx="40625" cy="30325"/>
            </a:xfrm>
            <a:custGeom>
              <a:avLst/>
              <a:gdLst/>
              <a:ahLst/>
              <a:cxnLst/>
              <a:rect l="l" t="t" r="r" b="b"/>
              <a:pathLst>
                <a:path w="1625" h="1213" extrusionOk="0">
                  <a:moveTo>
                    <a:pt x="1168" y="1"/>
                  </a:moveTo>
                  <a:cubicBezTo>
                    <a:pt x="1098" y="1"/>
                    <a:pt x="1026" y="19"/>
                    <a:pt x="960" y="58"/>
                  </a:cubicBezTo>
                  <a:lnTo>
                    <a:pt x="258" y="454"/>
                  </a:lnTo>
                  <a:cubicBezTo>
                    <a:pt x="70" y="572"/>
                    <a:pt x="0" y="816"/>
                    <a:pt x="118" y="1015"/>
                  </a:cubicBezTo>
                  <a:cubicBezTo>
                    <a:pt x="187" y="1140"/>
                    <a:pt x="320" y="1213"/>
                    <a:pt x="459" y="1213"/>
                  </a:cubicBezTo>
                  <a:cubicBezTo>
                    <a:pt x="529" y="1213"/>
                    <a:pt x="601" y="1195"/>
                    <a:pt x="668" y="1155"/>
                  </a:cubicBezTo>
                  <a:lnTo>
                    <a:pt x="1369" y="760"/>
                  </a:lnTo>
                  <a:cubicBezTo>
                    <a:pt x="1554" y="642"/>
                    <a:pt x="1624" y="395"/>
                    <a:pt x="1509" y="199"/>
                  </a:cubicBezTo>
                  <a:cubicBezTo>
                    <a:pt x="1438" y="73"/>
                    <a:pt x="1307" y="1"/>
                    <a:pt x="11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8" name="Google Shape;1457;p48">
            <a:extLst>
              <a:ext uri="{FF2B5EF4-FFF2-40B4-BE49-F238E27FC236}">
                <a16:creationId xmlns:a16="http://schemas.microsoft.com/office/drawing/2014/main" id="{37455D78-619A-E0B6-627A-04434F34558D}"/>
              </a:ext>
            </a:extLst>
          </p:cNvPr>
          <p:cNvGrpSpPr/>
          <p:nvPr/>
        </p:nvGrpSpPr>
        <p:grpSpPr>
          <a:xfrm>
            <a:off x="5410844" y="1489182"/>
            <a:ext cx="317375" cy="345350"/>
            <a:chOff x="1011863" y="1545075"/>
            <a:chExt cx="317375" cy="345350"/>
          </a:xfrm>
        </p:grpSpPr>
        <p:sp>
          <p:nvSpPr>
            <p:cNvPr id="9" name="Google Shape;1458;p48">
              <a:extLst>
                <a:ext uri="{FF2B5EF4-FFF2-40B4-BE49-F238E27FC236}">
                  <a16:creationId xmlns:a16="http://schemas.microsoft.com/office/drawing/2014/main" id="{15D56A98-CE86-2085-08CE-959ED06B5B9B}"/>
                </a:ext>
              </a:extLst>
            </p:cNvPr>
            <p:cNvSpPr/>
            <p:nvPr/>
          </p:nvSpPr>
          <p:spPr>
            <a:xfrm>
              <a:off x="1011863" y="1545075"/>
              <a:ext cx="317375" cy="345350"/>
            </a:xfrm>
            <a:custGeom>
              <a:avLst/>
              <a:gdLst/>
              <a:ahLst/>
              <a:cxnLst/>
              <a:rect l="l" t="t" r="r" b="b"/>
              <a:pathLst>
                <a:path w="12695" h="13814" extrusionOk="0">
                  <a:moveTo>
                    <a:pt x="5809" y="813"/>
                  </a:moveTo>
                  <a:cubicBezTo>
                    <a:pt x="5837" y="813"/>
                    <a:pt x="5864" y="813"/>
                    <a:pt x="5891" y="814"/>
                  </a:cubicBezTo>
                  <a:cubicBezTo>
                    <a:pt x="8593" y="862"/>
                    <a:pt x="10789" y="3154"/>
                    <a:pt x="10789" y="5841"/>
                  </a:cubicBezTo>
                  <a:lnTo>
                    <a:pt x="10789" y="6882"/>
                  </a:lnTo>
                  <a:cubicBezTo>
                    <a:pt x="10789" y="6963"/>
                    <a:pt x="10812" y="7033"/>
                    <a:pt x="10859" y="7103"/>
                  </a:cubicBezTo>
                  <a:lnTo>
                    <a:pt x="11679" y="8343"/>
                  </a:lnTo>
                  <a:lnTo>
                    <a:pt x="11011" y="8669"/>
                  </a:lnTo>
                  <a:cubicBezTo>
                    <a:pt x="10907" y="8728"/>
                    <a:pt x="10823" y="8834"/>
                    <a:pt x="10801" y="8963"/>
                  </a:cubicBezTo>
                  <a:lnTo>
                    <a:pt x="10649" y="9710"/>
                  </a:lnTo>
                  <a:lnTo>
                    <a:pt x="10122" y="9710"/>
                  </a:lnTo>
                  <a:cubicBezTo>
                    <a:pt x="9925" y="9710"/>
                    <a:pt x="9737" y="9861"/>
                    <a:pt x="9715" y="10071"/>
                  </a:cubicBezTo>
                  <a:cubicBezTo>
                    <a:pt x="9690" y="10318"/>
                    <a:pt x="9878" y="10517"/>
                    <a:pt x="10110" y="10517"/>
                  </a:cubicBezTo>
                  <a:lnTo>
                    <a:pt x="10498" y="10517"/>
                  </a:lnTo>
                  <a:lnTo>
                    <a:pt x="10402" y="11008"/>
                  </a:lnTo>
                  <a:cubicBezTo>
                    <a:pt x="10357" y="11194"/>
                    <a:pt x="10192" y="11323"/>
                    <a:pt x="10007" y="11323"/>
                  </a:cubicBezTo>
                  <a:lnTo>
                    <a:pt x="8183" y="11323"/>
                  </a:lnTo>
                  <a:cubicBezTo>
                    <a:pt x="7586" y="10492"/>
                    <a:pt x="6615" y="9979"/>
                    <a:pt x="5577" y="9979"/>
                  </a:cubicBezTo>
                  <a:lnTo>
                    <a:pt x="2702" y="9979"/>
                  </a:lnTo>
                  <a:cubicBezTo>
                    <a:pt x="1565" y="9067"/>
                    <a:pt x="819" y="7406"/>
                    <a:pt x="819" y="5807"/>
                  </a:cubicBezTo>
                  <a:cubicBezTo>
                    <a:pt x="819" y="3052"/>
                    <a:pt x="3053" y="813"/>
                    <a:pt x="5809" y="813"/>
                  </a:cubicBezTo>
                  <a:close/>
                  <a:moveTo>
                    <a:pt x="5577" y="10787"/>
                  </a:moveTo>
                  <a:cubicBezTo>
                    <a:pt x="6371" y="10787"/>
                    <a:pt x="7120" y="11194"/>
                    <a:pt x="7552" y="11850"/>
                  </a:cubicBezTo>
                  <a:lnTo>
                    <a:pt x="7552" y="12995"/>
                  </a:lnTo>
                  <a:lnTo>
                    <a:pt x="2968" y="12995"/>
                  </a:lnTo>
                  <a:lnTo>
                    <a:pt x="2968" y="10787"/>
                  </a:lnTo>
                  <a:close/>
                  <a:moveTo>
                    <a:pt x="5786" y="0"/>
                  </a:moveTo>
                  <a:cubicBezTo>
                    <a:pt x="5550" y="0"/>
                    <a:pt x="5312" y="14"/>
                    <a:pt x="5072" y="42"/>
                  </a:cubicBezTo>
                  <a:cubicBezTo>
                    <a:pt x="4045" y="171"/>
                    <a:pt x="3052" y="581"/>
                    <a:pt x="2233" y="1223"/>
                  </a:cubicBezTo>
                  <a:cubicBezTo>
                    <a:pt x="808" y="2357"/>
                    <a:pt x="0" y="4018"/>
                    <a:pt x="0" y="5807"/>
                  </a:cubicBezTo>
                  <a:cubicBezTo>
                    <a:pt x="0" y="6730"/>
                    <a:pt x="222" y="7676"/>
                    <a:pt x="631" y="8554"/>
                  </a:cubicBezTo>
                  <a:cubicBezTo>
                    <a:pt x="1018" y="9370"/>
                    <a:pt x="1543" y="10071"/>
                    <a:pt x="2163" y="10576"/>
                  </a:cubicBezTo>
                  <a:lnTo>
                    <a:pt x="2163" y="13404"/>
                  </a:lnTo>
                  <a:cubicBezTo>
                    <a:pt x="2163" y="13626"/>
                    <a:pt x="2337" y="13814"/>
                    <a:pt x="2573" y="13814"/>
                  </a:cubicBezTo>
                  <a:lnTo>
                    <a:pt x="7962" y="13814"/>
                  </a:lnTo>
                  <a:cubicBezTo>
                    <a:pt x="8183" y="13814"/>
                    <a:pt x="8357" y="13626"/>
                    <a:pt x="8357" y="13404"/>
                  </a:cubicBezTo>
                  <a:lnTo>
                    <a:pt x="8357" y="12142"/>
                  </a:lnTo>
                  <a:lnTo>
                    <a:pt x="9995" y="12142"/>
                  </a:lnTo>
                  <a:cubicBezTo>
                    <a:pt x="10568" y="12142"/>
                    <a:pt x="11070" y="11732"/>
                    <a:pt x="11188" y="11160"/>
                  </a:cubicBezTo>
                  <a:lnTo>
                    <a:pt x="11550" y="9314"/>
                  </a:lnTo>
                  <a:lnTo>
                    <a:pt x="12450" y="8857"/>
                  </a:lnTo>
                  <a:cubicBezTo>
                    <a:pt x="12554" y="8809"/>
                    <a:pt x="12635" y="8716"/>
                    <a:pt x="12660" y="8599"/>
                  </a:cubicBezTo>
                  <a:cubicBezTo>
                    <a:pt x="12694" y="8484"/>
                    <a:pt x="12672" y="8366"/>
                    <a:pt x="12613" y="8273"/>
                  </a:cubicBezTo>
                  <a:lnTo>
                    <a:pt x="11594" y="6753"/>
                  </a:lnTo>
                  <a:lnTo>
                    <a:pt x="11594" y="5841"/>
                  </a:lnTo>
                  <a:cubicBezTo>
                    <a:pt x="11594" y="4346"/>
                    <a:pt x="11033" y="2895"/>
                    <a:pt x="10007" y="1810"/>
                  </a:cubicBezTo>
                  <a:cubicBezTo>
                    <a:pt x="8896" y="648"/>
                    <a:pt x="7393" y="0"/>
                    <a:pt x="57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 name="Google Shape;1459;p48">
              <a:extLst>
                <a:ext uri="{FF2B5EF4-FFF2-40B4-BE49-F238E27FC236}">
                  <a16:creationId xmlns:a16="http://schemas.microsoft.com/office/drawing/2014/main" id="{C42F76D6-1C55-8CF2-65B3-A4417C44FFDD}"/>
                </a:ext>
              </a:extLst>
            </p:cNvPr>
            <p:cNvSpPr/>
            <p:nvPr/>
          </p:nvSpPr>
          <p:spPr>
            <a:xfrm>
              <a:off x="1065363" y="1592275"/>
              <a:ext cx="183225" cy="182200"/>
            </a:xfrm>
            <a:custGeom>
              <a:avLst/>
              <a:gdLst/>
              <a:ahLst/>
              <a:cxnLst/>
              <a:rect l="l" t="t" r="r" b="b"/>
              <a:pathLst>
                <a:path w="7329" h="7288" extrusionOk="0">
                  <a:moveTo>
                    <a:pt x="5317" y="1616"/>
                  </a:moveTo>
                  <a:lnTo>
                    <a:pt x="5681" y="1989"/>
                  </a:lnTo>
                  <a:lnTo>
                    <a:pt x="5681" y="5297"/>
                  </a:lnTo>
                  <a:lnTo>
                    <a:pt x="5317" y="5659"/>
                  </a:lnTo>
                  <a:lnTo>
                    <a:pt x="2009" y="5659"/>
                  </a:lnTo>
                  <a:lnTo>
                    <a:pt x="1636" y="5297"/>
                  </a:lnTo>
                  <a:lnTo>
                    <a:pt x="1636" y="1989"/>
                  </a:lnTo>
                  <a:lnTo>
                    <a:pt x="2009" y="1616"/>
                  </a:lnTo>
                  <a:close/>
                  <a:moveTo>
                    <a:pt x="2047" y="1"/>
                  </a:moveTo>
                  <a:cubicBezTo>
                    <a:pt x="1822" y="1"/>
                    <a:pt x="1636" y="181"/>
                    <a:pt x="1636" y="413"/>
                  </a:cubicBezTo>
                  <a:lnTo>
                    <a:pt x="1636" y="867"/>
                  </a:lnTo>
                  <a:cubicBezTo>
                    <a:pt x="1614" y="878"/>
                    <a:pt x="1577" y="904"/>
                    <a:pt x="1555" y="926"/>
                  </a:cubicBezTo>
                  <a:lnTo>
                    <a:pt x="946" y="1535"/>
                  </a:lnTo>
                  <a:cubicBezTo>
                    <a:pt x="923" y="1557"/>
                    <a:pt x="898" y="1591"/>
                    <a:pt x="887" y="1616"/>
                  </a:cubicBezTo>
                  <a:lnTo>
                    <a:pt x="433" y="1616"/>
                  </a:lnTo>
                  <a:cubicBezTo>
                    <a:pt x="233" y="1616"/>
                    <a:pt x="45" y="1779"/>
                    <a:pt x="23" y="1978"/>
                  </a:cubicBezTo>
                  <a:cubicBezTo>
                    <a:pt x="1" y="2222"/>
                    <a:pt x="186" y="2433"/>
                    <a:pt x="433" y="2433"/>
                  </a:cubicBezTo>
                  <a:lnTo>
                    <a:pt x="828" y="2433"/>
                  </a:lnTo>
                  <a:lnTo>
                    <a:pt x="828" y="3240"/>
                  </a:lnTo>
                  <a:lnTo>
                    <a:pt x="433" y="3240"/>
                  </a:lnTo>
                  <a:cubicBezTo>
                    <a:pt x="233" y="3240"/>
                    <a:pt x="45" y="3392"/>
                    <a:pt x="23" y="3602"/>
                  </a:cubicBezTo>
                  <a:cubicBezTo>
                    <a:pt x="1" y="3835"/>
                    <a:pt x="186" y="4046"/>
                    <a:pt x="433" y="4046"/>
                  </a:cubicBezTo>
                  <a:lnTo>
                    <a:pt x="828" y="4046"/>
                  </a:lnTo>
                  <a:lnTo>
                    <a:pt x="828" y="4854"/>
                  </a:lnTo>
                  <a:lnTo>
                    <a:pt x="433" y="4854"/>
                  </a:lnTo>
                  <a:cubicBezTo>
                    <a:pt x="233" y="4854"/>
                    <a:pt x="45" y="5005"/>
                    <a:pt x="23" y="5215"/>
                  </a:cubicBezTo>
                  <a:cubicBezTo>
                    <a:pt x="1" y="5462"/>
                    <a:pt x="186" y="5659"/>
                    <a:pt x="433" y="5659"/>
                  </a:cubicBezTo>
                  <a:lnTo>
                    <a:pt x="887" y="5659"/>
                  </a:lnTo>
                  <a:cubicBezTo>
                    <a:pt x="898" y="5695"/>
                    <a:pt x="923" y="5718"/>
                    <a:pt x="946" y="5754"/>
                  </a:cubicBezTo>
                  <a:lnTo>
                    <a:pt x="1555" y="6360"/>
                  </a:lnTo>
                  <a:cubicBezTo>
                    <a:pt x="1577" y="6385"/>
                    <a:pt x="1614" y="6408"/>
                    <a:pt x="1636" y="6419"/>
                  </a:cubicBezTo>
                  <a:lnTo>
                    <a:pt x="1636" y="6865"/>
                  </a:lnTo>
                  <a:cubicBezTo>
                    <a:pt x="1636" y="7075"/>
                    <a:pt x="1788" y="7260"/>
                    <a:pt x="1998" y="7286"/>
                  </a:cubicBezTo>
                  <a:cubicBezTo>
                    <a:pt x="2011" y="7287"/>
                    <a:pt x="2025" y="7288"/>
                    <a:pt x="2038" y="7288"/>
                  </a:cubicBezTo>
                  <a:cubicBezTo>
                    <a:pt x="2267" y="7288"/>
                    <a:pt x="2455" y="7107"/>
                    <a:pt x="2455" y="6876"/>
                  </a:cubicBezTo>
                  <a:lnTo>
                    <a:pt x="2455" y="6478"/>
                  </a:lnTo>
                  <a:lnTo>
                    <a:pt x="3260" y="6478"/>
                  </a:lnTo>
                  <a:lnTo>
                    <a:pt x="3260" y="6865"/>
                  </a:lnTo>
                  <a:cubicBezTo>
                    <a:pt x="3260" y="7075"/>
                    <a:pt x="3412" y="7260"/>
                    <a:pt x="3611" y="7286"/>
                  </a:cubicBezTo>
                  <a:cubicBezTo>
                    <a:pt x="3624" y="7287"/>
                    <a:pt x="3638" y="7288"/>
                    <a:pt x="3651" y="7288"/>
                  </a:cubicBezTo>
                  <a:cubicBezTo>
                    <a:pt x="3880" y="7288"/>
                    <a:pt x="4068" y="7107"/>
                    <a:pt x="4068" y="6876"/>
                  </a:cubicBezTo>
                  <a:lnTo>
                    <a:pt x="4068" y="6478"/>
                  </a:lnTo>
                  <a:lnTo>
                    <a:pt x="4873" y="6478"/>
                  </a:lnTo>
                  <a:lnTo>
                    <a:pt x="4873" y="6865"/>
                  </a:lnTo>
                  <a:cubicBezTo>
                    <a:pt x="4873" y="7075"/>
                    <a:pt x="5025" y="7260"/>
                    <a:pt x="5235" y="7286"/>
                  </a:cubicBezTo>
                  <a:cubicBezTo>
                    <a:pt x="5249" y="7287"/>
                    <a:pt x="5262" y="7288"/>
                    <a:pt x="5275" y="7288"/>
                  </a:cubicBezTo>
                  <a:cubicBezTo>
                    <a:pt x="5503" y="7288"/>
                    <a:pt x="5681" y="7107"/>
                    <a:pt x="5681" y="6876"/>
                  </a:cubicBezTo>
                  <a:lnTo>
                    <a:pt x="5681" y="6419"/>
                  </a:lnTo>
                  <a:cubicBezTo>
                    <a:pt x="5715" y="6408"/>
                    <a:pt x="5737" y="6385"/>
                    <a:pt x="5774" y="6360"/>
                  </a:cubicBezTo>
                  <a:lnTo>
                    <a:pt x="6369" y="5754"/>
                  </a:lnTo>
                  <a:cubicBezTo>
                    <a:pt x="6405" y="5718"/>
                    <a:pt x="6416" y="5695"/>
                    <a:pt x="6439" y="5659"/>
                  </a:cubicBezTo>
                  <a:lnTo>
                    <a:pt x="6885" y="5659"/>
                  </a:lnTo>
                  <a:cubicBezTo>
                    <a:pt x="7095" y="5659"/>
                    <a:pt x="7280" y="5507"/>
                    <a:pt x="7306" y="5308"/>
                  </a:cubicBezTo>
                  <a:cubicBezTo>
                    <a:pt x="7328" y="5064"/>
                    <a:pt x="7140" y="4854"/>
                    <a:pt x="6896" y="4854"/>
                  </a:cubicBezTo>
                  <a:lnTo>
                    <a:pt x="6498" y="4854"/>
                  </a:lnTo>
                  <a:lnTo>
                    <a:pt x="6498" y="4046"/>
                  </a:lnTo>
                  <a:lnTo>
                    <a:pt x="6885" y="4046"/>
                  </a:lnTo>
                  <a:cubicBezTo>
                    <a:pt x="7095" y="4046"/>
                    <a:pt x="7280" y="3894"/>
                    <a:pt x="7306" y="3684"/>
                  </a:cubicBezTo>
                  <a:cubicBezTo>
                    <a:pt x="7328" y="3451"/>
                    <a:pt x="7140" y="3240"/>
                    <a:pt x="6896" y="3240"/>
                  </a:cubicBezTo>
                  <a:lnTo>
                    <a:pt x="6498" y="3240"/>
                  </a:lnTo>
                  <a:lnTo>
                    <a:pt x="6498" y="2433"/>
                  </a:lnTo>
                  <a:lnTo>
                    <a:pt x="6896" y="2433"/>
                  </a:lnTo>
                  <a:cubicBezTo>
                    <a:pt x="7140" y="2433"/>
                    <a:pt x="7328" y="2222"/>
                    <a:pt x="7306" y="1978"/>
                  </a:cubicBezTo>
                  <a:cubicBezTo>
                    <a:pt x="7280" y="1779"/>
                    <a:pt x="7095" y="1616"/>
                    <a:pt x="6885" y="1616"/>
                  </a:cubicBezTo>
                  <a:lnTo>
                    <a:pt x="6439" y="1616"/>
                  </a:lnTo>
                  <a:cubicBezTo>
                    <a:pt x="6416" y="1591"/>
                    <a:pt x="6405" y="1557"/>
                    <a:pt x="6369" y="1535"/>
                  </a:cubicBezTo>
                  <a:lnTo>
                    <a:pt x="5774" y="926"/>
                  </a:lnTo>
                  <a:cubicBezTo>
                    <a:pt x="5737" y="904"/>
                    <a:pt x="5715" y="878"/>
                    <a:pt x="5681" y="867"/>
                  </a:cubicBezTo>
                  <a:lnTo>
                    <a:pt x="5681" y="424"/>
                  </a:lnTo>
                  <a:cubicBezTo>
                    <a:pt x="5681" y="214"/>
                    <a:pt x="5527" y="26"/>
                    <a:pt x="5331" y="3"/>
                  </a:cubicBezTo>
                  <a:cubicBezTo>
                    <a:pt x="5316" y="2"/>
                    <a:pt x="5301" y="1"/>
                    <a:pt x="5286" y="1"/>
                  </a:cubicBezTo>
                  <a:cubicBezTo>
                    <a:pt x="5059" y="1"/>
                    <a:pt x="4873" y="181"/>
                    <a:pt x="4873" y="413"/>
                  </a:cubicBezTo>
                  <a:lnTo>
                    <a:pt x="4873" y="808"/>
                  </a:lnTo>
                  <a:lnTo>
                    <a:pt x="4068" y="808"/>
                  </a:lnTo>
                  <a:lnTo>
                    <a:pt x="4068" y="424"/>
                  </a:lnTo>
                  <a:cubicBezTo>
                    <a:pt x="4068" y="214"/>
                    <a:pt x="3914" y="26"/>
                    <a:pt x="3704" y="3"/>
                  </a:cubicBezTo>
                  <a:cubicBezTo>
                    <a:pt x="3689" y="2"/>
                    <a:pt x="3674" y="1"/>
                    <a:pt x="3660" y="1"/>
                  </a:cubicBezTo>
                  <a:cubicBezTo>
                    <a:pt x="3436" y="1"/>
                    <a:pt x="3260" y="181"/>
                    <a:pt x="3260" y="413"/>
                  </a:cubicBezTo>
                  <a:lnTo>
                    <a:pt x="3260" y="808"/>
                  </a:lnTo>
                  <a:lnTo>
                    <a:pt x="2455" y="808"/>
                  </a:lnTo>
                  <a:lnTo>
                    <a:pt x="2455" y="424"/>
                  </a:lnTo>
                  <a:cubicBezTo>
                    <a:pt x="2455" y="214"/>
                    <a:pt x="2301" y="26"/>
                    <a:pt x="2090" y="3"/>
                  </a:cubicBezTo>
                  <a:cubicBezTo>
                    <a:pt x="2076" y="2"/>
                    <a:pt x="2061" y="1"/>
                    <a:pt x="20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 name="Google Shape;1460;p48">
              <a:extLst>
                <a:ext uri="{FF2B5EF4-FFF2-40B4-BE49-F238E27FC236}">
                  <a16:creationId xmlns:a16="http://schemas.microsoft.com/office/drawing/2014/main" id="{D4F27484-EFA8-83D8-E90F-7BCFE31CA586}"/>
                </a:ext>
              </a:extLst>
            </p:cNvPr>
            <p:cNvSpPr/>
            <p:nvPr/>
          </p:nvSpPr>
          <p:spPr>
            <a:xfrm>
              <a:off x="1126738" y="1653075"/>
              <a:ext cx="60750" cy="60825"/>
            </a:xfrm>
            <a:custGeom>
              <a:avLst/>
              <a:gdLst/>
              <a:ahLst/>
              <a:cxnLst/>
              <a:rect l="l" t="t" r="r" b="b"/>
              <a:pathLst>
                <a:path w="2430" h="2433" extrusionOk="0">
                  <a:moveTo>
                    <a:pt x="1215" y="820"/>
                  </a:moveTo>
                  <a:cubicBezTo>
                    <a:pt x="1437" y="820"/>
                    <a:pt x="1624" y="996"/>
                    <a:pt x="1624" y="1218"/>
                  </a:cubicBezTo>
                  <a:cubicBezTo>
                    <a:pt x="1624" y="1440"/>
                    <a:pt x="1437" y="1628"/>
                    <a:pt x="1215" y="1628"/>
                  </a:cubicBezTo>
                  <a:cubicBezTo>
                    <a:pt x="993" y="1628"/>
                    <a:pt x="817" y="1440"/>
                    <a:pt x="817" y="1218"/>
                  </a:cubicBezTo>
                  <a:cubicBezTo>
                    <a:pt x="817" y="996"/>
                    <a:pt x="993" y="820"/>
                    <a:pt x="1215" y="820"/>
                  </a:cubicBezTo>
                  <a:close/>
                  <a:moveTo>
                    <a:pt x="1215" y="1"/>
                  </a:moveTo>
                  <a:cubicBezTo>
                    <a:pt x="547" y="1"/>
                    <a:pt x="0" y="550"/>
                    <a:pt x="0" y="1218"/>
                  </a:cubicBezTo>
                  <a:cubicBezTo>
                    <a:pt x="0" y="1883"/>
                    <a:pt x="547" y="2433"/>
                    <a:pt x="1215" y="2433"/>
                  </a:cubicBezTo>
                  <a:cubicBezTo>
                    <a:pt x="1880" y="2433"/>
                    <a:pt x="2430" y="1883"/>
                    <a:pt x="2430" y="1218"/>
                  </a:cubicBezTo>
                  <a:cubicBezTo>
                    <a:pt x="2430" y="550"/>
                    <a:pt x="1880" y="1"/>
                    <a:pt x="12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15" name="Google Shape;1447;p48">
            <a:extLst>
              <a:ext uri="{FF2B5EF4-FFF2-40B4-BE49-F238E27FC236}">
                <a16:creationId xmlns:a16="http://schemas.microsoft.com/office/drawing/2014/main" id="{07A6CAAC-CC43-A3CB-F890-29D5AD7CA295}"/>
              </a:ext>
            </a:extLst>
          </p:cNvPr>
          <p:cNvGrpSpPr/>
          <p:nvPr/>
        </p:nvGrpSpPr>
        <p:grpSpPr>
          <a:xfrm>
            <a:off x="982670" y="1533832"/>
            <a:ext cx="345150" cy="345075"/>
            <a:chOff x="3269563" y="2118050"/>
            <a:chExt cx="345150" cy="345075"/>
          </a:xfrm>
        </p:grpSpPr>
        <p:sp>
          <p:nvSpPr>
            <p:cNvPr id="16" name="Google Shape;1448;p48">
              <a:extLst>
                <a:ext uri="{FF2B5EF4-FFF2-40B4-BE49-F238E27FC236}">
                  <a16:creationId xmlns:a16="http://schemas.microsoft.com/office/drawing/2014/main" id="{04351DAF-B81E-7AF1-1508-AB7916A4F335}"/>
                </a:ext>
              </a:extLst>
            </p:cNvPr>
            <p:cNvSpPr/>
            <p:nvPr/>
          </p:nvSpPr>
          <p:spPr>
            <a:xfrm>
              <a:off x="3324213" y="2118050"/>
              <a:ext cx="235800" cy="345075"/>
            </a:xfrm>
            <a:custGeom>
              <a:avLst/>
              <a:gdLst/>
              <a:ahLst/>
              <a:cxnLst/>
              <a:rect l="l" t="t" r="r" b="b"/>
              <a:pathLst>
                <a:path w="9432" h="13803" extrusionOk="0">
                  <a:moveTo>
                    <a:pt x="4710" y="806"/>
                  </a:moveTo>
                  <a:cubicBezTo>
                    <a:pt x="6873" y="806"/>
                    <a:pt x="8627" y="2559"/>
                    <a:pt x="8627" y="4711"/>
                  </a:cubicBezTo>
                  <a:cubicBezTo>
                    <a:pt x="8627" y="5833"/>
                    <a:pt x="8147" y="6896"/>
                    <a:pt x="7305" y="7631"/>
                  </a:cubicBezTo>
                  <a:cubicBezTo>
                    <a:pt x="6697" y="8170"/>
                    <a:pt x="6324" y="8908"/>
                    <a:pt x="6220" y="9701"/>
                  </a:cubicBezTo>
                  <a:lnTo>
                    <a:pt x="3204" y="9701"/>
                  </a:lnTo>
                  <a:cubicBezTo>
                    <a:pt x="3109" y="8908"/>
                    <a:pt x="2724" y="8170"/>
                    <a:pt x="2127" y="7631"/>
                  </a:cubicBezTo>
                  <a:cubicBezTo>
                    <a:pt x="1285" y="6896"/>
                    <a:pt x="805" y="5833"/>
                    <a:pt x="805" y="4711"/>
                  </a:cubicBezTo>
                  <a:cubicBezTo>
                    <a:pt x="805" y="2559"/>
                    <a:pt x="2559" y="806"/>
                    <a:pt x="4710" y="806"/>
                  </a:cubicBezTo>
                  <a:close/>
                  <a:moveTo>
                    <a:pt x="6194" y="10507"/>
                  </a:moveTo>
                  <a:lnTo>
                    <a:pt x="6194" y="11244"/>
                  </a:lnTo>
                  <a:cubicBezTo>
                    <a:pt x="6194" y="11315"/>
                    <a:pt x="6136" y="11373"/>
                    <a:pt x="6065" y="11373"/>
                  </a:cubicBezTo>
                  <a:lnTo>
                    <a:pt x="3367" y="11373"/>
                  </a:lnTo>
                  <a:cubicBezTo>
                    <a:pt x="3297" y="11373"/>
                    <a:pt x="3226" y="11315"/>
                    <a:pt x="3226" y="11244"/>
                  </a:cubicBezTo>
                  <a:lnTo>
                    <a:pt x="3226" y="10507"/>
                  </a:lnTo>
                  <a:close/>
                  <a:moveTo>
                    <a:pt x="5659" y="12179"/>
                  </a:moveTo>
                  <a:lnTo>
                    <a:pt x="5659" y="12588"/>
                  </a:lnTo>
                  <a:cubicBezTo>
                    <a:pt x="5659" y="12810"/>
                    <a:pt x="5471" y="12987"/>
                    <a:pt x="5249" y="12987"/>
                  </a:cubicBezTo>
                  <a:lnTo>
                    <a:pt x="4172" y="12987"/>
                  </a:lnTo>
                  <a:cubicBezTo>
                    <a:pt x="3950" y="12987"/>
                    <a:pt x="3776" y="12810"/>
                    <a:pt x="3776" y="12588"/>
                  </a:cubicBezTo>
                  <a:lnTo>
                    <a:pt x="3776" y="12179"/>
                  </a:lnTo>
                  <a:close/>
                  <a:moveTo>
                    <a:pt x="4710" y="1"/>
                  </a:moveTo>
                  <a:cubicBezTo>
                    <a:pt x="2116" y="1"/>
                    <a:pt x="0" y="2116"/>
                    <a:pt x="0" y="4711"/>
                  </a:cubicBezTo>
                  <a:cubicBezTo>
                    <a:pt x="0" y="6066"/>
                    <a:pt x="573" y="7351"/>
                    <a:pt x="1591" y="8240"/>
                  </a:cubicBezTo>
                  <a:cubicBezTo>
                    <a:pt x="2116" y="8708"/>
                    <a:pt x="2418" y="9399"/>
                    <a:pt x="2418" y="10111"/>
                  </a:cubicBezTo>
                  <a:lnTo>
                    <a:pt x="2418" y="11244"/>
                  </a:lnTo>
                  <a:cubicBezTo>
                    <a:pt x="2418" y="11618"/>
                    <a:pt x="2643" y="11935"/>
                    <a:pt x="2957" y="12086"/>
                  </a:cubicBezTo>
                  <a:lnTo>
                    <a:pt x="2957" y="12588"/>
                  </a:lnTo>
                  <a:cubicBezTo>
                    <a:pt x="2957" y="13256"/>
                    <a:pt x="3507" y="13803"/>
                    <a:pt x="4172" y="13803"/>
                  </a:cubicBezTo>
                  <a:lnTo>
                    <a:pt x="5249" y="13803"/>
                  </a:lnTo>
                  <a:cubicBezTo>
                    <a:pt x="5925" y="13803"/>
                    <a:pt x="6464" y="13256"/>
                    <a:pt x="6464" y="12588"/>
                  </a:cubicBezTo>
                  <a:lnTo>
                    <a:pt x="6464" y="12086"/>
                  </a:lnTo>
                  <a:cubicBezTo>
                    <a:pt x="6781" y="11935"/>
                    <a:pt x="7002" y="11618"/>
                    <a:pt x="7002" y="11244"/>
                  </a:cubicBezTo>
                  <a:lnTo>
                    <a:pt x="7002" y="10111"/>
                  </a:lnTo>
                  <a:cubicBezTo>
                    <a:pt x="7002" y="9399"/>
                    <a:pt x="7305" y="8708"/>
                    <a:pt x="7844" y="8240"/>
                  </a:cubicBezTo>
                  <a:cubicBezTo>
                    <a:pt x="8848" y="7351"/>
                    <a:pt x="9432" y="6066"/>
                    <a:pt x="9432" y="4711"/>
                  </a:cubicBezTo>
                  <a:cubicBezTo>
                    <a:pt x="9432" y="2116"/>
                    <a:pt x="7317" y="1"/>
                    <a:pt x="47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7" name="Google Shape;1449;p48">
              <a:extLst>
                <a:ext uri="{FF2B5EF4-FFF2-40B4-BE49-F238E27FC236}">
                  <a16:creationId xmlns:a16="http://schemas.microsoft.com/office/drawing/2014/main" id="{3495E405-416C-51CC-A5FC-EA854DCCF71C}"/>
                </a:ext>
              </a:extLst>
            </p:cNvPr>
            <p:cNvSpPr/>
            <p:nvPr/>
          </p:nvSpPr>
          <p:spPr>
            <a:xfrm>
              <a:off x="3574013" y="2225850"/>
              <a:ext cx="40700" cy="20225"/>
            </a:xfrm>
            <a:custGeom>
              <a:avLst/>
              <a:gdLst/>
              <a:ahLst/>
              <a:cxnLst/>
              <a:rect l="l" t="t" r="r" b="b"/>
              <a:pathLst>
                <a:path w="1628" h="809" extrusionOk="0">
                  <a:moveTo>
                    <a:pt x="410" y="0"/>
                  </a:moveTo>
                  <a:cubicBezTo>
                    <a:pt x="189" y="0"/>
                    <a:pt x="1" y="177"/>
                    <a:pt x="1" y="399"/>
                  </a:cubicBezTo>
                  <a:cubicBezTo>
                    <a:pt x="1" y="620"/>
                    <a:pt x="189" y="808"/>
                    <a:pt x="410" y="808"/>
                  </a:cubicBezTo>
                  <a:lnTo>
                    <a:pt x="1218" y="808"/>
                  </a:lnTo>
                  <a:cubicBezTo>
                    <a:pt x="1440" y="808"/>
                    <a:pt x="1628" y="620"/>
                    <a:pt x="1628" y="399"/>
                  </a:cubicBezTo>
                  <a:cubicBezTo>
                    <a:pt x="1628" y="177"/>
                    <a:pt x="1440" y="0"/>
                    <a:pt x="12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8" name="Google Shape;1450;p48">
              <a:extLst>
                <a:ext uri="{FF2B5EF4-FFF2-40B4-BE49-F238E27FC236}">
                  <a16:creationId xmlns:a16="http://schemas.microsoft.com/office/drawing/2014/main" id="{F78E51DA-B837-8926-FA01-5EC8E1561038}"/>
                </a:ext>
              </a:extLst>
            </p:cNvPr>
            <p:cNvSpPr/>
            <p:nvPr/>
          </p:nvSpPr>
          <p:spPr>
            <a:xfrm>
              <a:off x="3565888" y="2158375"/>
              <a:ext cx="40625" cy="30375"/>
            </a:xfrm>
            <a:custGeom>
              <a:avLst/>
              <a:gdLst/>
              <a:ahLst/>
              <a:cxnLst/>
              <a:rect l="l" t="t" r="r" b="b"/>
              <a:pathLst>
                <a:path w="1625" h="1215" extrusionOk="0">
                  <a:moveTo>
                    <a:pt x="1168" y="1"/>
                  </a:moveTo>
                  <a:cubicBezTo>
                    <a:pt x="1101" y="1"/>
                    <a:pt x="1032" y="19"/>
                    <a:pt x="971" y="57"/>
                  </a:cubicBezTo>
                  <a:lnTo>
                    <a:pt x="270" y="455"/>
                  </a:lnTo>
                  <a:cubicBezTo>
                    <a:pt x="71" y="573"/>
                    <a:pt x="0" y="817"/>
                    <a:pt x="115" y="1016"/>
                  </a:cubicBezTo>
                  <a:cubicBezTo>
                    <a:pt x="186" y="1141"/>
                    <a:pt x="325" y="1214"/>
                    <a:pt x="464" y="1214"/>
                  </a:cubicBezTo>
                  <a:cubicBezTo>
                    <a:pt x="533" y="1214"/>
                    <a:pt x="603" y="1196"/>
                    <a:pt x="665" y="1157"/>
                  </a:cubicBezTo>
                  <a:lnTo>
                    <a:pt x="1367" y="758"/>
                  </a:lnTo>
                  <a:cubicBezTo>
                    <a:pt x="1566" y="643"/>
                    <a:pt x="1625" y="396"/>
                    <a:pt x="1518" y="197"/>
                  </a:cubicBezTo>
                  <a:cubicBezTo>
                    <a:pt x="1441" y="73"/>
                    <a:pt x="1305" y="1"/>
                    <a:pt x="11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9" name="Google Shape;1451;p48">
              <a:extLst>
                <a:ext uri="{FF2B5EF4-FFF2-40B4-BE49-F238E27FC236}">
                  <a16:creationId xmlns:a16="http://schemas.microsoft.com/office/drawing/2014/main" id="{9B21A68B-B0AA-EAE2-DDAA-4BCF235F111F}"/>
                </a:ext>
              </a:extLst>
            </p:cNvPr>
            <p:cNvSpPr/>
            <p:nvPr/>
          </p:nvSpPr>
          <p:spPr>
            <a:xfrm>
              <a:off x="3565888" y="2283075"/>
              <a:ext cx="40625" cy="30425"/>
            </a:xfrm>
            <a:custGeom>
              <a:avLst/>
              <a:gdLst/>
              <a:ahLst/>
              <a:cxnLst/>
              <a:rect l="l" t="t" r="r" b="b"/>
              <a:pathLst>
                <a:path w="1625" h="1217" extrusionOk="0">
                  <a:moveTo>
                    <a:pt x="476" y="0"/>
                  </a:moveTo>
                  <a:cubicBezTo>
                    <a:pt x="333" y="0"/>
                    <a:pt x="189" y="74"/>
                    <a:pt x="115" y="203"/>
                  </a:cubicBezTo>
                  <a:cubicBezTo>
                    <a:pt x="0" y="399"/>
                    <a:pt x="71" y="646"/>
                    <a:pt x="270" y="750"/>
                  </a:cubicBezTo>
                  <a:lnTo>
                    <a:pt x="971" y="1159"/>
                  </a:lnTo>
                  <a:cubicBezTo>
                    <a:pt x="1032" y="1198"/>
                    <a:pt x="1100" y="1217"/>
                    <a:pt x="1168" y="1217"/>
                  </a:cubicBezTo>
                  <a:cubicBezTo>
                    <a:pt x="1305" y="1217"/>
                    <a:pt x="1441" y="1141"/>
                    <a:pt x="1518" y="1008"/>
                  </a:cubicBezTo>
                  <a:cubicBezTo>
                    <a:pt x="1625" y="820"/>
                    <a:pt x="1566" y="576"/>
                    <a:pt x="1367" y="458"/>
                  </a:cubicBezTo>
                  <a:lnTo>
                    <a:pt x="665" y="48"/>
                  </a:lnTo>
                  <a:cubicBezTo>
                    <a:pt x="607" y="16"/>
                    <a:pt x="542" y="0"/>
                    <a:pt x="4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0" name="Google Shape;1452;p48">
              <a:extLst>
                <a:ext uri="{FF2B5EF4-FFF2-40B4-BE49-F238E27FC236}">
                  <a16:creationId xmlns:a16="http://schemas.microsoft.com/office/drawing/2014/main" id="{098EA6B3-629F-4A04-E0DA-D34CAE2EE66F}"/>
                </a:ext>
              </a:extLst>
            </p:cNvPr>
            <p:cNvSpPr/>
            <p:nvPr/>
          </p:nvSpPr>
          <p:spPr>
            <a:xfrm>
              <a:off x="3269563" y="2225850"/>
              <a:ext cx="40375" cy="20225"/>
            </a:xfrm>
            <a:custGeom>
              <a:avLst/>
              <a:gdLst/>
              <a:ahLst/>
              <a:cxnLst/>
              <a:rect l="l" t="t" r="r" b="b"/>
              <a:pathLst>
                <a:path w="1615" h="809" extrusionOk="0">
                  <a:moveTo>
                    <a:pt x="397" y="0"/>
                  </a:moveTo>
                  <a:cubicBezTo>
                    <a:pt x="175" y="0"/>
                    <a:pt x="1" y="177"/>
                    <a:pt x="1" y="399"/>
                  </a:cubicBezTo>
                  <a:cubicBezTo>
                    <a:pt x="1" y="620"/>
                    <a:pt x="175" y="808"/>
                    <a:pt x="397" y="808"/>
                  </a:cubicBezTo>
                  <a:lnTo>
                    <a:pt x="1216" y="808"/>
                  </a:lnTo>
                  <a:cubicBezTo>
                    <a:pt x="1437" y="808"/>
                    <a:pt x="1614" y="620"/>
                    <a:pt x="1614" y="399"/>
                  </a:cubicBezTo>
                  <a:cubicBezTo>
                    <a:pt x="1614" y="177"/>
                    <a:pt x="1437" y="0"/>
                    <a:pt x="12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5" name="Google Shape;1453;p48">
              <a:extLst>
                <a:ext uri="{FF2B5EF4-FFF2-40B4-BE49-F238E27FC236}">
                  <a16:creationId xmlns:a16="http://schemas.microsoft.com/office/drawing/2014/main" id="{433E8199-B44C-4B27-0C20-D5C554D400A2}"/>
                </a:ext>
              </a:extLst>
            </p:cNvPr>
            <p:cNvSpPr/>
            <p:nvPr/>
          </p:nvSpPr>
          <p:spPr>
            <a:xfrm>
              <a:off x="3277438" y="2158375"/>
              <a:ext cx="40625" cy="30375"/>
            </a:xfrm>
            <a:custGeom>
              <a:avLst/>
              <a:gdLst/>
              <a:ahLst/>
              <a:cxnLst/>
              <a:rect l="l" t="t" r="r" b="b"/>
              <a:pathLst>
                <a:path w="1625" h="1215" extrusionOk="0">
                  <a:moveTo>
                    <a:pt x="461" y="1"/>
                  </a:moveTo>
                  <a:cubicBezTo>
                    <a:pt x="321" y="1"/>
                    <a:pt x="187" y="73"/>
                    <a:pt x="118" y="197"/>
                  </a:cubicBezTo>
                  <a:cubicBezTo>
                    <a:pt x="0" y="396"/>
                    <a:pt x="70" y="643"/>
                    <a:pt x="258" y="758"/>
                  </a:cubicBezTo>
                  <a:lnTo>
                    <a:pt x="960" y="1157"/>
                  </a:lnTo>
                  <a:cubicBezTo>
                    <a:pt x="1026" y="1196"/>
                    <a:pt x="1098" y="1214"/>
                    <a:pt x="1168" y="1214"/>
                  </a:cubicBezTo>
                  <a:cubicBezTo>
                    <a:pt x="1308" y="1214"/>
                    <a:pt x="1442" y="1141"/>
                    <a:pt x="1521" y="1016"/>
                  </a:cubicBezTo>
                  <a:cubicBezTo>
                    <a:pt x="1624" y="817"/>
                    <a:pt x="1554" y="573"/>
                    <a:pt x="1369" y="455"/>
                  </a:cubicBezTo>
                  <a:lnTo>
                    <a:pt x="668" y="57"/>
                  </a:lnTo>
                  <a:cubicBezTo>
                    <a:pt x="602" y="19"/>
                    <a:pt x="531" y="1"/>
                    <a:pt x="46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6" name="Google Shape;1454;p48">
              <a:extLst>
                <a:ext uri="{FF2B5EF4-FFF2-40B4-BE49-F238E27FC236}">
                  <a16:creationId xmlns:a16="http://schemas.microsoft.com/office/drawing/2014/main" id="{60CEF342-FA5B-9610-5AA6-1946F010B6EF}"/>
                </a:ext>
              </a:extLst>
            </p:cNvPr>
            <p:cNvSpPr/>
            <p:nvPr/>
          </p:nvSpPr>
          <p:spPr>
            <a:xfrm>
              <a:off x="3277438" y="2283075"/>
              <a:ext cx="40625" cy="30425"/>
            </a:xfrm>
            <a:custGeom>
              <a:avLst/>
              <a:gdLst/>
              <a:ahLst/>
              <a:cxnLst/>
              <a:rect l="l" t="t" r="r" b="b"/>
              <a:pathLst>
                <a:path w="1625" h="1217" extrusionOk="0">
                  <a:moveTo>
                    <a:pt x="1155" y="0"/>
                  </a:moveTo>
                  <a:cubicBezTo>
                    <a:pt x="1089" y="0"/>
                    <a:pt x="1022" y="16"/>
                    <a:pt x="960" y="48"/>
                  </a:cubicBezTo>
                  <a:lnTo>
                    <a:pt x="258" y="458"/>
                  </a:lnTo>
                  <a:cubicBezTo>
                    <a:pt x="70" y="576"/>
                    <a:pt x="0" y="820"/>
                    <a:pt x="118" y="1008"/>
                  </a:cubicBezTo>
                  <a:cubicBezTo>
                    <a:pt x="187" y="1141"/>
                    <a:pt x="321" y="1217"/>
                    <a:pt x="462" y="1217"/>
                  </a:cubicBezTo>
                  <a:cubicBezTo>
                    <a:pt x="531" y="1217"/>
                    <a:pt x="602" y="1198"/>
                    <a:pt x="668" y="1159"/>
                  </a:cubicBezTo>
                  <a:lnTo>
                    <a:pt x="1369" y="750"/>
                  </a:lnTo>
                  <a:cubicBezTo>
                    <a:pt x="1554" y="646"/>
                    <a:pt x="1624" y="399"/>
                    <a:pt x="1521" y="203"/>
                  </a:cubicBezTo>
                  <a:cubicBezTo>
                    <a:pt x="1440" y="74"/>
                    <a:pt x="1300" y="0"/>
                    <a:pt x="11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7" name="Google Shape;1455;p48">
              <a:extLst>
                <a:ext uri="{FF2B5EF4-FFF2-40B4-BE49-F238E27FC236}">
                  <a16:creationId xmlns:a16="http://schemas.microsoft.com/office/drawing/2014/main" id="{FE5CE5DB-0039-51EB-9A7E-9B9431B29AF7}"/>
                </a:ext>
              </a:extLst>
            </p:cNvPr>
            <p:cNvSpPr/>
            <p:nvPr/>
          </p:nvSpPr>
          <p:spPr>
            <a:xfrm>
              <a:off x="3363613" y="2158375"/>
              <a:ext cx="156700" cy="155175"/>
            </a:xfrm>
            <a:custGeom>
              <a:avLst/>
              <a:gdLst/>
              <a:ahLst/>
              <a:cxnLst/>
              <a:rect l="l" t="t" r="r" b="b"/>
              <a:pathLst>
                <a:path w="6268" h="6207" extrusionOk="0">
                  <a:moveTo>
                    <a:pt x="3426" y="806"/>
                  </a:moveTo>
                  <a:lnTo>
                    <a:pt x="3437" y="1086"/>
                  </a:lnTo>
                  <a:cubicBezTo>
                    <a:pt x="3451" y="1249"/>
                    <a:pt x="3555" y="1389"/>
                    <a:pt x="3707" y="1448"/>
                  </a:cubicBezTo>
                  <a:cubicBezTo>
                    <a:pt x="3917" y="1518"/>
                    <a:pt x="4116" y="1636"/>
                    <a:pt x="4279" y="1777"/>
                  </a:cubicBezTo>
                  <a:cubicBezTo>
                    <a:pt x="4359" y="1841"/>
                    <a:pt x="4457" y="1875"/>
                    <a:pt x="4556" y="1875"/>
                  </a:cubicBezTo>
                  <a:cubicBezTo>
                    <a:pt x="4617" y="1875"/>
                    <a:pt x="4679" y="1862"/>
                    <a:pt x="4736" y="1835"/>
                  </a:cubicBezTo>
                  <a:lnTo>
                    <a:pt x="4980" y="1706"/>
                  </a:lnTo>
                  <a:lnTo>
                    <a:pt x="5261" y="2209"/>
                  </a:lnTo>
                  <a:lnTo>
                    <a:pt x="5039" y="2360"/>
                  </a:lnTo>
                  <a:cubicBezTo>
                    <a:pt x="4899" y="2441"/>
                    <a:pt x="4829" y="2607"/>
                    <a:pt x="4854" y="2770"/>
                  </a:cubicBezTo>
                  <a:cubicBezTo>
                    <a:pt x="4877" y="2887"/>
                    <a:pt x="4888" y="2991"/>
                    <a:pt x="4888" y="3098"/>
                  </a:cubicBezTo>
                  <a:cubicBezTo>
                    <a:pt x="4888" y="3202"/>
                    <a:pt x="4877" y="3319"/>
                    <a:pt x="4854" y="3437"/>
                  </a:cubicBezTo>
                  <a:cubicBezTo>
                    <a:pt x="4829" y="3589"/>
                    <a:pt x="4899" y="3763"/>
                    <a:pt x="5039" y="3844"/>
                  </a:cubicBezTo>
                  <a:lnTo>
                    <a:pt x="5261" y="3998"/>
                  </a:lnTo>
                  <a:lnTo>
                    <a:pt x="4980" y="4500"/>
                  </a:lnTo>
                  <a:lnTo>
                    <a:pt x="4736" y="4371"/>
                  </a:lnTo>
                  <a:cubicBezTo>
                    <a:pt x="4675" y="4343"/>
                    <a:pt x="4609" y="4328"/>
                    <a:pt x="4544" y="4328"/>
                  </a:cubicBezTo>
                  <a:cubicBezTo>
                    <a:pt x="4449" y="4328"/>
                    <a:pt x="4356" y="4360"/>
                    <a:pt x="4279" y="4430"/>
                  </a:cubicBezTo>
                  <a:cubicBezTo>
                    <a:pt x="4116" y="4571"/>
                    <a:pt x="3917" y="4686"/>
                    <a:pt x="3707" y="4756"/>
                  </a:cubicBezTo>
                  <a:cubicBezTo>
                    <a:pt x="3555" y="4803"/>
                    <a:pt x="3451" y="4955"/>
                    <a:pt x="3437" y="5120"/>
                  </a:cubicBezTo>
                  <a:lnTo>
                    <a:pt x="3426" y="5387"/>
                  </a:lnTo>
                  <a:lnTo>
                    <a:pt x="2854" y="5387"/>
                  </a:lnTo>
                  <a:lnTo>
                    <a:pt x="2831" y="5120"/>
                  </a:lnTo>
                  <a:cubicBezTo>
                    <a:pt x="2831" y="4955"/>
                    <a:pt x="2714" y="4803"/>
                    <a:pt x="2562" y="4756"/>
                  </a:cubicBezTo>
                  <a:cubicBezTo>
                    <a:pt x="2352" y="4686"/>
                    <a:pt x="2164" y="4571"/>
                    <a:pt x="1990" y="4430"/>
                  </a:cubicBezTo>
                  <a:cubicBezTo>
                    <a:pt x="1920" y="4360"/>
                    <a:pt x="1825" y="4328"/>
                    <a:pt x="1730" y="4328"/>
                  </a:cubicBezTo>
                  <a:cubicBezTo>
                    <a:pt x="1665" y="4328"/>
                    <a:pt x="1601" y="4343"/>
                    <a:pt x="1544" y="4371"/>
                  </a:cubicBezTo>
                  <a:lnTo>
                    <a:pt x="1300" y="4500"/>
                  </a:lnTo>
                  <a:lnTo>
                    <a:pt x="1008" y="3998"/>
                  </a:lnTo>
                  <a:lnTo>
                    <a:pt x="1241" y="3844"/>
                  </a:lnTo>
                  <a:cubicBezTo>
                    <a:pt x="1381" y="3763"/>
                    <a:pt x="1451" y="3589"/>
                    <a:pt x="1418" y="3437"/>
                  </a:cubicBezTo>
                  <a:cubicBezTo>
                    <a:pt x="1392" y="3319"/>
                    <a:pt x="1381" y="3202"/>
                    <a:pt x="1381" y="3098"/>
                  </a:cubicBezTo>
                  <a:cubicBezTo>
                    <a:pt x="1381" y="2991"/>
                    <a:pt x="1392" y="2887"/>
                    <a:pt x="1418" y="2770"/>
                  </a:cubicBezTo>
                  <a:cubicBezTo>
                    <a:pt x="1451" y="2607"/>
                    <a:pt x="1381" y="2441"/>
                    <a:pt x="1241" y="2360"/>
                  </a:cubicBezTo>
                  <a:lnTo>
                    <a:pt x="1008" y="2209"/>
                  </a:lnTo>
                  <a:lnTo>
                    <a:pt x="1300" y="1706"/>
                  </a:lnTo>
                  <a:lnTo>
                    <a:pt x="1544" y="1835"/>
                  </a:lnTo>
                  <a:cubicBezTo>
                    <a:pt x="1597" y="1862"/>
                    <a:pt x="1657" y="1875"/>
                    <a:pt x="1718" y="1875"/>
                  </a:cubicBezTo>
                  <a:cubicBezTo>
                    <a:pt x="1817" y="1875"/>
                    <a:pt x="1917" y="1841"/>
                    <a:pt x="1990" y="1777"/>
                  </a:cubicBezTo>
                  <a:cubicBezTo>
                    <a:pt x="2164" y="1636"/>
                    <a:pt x="2352" y="1518"/>
                    <a:pt x="2562" y="1448"/>
                  </a:cubicBezTo>
                  <a:cubicBezTo>
                    <a:pt x="2714" y="1389"/>
                    <a:pt x="2831" y="1249"/>
                    <a:pt x="2831" y="1086"/>
                  </a:cubicBezTo>
                  <a:lnTo>
                    <a:pt x="2854" y="806"/>
                  </a:lnTo>
                  <a:close/>
                  <a:moveTo>
                    <a:pt x="2470" y="1"/>
                  </a:moveTo>
                  <a:cubicBezTo>
                    <a:pt x="2245" y="1"/>
                    <a:pt x="2071" y="175"/>
                    <a:pt x="2060" y="385"/>
                  </a:cubicBezTo>
                  <a:lnTo>
                    <a:pt x="2035" y="795"/>
                  </a:lnTo>
                  <a:cubicBezTo>
                    <a:pt x="1920" y="854"/>
                    <a:pt x="1802" y="913"/>
                    <a:pt x="1684" y="994"/>
                  </a:cubicBezTo>
                  <a:lnTo>
                    <a:pt x="1322" y="806"/>
                  </a:lnTo>
                  <a:cubicBezTo>
                    <a:pt x="1267" y="778"/>
                    <a:pt x="1208" y="765"/>
                    <a:pt x="1148" y="765"/>
                  </a:cubicBezTo>
                  <a:cubicBezTo>
                    <a:pt x="1008" y="765"/>
                    <a:pt x="867" y="839"/>
                    <a:pt x="786" y="969"/>
                  </a:cubicBezTo>
                  <a:lnTo>
                    <a:pt x="119" y="2138"/>
                  </a:lnTo>
                  <a:cubicBezTo>
                    <a:pt x="1" y="2326"/>
                    <a:pt x="60" y="2559"/>
                    <a:pt x="248" y="2677"/>
                  </a:cubicBezTo>
                  <a:lnTo>
                    <a:pt x="587" y="2899"/>
                  </a:lnTo>
                  <a:cubicBezTo>
                    <a:pt x="576" y="2969"/>
                    <a:pt x="576" y="3039"/>
                    <a:pt x="576" y="3098"/>
                  </a:cubicBezTo>
                  <a:cubicBezTo>
                    <a:pt x="576" y="3168"/>
                    <a:pt x="576" y="3238"/>
                    <a:pt x="587" y="3308"/>
                  </a:cubicBezTo>
                  <a:lnTo>
                    <a:pt x="248" y="3530"/>
                  </a:lnTo>
                  <a:cubicBezTo>
                    <a:pt x="60" y="3648"/>
                    <a:pt x="1" y="3881"/>
                    <a:pt x="119" y="4068"/>
                  </a:cubicBezTo>
                  <a:lnTo>
                    <a:pt x="786" y="5235"/>
                  </a:lnTo>
                  <a:cubicBezTo>
                    <a:pt x="865" y="5364"/>
                    <a:pt x="999" y="5437"/>
                    <a:pt x="1135" y="5437"/>
                  </a:cubicBezTo>
                  <a:cubicBezTo>
                    <a:pt x="1199" y="5437"/>
                    <a:pt x="1263" y="5421"/>
                    <a:pt x="1322" y="5387"/>
                  </a:cubicBezTo>
                  <a:lnTo>
                    <a:pt x="1684" y="5213"/>
                  </a:lnTo>
                  <a:cubicBezTo>
                    <a:pt x="1802" y="5283"/>
                    <a:pt x="1920" y="5353"/>
                    <a:pt x="2035" y="5412"/>
                  </a:cubicBezTo>
                  <a:lnTo>
                    <a:pt x="2060" y="5822"/>
                  </a:lnTo>
                  <a:cubicBezTo>
                    <a:pt x="2071" y="6032"/>
                    <a:pt x="2245" y="6206"/>
                    <a:pt x="2470" y="6206"/>
                  </a:cubicBezTo>
                  <a:lnTo>
                    <a:pt x="3813" y="6206"/>
                  </a:lnTo>
                  <a:cubicBezTo>
                    <a:pt x="4024" y="6206"/>
                    <a:pt x="4209" y="6032"/>
                    <a:pt x="4209" y="5822"/>
                  </a:cubicBezTo>
                  <a:lnTo>
                    <a:pt x="4234" y="5412"/>
                  </a:lnTo>
                  <a:cubicBezTo>
                    <a:pt x="4363" y="5353"/>
                    <a:pt x="4478" y="5283"/>
                    <a:pt x="4596" y="5213"/>
                  </a:cubicBezTo>
                  <a:lnTo>
                    <a:pt x="4947" y="5387"/>
                  </a:lnTo>
                  <a:cubicBezTo>
                    <a:pt x="5010" y="5421"/>
                    <a:pt x="5077" y="5437"/>
                    <a:pt x="5142" y="5437"/>
                  </a:cubicBezTo>
                  <a:cubicBezTo>
                    <a:pt x="5281" y="5437"/>
                    <a:pt x="5413" y="5364"/>
                    <a:pt x="5485" y="5235"/>
                  </a:cubicBezTo>
                  <a:lnTo>
                    <a:pt x="6161" y="4068"/>
                  </a:lnTo>
                  <a:cubicBezTo>
                    <a:pt x="6268" y="3881"/>
                    <a:pt x="6209" y="3648"/>
                    <a:pt x="6032" y="3530"/>
                  </a:cubicBezTo>
                  <a:lnTo>
                    <a:pt x="5696" y="3308"/>
                  </a:lnTo>
                  <a:lnTo>
                    <a:pt x="5696" y="3098"/>
                  </a:lnTo>
                  <a:lnTo>
                    <a:pt x="5696" y="2899"/>
                  </a:lnTo>
                  <a:lnTo>
                    <a:pt x="6032" y="2677"/>
                  </a:lnTo>
                  <a:cubicBezTo>
                    <a:pt x="6209" y="2559"/>
                    <a:pt x="6268" y="2326"/>
                    <a:pt x="6161" y="2138"/>
                  </a:cubicBezTo>
                  <a:lnTo>
                    <a:pt x="5485" y="969"/>
                  </a:lnTo>
                  <a:cubicBezTo>
                    <a:pt x="5410" y="839"/>
                    <a:pt x="5273" y="765"/>
                    <a:pt x="5129" y="765"/>
                  </a:cubicBezTo>
                  <a:cubicBezTo>
                    <a:pt x="5068" y="765"/>
                    <a:pt x="5006" y="778"/>
                    <a:pt x="4947" y="806"/>
                  </a:cubicBezTo>
                  <a:lnTo>
                    <a:pt x="4596" y="994"/>
                  </a:lnTo>
                  <a:cubicBezTo>
                    <a:pt x="4478" y="913"/>
                    <a:pt x="4363" y="854"/>
                    <a:pt x="4234" y="795"/>
                  </a:cubicBezTo>
                  <a:lnTo>
                    <a:pt x="4209" y="385"/>
                  </a:lnTo>
                  <a:cubicBezTo>
                    <a:pt x="4209" y="175"/>
                    <a:pt x="4024" y="1"/>
                    <a:pt x="3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9" name="Google Shape;1456;p48">
              <a:extLst>
                <a:ext uri="{FF2B5EF4-FFF2-40B4-BE49-F238E27FC236}">
                  <a16:creationId xmlns:a16="http://schemas.microsoft.com/office/drawing/2014/main" id="{53CC9414-60C7-CCEA-A9D7-FBC0E9D32E62}"/>
                </a:ext>
              </a:extLst>
            </p:cNvPr>
            <p:cNvSpPr/>
            <p:nvPr/>
          </p:nvSpPr>
          <p:spPr>
            <a:xfrm>
              <a:off x="3411588" y="2205725"/>
              <a:ext cx="60775" cy="60475"/>
            </a:xfrm>
            <a:custGeom>
              <a:avLst/>
              <a:gdLst/>
              <a:ahLst/>
              <a:cxnLst/>
              <a:rect l="l" t="t" r="r" b="b"/>
              <a:pathLst>
                <a:path w="2431" h="2419" extrusionOk="0">
                  <a:moveTo>
                    <a:pt x="1215" y="805"/>
                  </a:moveTo>
                  <a:cubicBezTo>
                    <a:pt x="1437" y="805"/>
                    <a:pt x="1625" y="982"/>
                    <a:pt x="1625" y="1204"/>
                  </a:cubicBezTo>
                  <a:cubicBezTo>
                    <a:pt x="1625" y="1425"/>
                    <a:pt x="1437" y="1613"/>
                    <a:pt x="1215" y="1613"/>
                  </a:cubicBezTo>
                  <a:cubicBezTo>
                    <a:pt x="994" y="1613"/>
                    <a:pt x="817" y="1425"/>
                    <a:pt x="817" y="1204"/>
                  </a:cubicBezTo>
                  <a:cubicBezTo>
                    <a:pt x="817" y="982"/>
                    <a:pt x="994" y="805"/>
                    <a:pt x="1215" y="805"/>
                  </a:cubicBezTo>
                  <a:close/>
                  <a:moveTo>
                    <a:pt x="1215" y="0"/>
                  </a:moveTo>
                  <a:cubicBezTo>
                    <a:pt x="551" y="0"/>
                    <a:pt x="1" y="536"/>
                    <a:pt x="1" y="1204"/>
                  </a:cubicBezTo>
                  <a:cubicBezTo>
                    <a:pt x="1" y="1880"/>
                    <a:pt x="551" y="2419"/>
                    <a:pt x="1215" y="2419"/>
                  </a:cubicBezTo>
                  <a:cubicBezTo>
                    <a:pt x="1883" y="2419"/>
                    <a:pt x="2430" y="1880"/>
                    <a:pt x="2430" y="1204"/>
                  </a:cubicBezTo>
                  <a:cubicBezTo>
                    <a:pt x="2430" y="536"/>
                    <a:pt x="1883" y="0"/>
                    <a:pt x="1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Tree>
    <p:extLst>
      <p:ext uri="{BB962C8B-B14F-4D97-AF65-F5344CB8AC3E}">
        <p14:creationId xmlns:p14="http://schemas.microsoft.com/office/powerpoint/2010/main" val="8894396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E3E06C96-709D-F484-94C4-C16F81C3D9CD}"/>
              </a:ext>
            </a:extLst>
          </p:cNvPr>
          <p:cNvPicPr>
            <a:picLocks noChangeAspect="1"/>
          </p:cNvPicPr>
          <p:nvPr/>
        </p:nvPicPr>
        <p:blipFill>
          <a:blip r:embed="rId2"/>
          <a:stretch>
            <a:fillRect/>
          </a:stretch>
        </p:blipFill>
        <p:spPr>
          <a:xfrm>
            <a:off x="378619" y="204193"/>
            <a:ext cx="4227584" cy="2367557"/>
          </a:xfrm>
          <a:prstGeom prst="rect">
            <a:avLst/>
          </a:prstGeom>
        </p:spPr>
      </p:pic>
      <p:pic>
        <p:nvPicPr>
          <p:cNvPr id="5" name="Imagem 4">
            <a:extLst>
              <a:ext uri="{FF2B5EF4-FFF2-40B4-BE49-F238E27FC236}">
                <a16:creationId xmlns:a16="http://schemas.microsoft.com/office/drawing/2014/main" id="{16DA9F84-4AC8-CAD0-1E7D-5065EA3A8377}"/>
              </a:ext>
            </a:extLst>
          </p:cNvPr>
          <p:cNvPicPr>
            <a:picLocks noChangeAspect="1"/>
          </p:cNvPicPr>
          <p:nvPr/>
        </p:nvPicPr>
        <p:blipFill>
          <a:blip r:embed="rId3"/>
          <a:stretch>
            <a:fillRect/>
          </a:stretch>
        </p:blipFill>
        <p:spPr>
          <a:xfrm>
            <a:off x="4895547" y="2121693"/>
            <a:ext cx="3869834" cy="2627081"/>
          </a:xfrm>
          <a:prstGeom prst="rect">
            <a:avLst/>
          </a:prstGeom>
        </p:spPr>
      </p:pic>
    </p:spTree>
    <p:extLst>
      <p:ext uri="{BB962C8B-B14F-4D97-AF65-F5344CB8AC3E}">
        <p14:creationId xmlns:p14="http://schemas.microsoft.com/office/powerpoint/2010/main" val="23575202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32"/>
          <p:cNvSpPr txBox="1">
            <a:spLocks noGrp="1"/>
          </p:cNvSpPr>
          <p:nvPr>
            <p:ph type="title"/>
          </p:nvPr>
        </p:nvSpPr>
        <p:spPr>
          <a:xfrm>
            <a:off x="1136800" y="2292595"/>
            <a:ext cx="5507840" cy="1022530"/>
          </a:xfrm>
          <a:prstGeom prst="rect">
            <a:avLst/>
          </a:prstGeom>
        </p:spPr>
        <p:txBody>
          <a:bodyPr spcFirstLastPara="1" wrap="square" lIns="91425" tIns="91425" rIns="91425" bIns="91425" anchor="ctr" anchorCtr="0">
            <a:noAutofit/>
          </a:bodyPr>
          <a:lstStyle/>
          <a:p>
            <a:r>
              <a:rPr lang="en" dirty="0"/>
              <a:t>Conclusão </a:t>
            </a:r>
          </a:p>
        </p:txBody>
      </p:sp>
      <p:sp>
        <p:nvSpPr>
          <p:cNvPr id="741" name="Google Shape;741;p32"/>
          <p:cNvSpPr/>
          <p:nvPr/>
        </p:nvSpPr>
        <p:spPr>
          <a:xfrm rot="-5400000">
            <a:off x="689075" y="2684117"/>
            <a:ext cx="357300" cy="309016"/>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2"/>
          <p:cNvSpPr/>
          <p:nvPr/>
        </p:nvSpPr>
        <p:spPr>
          <a:xfrm>
            <a:off x="7016375" y="-1615175"/>
            <a:ext cx="1633483" cy="5920031"/>
          </a:xfrm>
          <a:custGeom>
            <a:avLst/>
            <a:gdLst/>
            <a:ahLst/>
            <a:cxnLst/>
            <a:rect l="l" t="t" r="r" b="b"/>
            <a:pathLst>
              <a:path w="18075" h="65507" extrusionOk="0">
                <a:moveTo>
                  <a:pt x="0" y="65507"/>
                </a:moveTo>
                <a:lnTo>
                  <a:pt x="18075" y="47432"/>
                </a:lnTo>
                <a:lnTo>
                  <a:pt x="18075" y="0"/>
                </a:lnTo>
              </a:path>
            </a:pathLst>
          </a:custGeom>
          <a:noFill/>
          <a:ln w="9525" cap="flat" cmpd="sng">
            <a:solidFill>
              <a:schemeClr val="accent1"/>
            </a:solidFill>
            <a:prstDash val="solid"/>
            <a:round/>
            <a:headEnd type="none" w="med" len="med"/>
            <a:tailEnd type="none" w="med" len="med"/>
          </a:ln>
        </p:spPr>
        <p:txBody>
          <a:bodyPr/>
          <a:lstStyle/>
          <a:p>
            <a:endParaRPr lang="pt-BR"/>
          </a:p>
        </p:txBody>
      </p:sp>
      <p:grpSp>
        <p:nvGrpSpPr>
          <p:cNvPr id="743" name="Google Shape;743;p32"/>
          <p:cNvGrpSpPr/>
          <p:nvPr/>
        </p:nvGrpSpPr>
        <p:grpSpPr>
          <a:xfrm rot="10800000" flipH="1">
            <a:off x="7968643" y="3562070"/>
            <a:ext cx="681217" cy="3360485"/>
            <a:chOff x="1337800" y="-2525590"/>
            <a:chExt cx="1498167" cy="7390555"/>
          </a:xfrm>
        </p:grpSpPr>
        <p:cxnSp>
          <p:nvCxnSpPr>
            <p:cNvPr id="744" name="Google Shape;744;p32"/>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745" name="Google Shape;745;p32"/>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746" name="Google Shape;746;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7" name="Google Shape;747;p32"/>
          <p:cNvGrpSpPr/>
          <p:nvPr/>
        </p:nvGrpSpPr>
        <p:grpSpPr>
          <a:xfrm rot="-5400000" flipH="1">
            <a:off x="70043" y="-592705"/>
            <a:ext cx="681217" cy="3360485"/>
            <a:chOff x="1337800" y="-2525590"/>
            <a:chExt cx="1498167" cy="7390555"/>
          </a:xfrm>
        </p:grpSpPr>
        <p:cxnSp>
          <p:nvCxnSpPr>
            <p:cNvPr id="748" name="Google Shape;748;p32"/>
            <p:cNvCxnSpPr/>
            <p:nvPr/>
          </p:nvCxnSpPr>
          <p:spPr>
            <a:xfrm rot="10800000">
              <a:off x="1337800" y="-2525590"/>
              <a:ext cx="0" cy="5870700"/>
            </a:xfrm>
            <a:prstGeom prst="straightConnector1">
              <a:avLst/>
            </a:prstGeom>
            <a:noFill/>
            <a:ln w="9525" cap="flat" cmpd="sng">
              <a:solidFill>
                <a:schemeClr val="lt1"/>
              </a:solidFill>
              <a:prstDash val="solid"/>
              <a:round/>
              <a:headEnd type="none" w="med" len="med"/>
              <a:tailEnd type="none" w="med" len="med"/>
            </a:ln>
          </p:spPr>
        </p:cxnSp>
        <p:cxnSp>
          <p:nvCxnSpPr>
            <p:cNvPr id="749" name="Google Shape;749;p32"/>
            <p:cNvCxnSpPr/>
            <p:nvPr/>
          </p:nvCxnSpPr>
          <p:spPr>
            <a:xfrm>
              <a:off x="1337800" y="3347125"/>
              <a:ext cx="1158600" cy="1141200"/>
            </a:xfrm>
            <a:prstGeom prst="straightConnector1">
              <a:avLst/>
            </a:prstGeom>
            <a:noFill/>
            <a:ln w="9525" cap="flat" cmpd="sng">
              <a:solidFill>
                <a:schemeClr val="lt1"/>
              </a:solidFill>
              <a:prstDash val="solid"/>
              <a:round/>
              <a:headEnd type="none" w="med" len="med"/>
              <a:tailEnd type="none" w="med" len="med"/>
            </a:ln>
          </p:spPr>
        </p:cxnSp>
        <p:sp>
          <p:nvSpPr>
            <p:cNvPr id="750" name="Google Shape;750;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1" name="Google Shape;751;p32"/>
          <p:cNvSpPr/>
          <p:nvPr/>
        </p:nvSpPr>
        <p:spPr>
          <a:xfrm rot="-5400000">
            <a:off x="5572485" y="-2452153"/>
            <a:ext cx="1971347" cy="6005438"/>
          </a:xfrm>
          <a:custGeom>
            <a:avLst/>
            <a:gdLst/>
            <a:ahLst/>
            <a:cxnLst/>
            <a:rect l="l" t="t" r="r" b="b"/>
            <a:pathLst>
              <a:path w="62917" h="191668" extrusionOk="0">
                <a:moveTo>
                  <a:pt x="0" y="0"/>
                </a:moveTo>
                <a:lnTo>
                  <a:pt x="0" y="21836"/>
                </a:lnTo>
                <a:lnTo>
                  <a:pt x="38334" y="60169"/>
                </a:lnTo>
                <a:lnTo>
                  <a:pt x="38334" y="81762"/>
                </a:lnTo>
                <a:lnTo>
                  <a:pt x="22442" y="97654"/>
                </a:lnTo>
                <a:lnTo>
                  <a:pt x="22442" y="116457"/>
                </a:lnTo>
                <a:lnTo>
                  <a:pt x="62917" y="139825"/>
                </a:lnTo>
                <a:lnTo>
                  <a:pt x="62917" y="191668"/>
                </a:lnTo>
              </a:path>
            </a:pathLst>
          </a:custGeom>
          <a:noFill/>
          <a:ln w="9525" cap="flat" cmpd="sng">
            <a:solidFill>
              <a:schemeClr val="accent1"/>
            </a:solidFill>
            <a:prstDash val="solid"/>
            <a:round/>
            <a:headEnd type="none" w="med" len="med"/>
            <a:tailEnd type="none" w="med" len="med"/>
          </a:ln>
        </p:spPr>
        <p:txBody>
          <a:bodyPr/>
          <a:lstStyle/>
          <a:p>
            <a:endParaRPr lang="pt-BR"/>
          </a:p>
        </p:txBody>
      </p:sp>
      <p:grpSp>
        <p:nvGrpSpPr>
          <p:cNvPr id="752" name="Google Shape;752;p32"/>
          <p:cNvGrpSpPr/>
          <p:nvPr/>
        </p:nvGrpSpPr>
        <p:grpSpPr>
          <a:xfrm>
            <a:off x="7221623" y="1260360"/>
            <a:ext cx="1160062" cy="523162"/>
            <a:chOff x="7221623" y="1260360"/>
            <a:chExt cx="1160062" cy="523162"/>
          </a:xfrm>
        </p:grpSpPr>
        <p:sp>
          <p:nvSpPr>
            <p:cNvPr id="753" name="Google Shape;753;p32"/>
            <p:cNvSpPr/>
            <p:nvPr/>
          </p:nvSpPr>
          <p:spPr>
            <a:xfrm rot="-5400000">
              <a:off x="8141200" y="1059948"/>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2"/>
            <p:cNvSpPr/>
            <p:nvPr/>
          </p:nvSpPr>
          <p:spPr>
            <a:xfrm rot="5400000">
              <a:off x="7437562" y="1320304"/>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2"/>
            <p:cNvSpPr/>
            <p:nvPr/>
          </p:nvSpPr>
          <p:spPr>
            <a:xfrm rot="-5400000">
              <a:off x="7930383" y="13322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8230532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Conclusão </a:t>
            </a:r>
            <a:endParaRPr dirty="0"/>
          </a:p>
        </p:txBody>
      </p:sp>
      <p:sp>
        <p:nvSpPr>
          <p:cNvPr id="839" name="Google Shape;839;p36"/>
          <p:cNvSpPr txBox="1">
            <a:spLocks noGrp="1"/>
          </p:cNvSpPr>
          <p:nvPr>
            <p:ph type="subTitle" idx="8"/>
          </p:nvPr>
        </p:nvSpPr>
        <p:spPr>
          <a:xfrm>
            <a:off x="1301937" y="1821064"/>
            <a:ext cx="1978200" cy="465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pt-BR" dirty="0"/>
              <a:t>Python</a:t>
            </a:r>
            <a:endParaRPr dirty="0"/>
          </a:p>
        </p:txBody>
      </p:sp>
      <p:sp>
        <p:nvSpPr>
          <p:cNvPr id="3" name="Subtítulo 2">
            <a:extLst>
              <a:ext uri="{FF2B5EF4-FFF2-40B4-BE49-F238E27FC236}">
                <a16:creationId xmlns:a16="http://schemas.microsoft.com/office/drawing/2014/main" id="{10E398B5-59C7-AEFD-5DBF-240E1A285207}"/>
              </a:ext>
            </a:extLst>
          </p:cNvPr>
          <p:cNvSpPr>
            <a:spLocks noGrp="1"/>
          </p:cNvSpPr>
          <p:nvPr>
            <p:ph type="subTitle" idx="9"/>
          </p:nvPr>
        </p:nvSpPr>
        <p:spPr>
          <a:xfrm>
            <a:off x="5593921" y="1821064"/>
            <a:ext cx="1978200" cy="465000"/>
          </a:xfrm>
        </p:spPr>
        <p:txBody>
          <a:bodyPr/>
          <a:lstStyle/>
          <a:p>
            <a:r>
              <a:rPr lang="pt-BR" dirty="0"/>
              <a:t>Java</a:t>
            </a:r>
          </a:p>
        </p:txBody>
      </p:sp>
      <p:pic>
        <p:nvPicPr>
          <p:cNvPr id="16" name="Imagem 15" descr="Ícone&#10;&#10;Descrição gerada automaticamente">
            <a:extLst>
              <a:ext uri="{FF2B5EF4-FFF2-40B4-BE49-F238E27FC236}">
                <a16:creationId xmlns:a16="http://schemas.microsoft.com/office/drawing/2014/main" id="{CC48E543-635D-B1AA-1066-7478CD090C2C}"/>
              </a:ext>
            </a:extLst>
          </p:cNvPr>
          <p:cNvPicPr>
            <a:picLocks noChangeAspect="1"/>
          </p:cNvPicPr>
          <p:nvPr/>
        </p:nvPicPr>
        <p:blipFill>
          <a:blip r:embed="rId3"/>
          <a:stretch>
            <a:fillRect/>
          </a:stretch>
        </p:blipFill>
        <p:spPr>
          <a:xfrm>
            <a:off x="678607" y="1852947"/>
            <a:ext cx="494335" cy="494335"/>
          </a:xfrm>
          <a:prstGeom prst="rect">
            <a:avLst/>
          </a:prstGeom>
        </p:spPr>
      </p:pic>
      <p:pic>
        <p:nvPicPr>
          <p:cNvPr id="17" name="Imagem 16" descr="Logotipo&#10;&#10;Descrição gerada automaticamente com confiança média">
            <a:extLst>
              <a:ext uri="{FF2B5EF4-FFF2-40B4-BE49-F238E27FC236}">
                <a16:creationId xmlns:a16="http://schemas.microsoft.com/office/drawing/2014/main" id="{5C4B8AFB-CB86-7899-0B36-1B0023C86156}"/>
              </a:ext>
            </a:extLst>
          </p:cNvPr>
          <p:cNvPicPr>
            <a:picLocks noChangeAspect="1"/>
          </p:cNvPicPr>
          <p:nvPr/>
        </p:nvPicPr>
        <p:blipFill>
          <a:blip r:embed="rId4"/>
          <a:stretch>
            <a:fillRect/>
          </a:stretch>
        </p:blipFill>
        <p:spPr>
          <a:xfrm>
            <a:off x="5060269" y="1777135"/>
            <a:ext cx="356172" cy="552858"/>
          </a:xfrm>
          <a:prstGeom prst="rect">
            <a:avLst/>
          </a:prstGeom>
        </p:spPr>
      </p:pic>
      <p:sp>
        <p:nvSpPr>
          <p:cNvPr id="20" name="CaixaDeTexto 19">
            <a:extLst>
              <a:ext uri="{FF2B5EF4-FFF2-40B4-BE49-F238E27FC236}">
                <a16:creationId xmlns:a16="http://schemas.microsoft.com/office/drawing/2014/main" id="{F99F708B-05E0-6F8E-8872-790EEC8EEBAA}"/>
              </a:ext>
            </a:extLst>
          </p:cNvPr>
          <p:cNvSpPr txBox="1"/>
          <p:nvPr/>
        </p:nvSpPr>
        <p:spPr>
          <a:xfrm>
            <a:off x="1292963" y="2293140"/>
            <a:ext cx="2911538" cy="1384995"/>
          </a:xfrm>
          <a:prstGeom prst="rect">
            <a:avLst/>
          </a:prstGeom>
          <a:noFill/>
        </p:spPr>
        <p:txBody>
          <a:bodyPr wrap="square" rtlCol="0">
            <a:spAutoFit/>
          </a:bodyPr>
          <a:lstStyle/>
          <a:p>
            <a:pPr marL="0" lvl="0" indent="0" algn="l" rtl="0">
              <a:spcBef>
                <a:spcPts val="0"/>
              </a:spcBef>
              <a:spcAft>
                <a:spcPts val="0"/>
              </a:spcAft>
              <a:buNone/>
            </a:pPr>
            <a:endParaRPr lang="pt-BR" sz="1200" dirty="0">
              <a:solidFill>
                <a:schemeClr val="tx1"/>
              </a:solidFill>
              <a:latin typeface="Hanken Grotesk" pitchFamily="2" charset="0"/>
            </a:endParaRPr>
          </a:p>
          <a:p>
            <a:pPr marL="0" lvl="0" indent="0" algn="l" rtl="0">
              <a:spcBef>
                <a:spcPts val="0"/>
              </a:spcBef>
              <a:spcAft>
                <a:spcPts val="0"/>
              </a:spcAft>
              <a:buNone/>
            </a:pPr>
            <a:r>
              <a:rPr lang="pt-BR" sz="1200" dirty="0">
                <a:solidFill>
                  <a:schemeClr val="tx1"/>
                </a:solidFill>
                <a:latin typeface="Hanken Grotesk" pitchFamily="2" charset="0"/>
              </a:rPr>
              <a:t>Python é uma linguagem simples e intuitiva, sendo ótima para iniciantes na programação, mas também é muito utilizada  no meio acadêmico e profissional, principalmente na área de Machine Learning</a:t>
            </a:r>
          </a:p>
        </p:txBody>
      </p:sp>
      <p:sp>
        <p:nvSpPr>
          <p:cNvPr id="21" name="CaixaDeTexto 20">
            <a:extLst>
              <a:ext uri="{FF2B5EF4-FFF2-40B4-BE49-F238E27FC236}">
                <a16:creationId xmlns:a16="http://schemas.microsoft.com/office/drawing/2014/main" id="{CC5B9647-221F-9C11-0502-63DF8FE6176C}"/>
              </a:ext>
            </a:extLst>
          </p:cNvPr>
          <p:cNvSpPr txBox="1"/>
          <p:nvPr/>
        </p:nvSpPr>
        <p:spPr>
          <a:xfrm>
            <a:off x="5593921" y="2347282"/>
            <a:ext cx="2816100" cy="1569660"/>
          </a:xfrm>
          <a:prstGeom prst="rect">
            <a:avLst/>
          </a:prstGeom>
          <a:noFill/>
        </p:spPr>
        <p:txBody>
          <a:bodyPr wrap="square" rtlCol="0">
            <a:spAutoFit/>
          </a:bodyPr>
          <a:lstStyle/>
          <a:p>
            <a:pPr marL="0" lvl="0" indent="0" algn="l" rtl="0">
              <a:spcBef>
                <a:spcPts val="0"/>
              </a:spcBef>
              <a:spcAft>
                <a:spcPts val="0"/>
              </a:spcAft>
              <a:buNone/>
            </a:pPr>
            <a:r>
              <a:rPr lang="pt-BR" sz="1200" dirty="0">
                <a:solidFill>
                  <a:schemeClr val="tx1"/>
                </a:solidFill>
                <a:latin typeface="Hanken Grotesk" pitchFamily="2" charset="0"/>
              </a:rPr>
              <a:t>Java é uma linguagem de programação robusta, reconhecida por sua portabilidade e segurança. Seu amplo ecossistema de frameworks e bibliotecas oferece suporte para uma variedade de aplicações, principalmente na área de sistemas de empresas</a:t>
            </a:r>
          </a:p>
        </p:txBody>
      </p:sp>
    </p:spTree>
    <p:extLst>
      <p:ext uri="{BB962C8B-B14F-4D97-AF65-F5344CB8AC3E}">
        <p14:creationId xmlns:p14="http://schemas.microsoft.com/office/powerpoint/2010/main" val="1462026037"/>
      </p:ext>
    </p:extLst>
  </p:cSld>
  <p:clrMapOvr>
    <a:masterClrMapping/>
  </p:clrMapOvr>
</p:sld>
</file>

<file path=ppt/theme/theme1.xml><?xml version="1.0" encoding="utf-8"?>
<a:theme xmlns:a="http://schemas.openxmlformats.org/drawingml/2006/main" name="Technology Market Research Pitch Deck by Slidesgo">
  <a:themeElements>
    <a:clrScheme name="Simple Light">
      <a:dk1>
        <a:srgbClr val="FFFFFF"/>
      </a:dk1>
      <a:lt1>
        <a:srgbClr val="00CADA"/>
      </a:lt1>
      <a:dk2>
        <a:srgbClr val="110E24"/>
      </a:dk2>
      <a:lt2>
        <a:srgbClr val="46406B"/>
      </a:lt2>
      <a:accent1>
        <a:srgbClr val="69639C"/>
      </a:accent1>
      <a:accent2>
        <a:srgbClr val="AFAFB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400</TotalTime>
  <Words>1790</Words>
  <Application>Microsoft Office PowerPoint</Application>
  <PresentationFormat>Apresentação na tela (16:9)</PresentationFormat>
  <Paragraphs>121</Paragraphs>
  <Slides>40</Slides>
  <Notes>24</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40</vt:i4>
      </vt:variant>
    </vt:vector>
  </HeadingPairs>
  <TitlesOfParts>
    <vt:vector size="46" baseType="lpstr">
      <vt:lpstr>Raleway ExtraBold</vt:lpstr>
      <vt:lpstr>Hanken Grotesk</vt:lpstr>
      <vt:lpstr>Raleway Black</vt:lpstr>
      <vt:lpstr>Arial</vt:lpstr>
      <vt:lpstr>Nunito Light</vt:lpstr>
      <vt:lpstr>Technology Market Research Pitch Deck by Slidesgo</vt:lpstr>
      <vt:lpstr>Um Estudo Comparativo entre as Linguagens de Programação Java e Python</vt:lpstr>
      <vt:lpstr>História do Python - legibilidade, simplicidade e versatilidade</vt:lpstr>
      <vt:lpstr>História do Java – “write once, run anywhere”</vt:lpstr>
      <vt:lpstr>Lógica e Sintaxe</vt:lpstr>
      <vt:lpstr>Logica e Sintaxe</vt:lpstr>
      <vt:lpstr>Orientação a Objetos</vt:lpstr>
      <vt:lpstr>Orientação a objetos</vt:lpstr>
      <vt:lpstr>Lógica e Sintaxe Python</vt:lpstr>
      <vt:lpstr>Logica e Sintaxe Python</vt:lpstr>
      <vt:lpstr>Apresentação do PowerPoint</vt:lpstr>
      <vt:lpstr>Bibliotecas e Frameworks</vt:lpstr>
      <vt:lpstr>Bibliotecas e Frameworks</vt:lpstr>
      <vt:lpstr>Lógica e Sintaxe Java</vt:lpstr>
      <vt:lpstr>Lógica e Sintaxe Java</vt:lpstr>
      <vt:lpstr>Apresentação do PowerPoint</vt:lpstr>
      <vt:lpstr>Apache Maven</vt:lpstr>
      <vt:lpstr>Apache Maven</vt:lpstr>
      <vt:lpstr>Interfaces Gráficas com Usuário (GUIs)</vt:lpstr>
      <vt:lpstr>Java </vt:lpstr>
      <vt:lpstr>Python </vt:lpstr>
      <vt:lpstr>Implementações Python</vt:lpstr>
      <vt:lpstr>Aplicações Web</vt:lpstr>
      <vt:lpstr>Apresentação do PowerPoint</vt:lpstr>
      <vt:lpstr>Machine Learning</vt:lpstr>
      <vt:lpstr>Apresentação do PowerPoint</vt:lpstr>
      <vt:lpstr>Ciência de Dados</vt:lpstr>
      <vt:lpstr>Apresentação do PowerPoint</vt:lpstr>
      <vt:lpstr>Processamento de Imagens</vt:lpstr>
      <vt:lpstr>Apresentação do PowerPoint</vt:lpstr>
      <vt:lpstr>Implementações Java</vt:lpstr>
      <vt:lpstr>Internet das Coisas (IoT)</vt:lpstr>
      <vt:lpstr>Apresentação do PowerPoint</vt:lpstr>
      <vt:lpstr>Aplicativos Mobiles</vt:lpstr>
      <vt:lpstr>Apresentação do PowerPoint</vt:lpstr>
      <vt:lpstr>Sistemas de Empresas</vt:lpstr>
      <vt:lpstr>Apresentação do PowerPoint</vt:lpstr>
      <vt:lpstr>Jogos</vt:lpstr>
      <vt:lpstr>Apresentação do PowerPoint</vt:lpstr>
      <vt:lpstr>Conclusão </vt:lpstr>
      <vt:lpstr>Conclusão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Um Estudo Comparativo entre as Linguagens de Programação Java e Python</dc:title>
  <dc:creator>Felipe Lauria</dc:creator>
  <cp:lastModifiedBy>Felipe Lauria</cp:lastModifiedBy>
  <cp:revision>94</cp:revision>
  <dcterms:modified xsi:type="dcterms:W3CDTF">2024-05-22T16:43:28Z</dcterms:modified>
</cp:coreProperties>
</file>