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webextensions/webextension1.xml" ContentType="application/vnd.ms-office.webextension+xml"/>
  <Override PartName="/ppt/webextensions/webextension2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8"/>
  </p:notesMasterIdLst>
  <p:handoutMasterIdLst>
    <p:handoutMasterId r:id="rId9"/>
  </p:handoutMasterIdLst>
  <p:sldIdLst>
    <p:sldId id="257" r:id="rId5"/>
    <p:sldId id="258" r:id="rId6"/>
    <p:sldId id="259" r:id="rId7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19/09/2024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19/09/2024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2B5B4-4D0A-4964-A1A3-B85B0EE00890}" type="datetime1">
              <a:rPr lang="pt-BR" smtClean="0"/>
              <a:t>19/09/2024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3252B5-F3E6-4058-A723-196087E9E541}" type="datetime1">
              <a:rPr lang="pt-BR" smtClean="0"/>
              <a:t>19/09/2024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251DFA-97D2-4C90-9100-D1173CC96C37}" type="datetime1">
              <a:rPr lang="pt-BR" smtClean="0"/>
              <a:t>19/09/2024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1B26C-F0DB-4889-B6A3-FE07E152272F}" type="datetime1">
              <a:rPr lang="pt-BR" smtClean="0"/>
              <a:t>19/09/2024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565EE-A4B5-4AB4-9432-D16ECAE9EF1F}" type="datetime1">
              <a:rPr lang="pt-BR" smtClean="0"/>
              <a:t>19/09/2024</a:t>
            </a:fld>
            <a:endParaRPr lang="en-US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70C2D-02C8-4A1B-A79F-498A53DD951F}" type="datetime1">
              <a:rPr lang="pt-BR" smtClean="0"/>
              <a:t>19/09/2024</a:t>
            </a:fld>
            <a:endParaRPr lang="en-US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94EF83-1835-4C7A-B4B2-F0B720F5AC0B}" type="datetime1">
              <a:rPr lang="pt-BR" smtClean="0"/>
              <a:t>19/09/2024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os estilos de 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6F5D5688-1774-4625-9E74-88EA94DB2550}" type="datetime1">
              <a:rPr lang="pt-BR" smtClean="0"/>
              <a:t>19/09/2024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D5E4E1C-696A-4E82-B6DD-87ECA4CC925A}" type="datetime1">
              <a:rPr lang="pt-BR" smtClean="0"/>
              <a:t>19/09/2024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E1A5F9-C71D-4DE8-8BF4-9F6FC06A94B8}" type="datetime1">
              <a:rPr lang="pt-BR" smtClean="0"/>
              <a:t>19/09/2024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1DCD7D-5BFD-485D-AED5-B62EAACA4CB6}" type="datetime1">
              <a:rPr lang="pt-BR" smtClean="0"/>
              <a:t>19/09/2024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19/09/2024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Carro em estrada&#10;&#10;Descrição gerada automaticamente">
            <a:extLst>
              <a:ext uri="{FF2B5EF4-FFF2-40B4-BE49-F238E27FC236}">
                <a16:creationId xmlns:a16="http://schemas.microsoft.com/office/drawing/2014/main" id="{D659DBFC-E9A3-7DDE-01D7-00E0103D1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92" b="25250"/>
          <a:stretch/>
        </p:blipFill>
        <p:spPr>
          <a:xfrm>
            <a:off x="15" y="10"/>
            <a:ext cx="12191985" cy="4578340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rtlCol="0" anchor="b">
            <a:normAutofit fontScale="90000"/>
          </a:bodyPr>
          <a:lstStyle/>
          <a:p>
            <a:pPr rtl="0"/>
            <a:r>
              <a:rPr lang="pt-br" dirty="0"/>
              <a:t>Acidentes em rodovias brasileiras (2019 </a:t>
            </a:r>
            <a:r>
              <a:rPr lang="pt-BR" dirty="0"/>
              <a:t>–</a:t>
            </a:r>
            <a:r>
              <a:rPr lang="pt-br" dirty="0"/>
              <a:t> 2023)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Bruna Fontes Castro e Felipe do Amparo Lauria</a:t>
            </a:r>
            <a:endParaRPr lang="pt-br" dirty="0"/>
          </a:p>
        </p:txBody>
      </p:sp>
      <p:sp>
        <p:nvSpPr>
          <p:cNvPr id="31" name="Date Placeholder 4">
            <a:extLst>
              <a:ext uri="{FF2B5EF4-FFF2-40B4-BE49-F238E27FC236}">
                <a16:creationId xmlns:a16="http://schemas.microsoft.com/office/drawing/2014/main" id="{669F8726-5444-1A44-753D-594DFF529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3D5E4E1C-696A-4E82-B6DD-87ECA4CC925A}" type="datetime1">
              <a:rPr lang="pt-BR" smtClean="0"/>
              <a:pPr rtl="0">
                <a:spcAft>
                  <a:spcPts val="600"/>
                </a:spcAft>
              </a:pPr>
              <a:t>19/09/2024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ângulo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rtlCol="0" anchor="ctr">
            <a:normAutofit/>
          </a:bodyPr>
          <a:lstStyle/>
          <a:p>
            <a:pPr lvl="0" rtl="0"/>
            <a:r>
              <a:rPr lang="pt-BR" sz="4800" i="1">
                <a:solidFill>
                  <a:srgbClr val="FFFFFF"/>
                </a:solidFill>
              </a:rPr>
              <a:t>Página 1</a:t>
            </a:r>
            <a:endParaRPr lang="pt-br" sz="4800" i="1" dirty="0">
              <a:solidFill>
                <a:srgbClr val="FFFFFF"/>
              </a:solidFill>
            </a:endParaRP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 rtlCol="0">
            <a:normAutofit/>
          </a:bodyPr>
          <a:lstStyle/>
          <a:p>
            <a:pPr rtl="0"/>
            <a:endParaRPr lang="pt-br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8" name="Suplemento 7">
                <a:extLst>
                  <a:ext uri="{FF2B5EF4-FFF2-40B4-BE49-F238E27FC236}">
                    <a16:creationId xmlns:a16="http://schemas.microsoft.com/office/drawing/2014/main" id="{99607879-C7D4-FEF3-7D85-1FFF6E505C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1694459"/>
                  </p:ext>
                </p:extLst>
              </p:nvPr>
            </p:nvGraphicFramePr>
            <p:xfrm>
              <a:off x="1" y="0"/>
              <a:ext cx="12190458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8" name="Suplemento 7">
                <a:extLst>
                  <a:ext uri="{FF2B5EF4-FFF2-40B4-BE49-F238E27FC236}">
                    <a16:creationId xmlns:a16="http://schemas.microsoft.com/office/drawing/2014/main" id="{99607879-C7D4-FEF3-7D85-1FFF6E505CE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" y="0"/>
                <a:ext cx="12190458" cy="6857999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CaixaDeTexto 9">
            <a:extLst>
              <a:ext uri="{FF2B5EF4-FFF2-40B4-BE49-F238E27FC236}">
                <a16:creationId xmlns:a16="http://schemas.microsoft.com/office/drawing/2014/main" id="{EAAE27E2-A825-13FD-E3D0-5A7046D3BEC0}"/>
              </a:ext>
            </a:extLst>
          </p:cNvPr>
          <p:cNvSpPr txBox="1"/>
          <p:nvPr/>
        </p:nvSpPr>
        <p:spPr>
          <a:xfrm>
            <a:off x="290329" y="389619"/>
            <a:ext cx="520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Dados de 2019 a 2023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AF14102-A21E-087B-37D4-B45446CFC490}"/>
              </a:ext>
            </a:extLst>
          </p:cNvPr>
          <p:cNvSpPr txBox="1"/>
          <p:nvPr/>
        </p:nvSpPr>
        <p:spPr>
          <a:xfrm>
            <a:off x="452582" y="3470913"/>
            <a:ext cx="50470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Nesse </a:t>
            </a:r>
            <a:r>
              <a:rPr lang="pt-BR" dirty="0" err="1"/>
              <a:t>Dataframe</a:t>
            </a:r>
            <a:r>
              <a:rPr lang="pt-BR" dirty="0"/>
              <a:t> existem várias categorias relevantes para determinar várias situações, sendo elas sucesso ou fracassos. Visando ter uma situação de sucesso x fracasso, adotamos como parâmetros as vítimas de acidentes de trânsito nas rodovias federais (</a:t>
            </a:r>
            <a:r>
              <a:rPr lang="pt-BR" dirty="0" err="1"/>
              <a:t>BR’s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rtlCol="0" anchor="ctr">
            <a:normAutofit/>
          </a:bodyPr>
          <a:lstStyle/>
          <a:p>
            <a:pPr lvl="0" rtl="0"/>
            <a:r>
              <a:rPr lang="pt-BR" sz="4800" i="1">
                <a:solidFill>
                  <a:srgbClr val="FFFFFF"/>
                </a:solidFill>
              </a:rPr>
              <a:t>Página 1</a:t>
            </a:r>
            <a:endParaRPr lang="pt-br" sz="4800" i="1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 rtlCol="0">
            <a:normAutofit/>
          </a:bodyPr>
          <a:lstStyle/>
          <a:p>
            <a:pPr rtl="0"/>
            <a:endParaRPr lang="pt-br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Suplemento 5">
                <a:extLst>
                  <a:ext uri="{FF2B5EF4-FFF2-40B4-BE49-F238E27FC236}">
                    <a16:creationId xmlns:a16="http://schemas.microsoft.com/office/drawing/2014/main" id="{F84108B4-08FF-4486-8CD9-872B57D383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0009179"/>
                  </p:ext>
                </p:extLst>
              </p:nvPr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6" name="Suplemento 5">
                <a:extLst>
                  <a:ext uri="{FF2B5EF4-FFF2-40B4-BE49-F238E27FC236}">
                    <a16:creationId xmlns:a16="http://schemas.microsoft.com/office/drawing/2014/main" id="{F84108B4-08FF-4486-8CD9-872B57D3838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D813404E-6F27-941B-E924-E65BF31B31C5}"/>
              </a:ext>
            </a:extLst>
          </p:cNvPr>
          <p:cNvSpPr txBox="1"/>
          <p:nvPr/>
        </p:nvSpPr>
        <p:spPr>
          <a:xfrm>
            <a:off x="6631708" y="758952"/>
            <a:ext cx="514465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Ao analisar os acidentes consideramos como sucesso, acidentes sem feridos ou vítimas fatais e consequentemente o fracasso são os acidentes com feridos ou vítimas fatais. </a:t>
            </a:r>
          </a:p>
          <a:p>
            <a:endParaRPr lang="pt-BR" dirty="0"/>
          </a:p>
          <a:p>
            <a:r>
              <a:rPr lang="pt-BR" dirty="0"/>
              <a:t>Dentre os 292658 acidentes analisados tivemos então uma taxa de 18% de sucesso (51774), e fracasso de 82% (240885).</a:t>
            </a:r>
          </a:p>
          <a:p>
            <a:endParaRPr lang="pt-BR" dirty="0"/>
          </a:p>
          <a:p>
            <a:r>
              <a:rPr lang="pt-BR" dirty="0"/>
              <a:t>A simulação gerou um </a:t>
            </a:r>
            <a:r>
              <a:rPr lang="pt-BR" dirty="0" err="1"/>
              <a:t>qui</a:t>
            </a:r>
            <a:r>
              <a:rPr lang="pt-BR" dirty="0"/>
              <a:t>-quadrado de 0,12 e o teste do P-Valor gerou 0,72. Ou seja não há uma diferença estatisticamente relevante entre a amostra real e a simulada.</a:t>
            </a:r>
          </a:p>
        </p:txBody>
      </p:sp>
    </p:spTree>
    <p:extLst>
      <p:ext uri="{BB962C8B-B14F-4D97-AF65-F5344CB8AC3E}">
        <p14:creationId xmlns:p14="http://schemas.microsoft.com/office/powerpoint/2010/main" val="133963800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0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2D3CEB2E-788C-41E3-8EE0-D74F126D6C70}">
  <we:reference id="wa200003233" version="2.0.0.3" store="pt-B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XwW7bMAz9lUDnYLBTp3Fya7N0K1BswVr0MvRAW7SjQpU8Sc7iFfn3UZLbBWiLbsMOS1BfLD/R5CNNPFr3jAvbSOg+wR2yGTtXXJTAtRmkbMhUBCfHmGNejXPkWYFVXhTjhHZ144RWls3umQNTo7sWtgXpPRH49WbIQMol1P6pAmlxyBo0ViuQ4gdGY9pypsXtkOGmkdqAd3npwKF3uyZzeiYK6bsjigilE2u8xNJFFAuYpGVVAJ/mWTrFcQaemI0GgdmzJt51CD/XyoFQFMZjx1iWo2wKWT4qimSSTY4nhccrIV1vUnSLTWMoO8q5a3xxTvgaVImchRQM2sj4nn0UaMCUq+4C1yg9snh+/+nW0miqlOuuwYhYEd2aEp8aRvwLVmFLOeHIG1tKUEKu4IhtqbD9l330RUQf/Hv6SgerHTb9+lsrYMBxwMGBDTZ9Io/vrPT3uUH6VpzNku3w9ZKc1LXBOrJ4kstcy/buGfx3ctxJ6AyN4NoOAn7Wqr5Xkv+e8AcDa7R7R9s3xf6wPpdo9f7Q/VwIt0d0r7QD+TrbG0KsULXsh8AvPb6KSTgoJC42fsYUtyTmXnrpHW04mtMuqO97YR7GQDp8SVkPVHmpgISlVcqTMkkx51k2HY2OaLj9/bR6U7pD0Yz9FOY9U7p/+pdx6Hr1x/pfytaShiE/BTNfgXFvk+ClSfBwKCJ3tzvHnjnVutYmVujQq0Dj0F+7PcLukE6kfqFbZxsocQkKQzWaGFJgPB9uGlDc92VYG3+/ENR8sS2vQbaeczi/shAmRPsJkNGc1DgPAAA=&quot;"/>
    <we:property name="creatorSessionId" value="&quot;2ca284f3-317e-4958-a3ea-d67538673fb0&quot;"/>
    <we:property name="creatorTenantId" value="&quot;fe8787bc-c914-4665-8547-268e15cb0d9a&quot;"/>
    <we:property name="creatorUserId" value="&quot;100320027674262A&quot;"/>
    <we:property name="datasetId" value="&quot;03e734e9-770c-49e4-a283-e57125c11072&quot;"/>
    <we:property name="embedUrl" value="&quot;/reportEmbed?reportId=708f0c3d-a267-4374-8378-8d4bf6bdec39&amp;config=eyJjbHVzdGVyVXJsIjoiaHR0cHM6Ly9XQUJJLUJSQVpJTC1TT1VUSC1yZWRpcmVjdC5hbmFseXNpcy53aW5kb3dzLm5ldCIsImVtYmVkRmVhdHVyZXMiOnsidXNhZ2VNZXRyaWNzVk5leHQiOnRydWV9fQ%3D%3D&amp;disableSensitivityBanner=true&quot;"/>
    <we:property name="initialStateBookmark" value="&quot;H4sIAAAAAAAAA+1X32/aMBD+V5Cf0ZRAVkrfKKNb1V+orfoyVdMlPoIr185sh8Eq/vee7bRDgopt2sNA5QXn8/n83eX0Xe6JcWErCYtLeER2xE4VFwVwbVopazMVweOrq7OLwfXZt8vBxYhgXTmhlWVHT8yBKdHdCVuD9C4I/HrfZiDlGEr/NAFpsc0qNFYrkOInRmPacqbGZZvhvJLagHd548Chdzsjc3qmu9MPXboRCidmeIOFiyjm0EuLSQ68f5ilffyYQUJmNhoEZhtNvOtw/VArB0LRNR47wKLoZH3IDjt5nvSy3kEv9/hESNeY5IvRvDIUHcW8qHxWBnwGqkDOQggGbWT8xL4INGCK6eIcZyg9Mtq8v741Npoy5RZ3YETMiK5NgeuGEb/GSdhSTjjyxsYSlJBT6LIlJbZ5pa++iOiLf09f6WC1wqZZf68FtDi2ODiwwaYJ5PXMVP8YGqR3xdlRsmxvT8mgLA2WkcVaLEMt68cN+O/EuBLQCRrBtW0F/KRWTa0k/z3hzwZmaHeOti+K3WF9KtHq3aF7lQu3Q3RvtQO5ne09IVaoUjZN4Jce38YgHOQSR3PfY/IHEnMvvXRGG47meBHU95MwL20gbb+lrHuqvJRAwtJJypMiSfGQZ1m/0+lSc/v7bvWudPuiGbspzDumdP/0K2Pf9eqP9b+QtSUNQ34MZjgF4947wVud4GUoIncPK2PPkHJdahMztO9ZoHbof6s1wh6RJlK/0LWzFRQ4BoUhG1W8UmCcD+cVKO7rMqyN/z8XVHyxLO9A1p5zmF9ZuIQqVdDnyZYDfqplgVZg9wy0zJzuYQ8AAA==&quot;"/>
    <we:property name="isFiltersActionButtonVisible" value="true"/>
    <we:property name="isVisualContainerHeaderHidden" value="false"/>
    <we:property name="pageDisplayName" value="&quot;Página 1&quot;"/>
    <we:property name="pageName" value="&quot;eba71cfbad98419e54a0&quot;"/>
    <we:property name="pptInsertionSessionID" value="&quot;3CA3F945-EF97-47BA-B63A-8A61B991AEEF&quot;"/>
    <we:property name="reportEmbeddedTime" value="&quot;2024-09-19T16:03:48.368Z&quot;"/>
    <we:property name="reportName" value="&quot;Apresentação Adriana&quot;"/>
    <we:property name="reportState" value="&quot;CONNECTED&quot;"/>
    <we:property name="reportUrl" value="&quot;/groups/me/reports/708f0c3d-a267-4374-8378-8d4bf6bdec39/eba71cfbad98419e54a0?experience=power-bi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6199C6B-C160-4161-B620-A918DF7F7DE1}">
  <we:reference id="wa200003233" version="2.0.0.3" store="pt-B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WTW/bMAz9K4XO7hDHH0l667IUGDAMaVP0UvRAS7SjQZEMSc6SBfnvo+R0xYoC7W0xsJOtR5p8fDBJHZiQrlWw/w4bZFfsqxaSgzD2ImUJ0z1YjcpSwKwELMQ0nWYFjDlZTeul0Y5dHZgH26B/kK4DFSIR+PiUMFBqCU041aAcJqxF64wGJX9h70wmbzs8Jgx3rTIWQsiVB48h7Jbc6UwU0k8ZZQTu5RZXyH2PTvOUF5M8zcR4XE5ynEA2IjfXO0Rmb7qE0DH93GgPUlOagGGd46xMy2KcQV6Mq0k1mwS8lsqfXKr9Ytdaqo5q3rdBnGuxBc1RsFiCRdczPrDrprHYgD8dF38Z50Z1mzfwleksxzuso0l76feUY6lAS7WGjB1JqaU1pGM03BsPKoI3nT6pMgrHtfk5t0gyigAk/4Rt+prtquP0rXEXdwjSDYb2jQUOxHtgtP+ovZKbTlFPD4f6s+JD5P4ANMYul4Phe9vJy9sOhCWVwx/+gXHyRIiTulGnIf4yT+/7gjxUChe7sCOqHzSMw+ikb4wVaD/v4/T8Iu3zGB8nryo4h6amIgkSVVlPeZ3zNJ3SWsCizvOz2gj/u/68uA91R3yQ9rudz1XnqDNQ9ATna7D+nMfAewKEMXAM6EsFbIN02Q0vpvOuBY5L0BirafvAEvvr5K4FLYJw8d2G5zdJ6vS60aLogmTxasximpjsN9bxaL6TCwAA&quot;"/>
    <we:property name="creatorSessionId" value="&quot;0fdcf694-7fc0-4ff4-ae36-7bb352e9607d&quot;"/>
    <we:property name="creatorTenantId" value="&quot;fe8787bc-c914-4665-8547-268e15cb0d9a&quot;"/>
    <we:property name="creatorUserId" value="&quot;100320027674262A&quot;"/>
    <we:property name="datasetId" value="&quot;03e734e9-770c-49e4-a283-e57125c11072&quot;"/>
    <we:property name="embedUrl" value="&quot;/reportEmbed?reportId=708f0c3d-a267-4374-8378-8d4bf6bdec39&amp;config=eyJjbHVzdGVyVXJsIjoiaHR0cHM6Ly9XQUJJLUJSQVpJTC1TT1VUSC1yZWRpcmVjdC5hbmFseXNpcy53aW5kb3dzLm5ldCIsImVtYmVkRmVhdHVyZXMiOnsidXNhZ2VNZXRyaWNzVk5leHQiOnRydWV9fQ%3D%3D&amp;disableSensitivityBanner=true&quot;"/>
    <we:property name="initialStateBookmark" value="&quot;H4sIAAAAAAAAA+1WTU8bMRD9K8jnULHJ5gNuIQ1SRYFAEJcKVbP27MaVY6/8kSaN8t879oaiIqRwa1bqKevn8cybp/iNt0xIVyvY3MIS2QX7ooXkIIw9yViH6Qa8vLu7vhk/XH+/Hd9MCTa1l0Y7drFlHmyF/km6ACqmIPDbc4eBUjOo4qoE5bDDarTOaFDyFzbBtOVtwF2H4bpWxkJMOffgMaZdUTitqXb2qUcVgXu5wjly36CjPOP9YZ71RLc7GOY4hN4ZhbkmIDF7NySmTuUnRnuQmspEDMsczwfZoN/tQd7vFsPifBjxUiq/Dyk203VtqTvqeVNHVcZiBZqjYKkFi65hvGXjqrJYgd8vp39tTowKy3fwuQmW4wOWaUt76TdUY6ZAS7WAHtuRUjNrSMe08Wg8qAReBb1X5SwuF+bnxCLJKCLQ+Sdss7ds54HTWeNOHhCkaw3tKwsciHfLaP9Rey6XQdFlbg/1F8XbyP0JyMZOZ63hex/k6X0AYUnl+A//gJ08E+KkrtTexF/99LFpyEOhcLqOM6L4QWYcrZPOGCvQXm6Se36W9sXGu503HRzDpaYmCRLFoBzxMudZNqKxgP0yz49qIvy/9cfFva0z4oO0D958roKjm4GiIThZgPXHbAOHBIg2sIvoawdsifTYjR8meFcDxxloTN3UTWKJzXNyXYMWUbj0bePvV0nqNLrRoAhRsvQ0ZqkISSnJOQ8ciA9mlmglcr8BSeg5srwLAAA=&quot;"/>
    <we:property name="isFiltersActionButtonVisible" value="true"/>
    <we:property name="isVisualContainerHeaderHidden" value="false"/>
    <we:property name="pageDisplayName" value="&quot;Página 2&quot;"/>
    <we:property name="pageName" value="&quot;841c57413d22674e7a30&quot;"/>
    <we:property name="pptInsertionSessionID" value="&quot;3CA3F945-EF97-47BA-B63A-8A61B991AEEF&quot;"/>
    <we:property name="reportEmbeddedTime" value="&quot;2024-09-19T16:02:14.031Z&quot;"/>
    <we:property name="reportName" value="&quot;Apresentação Adriana&quot;"/>
    <we:property name="reportState" value="&quot;CONNECTED&quot;"/>
    <we:property name="reportUrl" value="&quot;/groups/me/reports/708f0c3d-a267-4374-8378-8d4bf6bdec39/841c57413d22674e7a30?experience=power-bi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F3413214103234FB6343A8166D0BFD9" ma:contentTypeVersion="4" ma:contentTypeDescription="Crie um novo documento." ma:contentTypeScope="" ma:versionID="56fd64d75753e15e38ab26fc132cf0ef">
  <xsd:schema xmlns:xsd="http://www.w3.org/2001/XMLSchema" xmlns:xs="http://www.w3.org/2001/XMLSchema" xmlns:p="http://schemas.microsoft.com/office/2006/metadata/properties" xmlns:ns3="680dd1a6-f4c1-47a9-a965-05a106257e16" targetNamespace="http://schemas.microsoft.com/office/2006/metadata/properties" ma:root="true" ma:fieldsID="13f3baa4aaa83cc2730c6138dddad0bf" ns3:_="">
    <xsd:import namespace="680dd1a6-f4c1-47a9-a965-05a106257e1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0dd1a6-f4c1-47a9-a965-05a106257e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8E09FD-0679-4A44-8CB1-0FDEE3DABB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0dd1a6-f4c1-47a9-a965-05a106257e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A2AF1D-C404-40CB-9AF2-8F36568C42EF}">
  <ds:schemaRefs>
    <ds:schemaRef ds:uri="http://purl.org/dc/elements/1.1/"/>
    <ds:schemaRef ds:uri="680dd1a6-f4c1-47a9-a965-05a106257e16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16761F8-644A-4907-8E91-9B2F106E26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{A9DDE1A8-1955-4051-BFB7-C1636F208BED}tf56160789_win32</Template>
  <TotalTime>146</TotalTime>
  <Words>151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 Black</vt:lpstr>
      <vt:lpstr>Bookman Old Style</vt:lpstr>
      <vt:lpstr>Calibri</vt:lpstr>
      <vt:lpstr>Franklin Gothic Book</vt:lpstr>
      <vt:lpstr>Personalizado</vt:lpstr>
      <vt:lpstr>Acidentes em rodovias brasileiras (2019 – 2023)</vt:lpstr>
      <vt:lpstr>Página 1</vt:lpstr>
      <vt:lpstr>Página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do Amparo Lauria</dc:creator>
  <cp:lastModifiedBy>Felipe do Amparo Lauria</cp:lastModifiedBy>
  <cp:revision>2</cp:revision>
  <dcterms:created xsi:type="dcterms:W3CDTF">2024-09-19T15:32:53Z</dcterms:created>
  <dcterms:modified xsi:type="dcterms:W3CDTF">2024-09-19T18:51:54Z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0x010100EF3413214103234FB6343A8166D0BFD9</vt:lpwstr>
  </property>
</Properties>
</file>